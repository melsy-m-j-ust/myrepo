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154A-3C23-6B70-C7D9-D8B53C2D6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0A5CE-B1E2-DCE8-B17C-0030C8A3D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980EA-2593-2159-2ECF-9CA16B6A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11F2-14CB-A117-79AE-BD29A1C8F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BE87F-D7B2-94C8-A480-8B7DB1F3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40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4A98-C0FA-F6C1-3D37-B4E2C941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FDA34-714D-DFE5-A683-22FD3DF9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636FF-90E1-4F84-8355-C6907CE0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3B7C2-023D-94A1-B1F1-7C5BB178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11065-ED06-B72F-A666-E1CEB9E5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5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CFFD-7320-2DFE-A211-AF4D3533C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10707-C215-643A-998E-9175667A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B5288-5253-C9B0-9508-CC7FBC5A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C8209-3820-4CFF-B1B8-8FF975F7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EA71A-7148-D8DA-C1F3-BBC057A0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22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948D4-28FC-DC17-3CB8-5B7E5400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FE17A-EAE0-CD44-5985-58135338E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FA1F9-C181-138F-EB28-34AAC4B7A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5FF78-771C-F55B-CACB-8289DFEC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0C709-071D-7835-60C4-58DF388F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2C252-C24F-4519-253F-93B0AD79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6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2A107-C323-2C8A-5C26-20C181E9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E70C3-37AA-3C3E-1A33-A8A690C50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DA3DF-892E-D9A8-666D-E7E91325D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437608-9D51-C5F3-2609-0F0396071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DC80C-D95A-0FFC-95BB-7A882B1DA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983E6C-42A7-3B4D-2F90-DF2EA3CD0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B2583-67E3-604D-2707-CB3A47CD7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04AD8-27B4-AA8C-EA57-768F538E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01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76C05-93F8-9C06-8113-0C9F661A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23565-82E0-6A39-B86E-BB563878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E0EDD-E64E-FDA3-F473-04A027DC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A088A-2B70-A211-4D4E-C1A22290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45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FC596-9B6C-B41D-4087-F9912727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A830D-85E2-9493-CDF2-C6703229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D4A2C-2BFC-D50F-1482-45905F86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022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29EA-64E0-5F86-D03D-ABFC3DBC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16ED4-C121-825E-4444-BD27DB109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01AA7-74E3-E09E-0940-92891F527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A4890-77D0-2D91-BDEA-16889039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526BA-AC17-465B-D27C-AD6C12C8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F75BB-935D-A1F7-2A3C-480A801F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699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00C83-371C-3A28-8BEB-D8E8AADE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74C19-7FBB-188D-0D21-1DAE2F0CD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4286B-E8BA-DF4B-779D-B064076C1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84366-358B-2713-419C-C58D462D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184DA-203B-E81F-2B6D-8CE810F0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61E59-D502-7F14-36F8-50274F3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51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5909-6EE9-F7DC-A951-8F6F21FD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69EDA-F82E-486C-FDE6-70C0F2CC5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6DF1F-FACB-08E0-1558-32FC1B2B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9385-AAA1-D861-BB4D-0720F696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9F0FC-D2A3-73C2-2DB8-FCD8AB77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97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0C386D-C1EB-E565-11D7-0F911BFFE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DADC9-FE05-9879-C15C-1FEB0DDE9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0ED67-DE35-A6A6-E1B7-FCB9BA35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C7E43-17EB-FD21-7AF9-41B3A0381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6F503-1C1B-4AC7-0698-AD867B77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9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6C8875-03E5-4ED2-F837-D56F04E8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7EE63-3DAB-FE2C-454D-40B31707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8C364-6D08-6ABC-3343-C94EF478C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D31C8-4FCB-4B93-AB6D-881C02B8FE2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571EF-3779-A410-0F99-B547BAA306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D3AC8-1F2A-3BCD-FEF6-31FB54691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E819B-2609-4F75-B72B-B9B46A3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23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0D7EFE-28F3-DBC2-CA64-9F7FE719F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TIBCO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3A9C2-BC39-4048-BB9E-E8B2A6354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Benefits of Using TIBCO for EDA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Real‑time responsiveness to business events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Loose coupling between systems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Scalability and reliability in messaging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High throughput and low latency processing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Better visibility and control of event flows</a:t>
            </a:r>
          </a:p>
        </p:txBody>
      </p:sp>
    </p:spTree>
    <p:extLst>
      <p:ext uri="{BB962C8B-B14F-4D97-AF65-F5344CB8AC3E}">
        <p14:creationId xmlns:p14="http://schemas.microsoft.com/office/powerpoint/2010/main" val="365011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E8D5-DDEF-D680-11CB-62819B89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egoe UI" panose="020B0502040204020203" pitchFamily="34" charset="0"/>
              </a:rPr>
              <a:t>ASP.NET</a:t>
            </a:r>
            <a:br>
              <a:rPr lang="en-US" b="1" i="0" dirty="0">
                <a:effectLst/>
                <a:latin typeface="Segoe UI" panose="020B0502040204020203" pitchFamily="34" charset="0"/>
              </a:rPr>
            </a:br>
            <a:r>
              <a:rPr lang="en-US" sz="1400" b="1" i="0" dirty="0">
                <a:effectLst/>
                <a:latin typeface="Segoe UI" panose="020B0502040204020203" pitchFamily="34" charset="0"/>
              </a:rPr>
              <a:t>   </a:t>
            </a:r>
            <a:br>
              <a:rPr lang="en-US" sz="1400" b="1" i="0" dirty="0">
                <a:effectLst/>
                <a:latin typeface="Segoe UI" panose="020B0502040204020203" pitchFamily="34" charset="0"/>
              </a:rPr>
            </a:br>
            <a:endParaRPr lang="en-IN" sz="1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C0CA20-D02C-D8A8-36BF-D4D9BB1420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063188"/>
              </p:ext>
            </p:extLst>
          </p:nvPr>
        </p:nvGraphicFramePr>
        <p:xfrm>
          <a:off x="838200" y="3571716"/>
          <a:ext cx="10515600" cy="3083538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46228199"/>
                    </a:ext>
                  </a:extLst>
                </a:gridCol>
              </a:tblGrid>
              <a:tr h="52321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379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US" dirty="0"/>
                        <a:t>ASP.NET is a framework from Microsoft used to build web applications and web APIs.</a:t>
                      </a:r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. Net Core is a modern version of </a:t>
                      </a:r>
                      <a:r>
                        <a:rPr lang="en-IN" dirty="0" err="1"/>
                        <a:t>.net</a:t>
                      </a:r>
                      <a:r>
                        <a:rPr lang="en-IN" dirty="0"/>
                        <a:t>  </a:t>
                      </a:r>
                      <a:r>
                        <a:rPr lang="en-IN" dirty="0">
                          <a:effectLst/>
                        </a:rPr>
                        <a:t>Cross-platform ,Faster, lightweight.</a:t>
                      </a:r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4164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941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TIBCO</vt:lpstr>
      <vt:lpstr>ASP.NET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Melsy Maneesha Jayarajan(UST,IN)</dc:creator>
  <cp:lastModifiedBy>Melsy Maneesha Jayarajan(UST,IN)</cp:lastModifiedBy>
  <cp:revision>1</cp:revision>
  <dcterms:created xsi:type="dcterms:W3CDTF">2026-05-07T10:08:59Z</dcterms:created>
  <dcterms:modified xsi:type="dcterms:W3CDTF">2026-05-08T04:32:27Z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2026-05-08T04:32:27Z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a3fbbb06-9ed3-4b41-9129-0d80d3956596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