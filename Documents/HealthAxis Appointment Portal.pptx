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sldIdLst>
    <p:sldId id="256" r:id="rId5"/>
    <p:sldId id="258" r:id="rId6"/>
    <p:sldId id="257"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6E74"/>
    <a:srgbClr val="847DA7"/>
    <a:srgbClr val="664E42"/>
    <a:srgbClr val="0F0909"/>
    <a:srgbClr val="000000"/>
    <a:srgbClr val="21212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slide" Target="slides/slide3.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hyperlink" Target="https://ust.com/" TargetMode="Externa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ust.com/"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2.xml.rels><?xml version="1.0" encoding="UTF-8" standalone="yes"?>
<Relationships xmlns="http://schemas.openxmlformats.org/package/2006/relationships"><Relationship Id="rId2" Type="http://schemas.openxmlformats.org/officeDocument/2006/relationships/hyperlink" Target="mailto:mailto:brand@ust.com" TargetMode="External"/><Relationship Id="rId1" Type="http://schemas.openxmlformats.org/officeDocument/2006/relationships/slideMaster" Target="../slideMasters/slideMaster1.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4.xml.rels><?xml version="1.0" encoding="UTF-8" standalone="yes"?>
<Relationships xmlns="http://schemas.openxmlformats.org/package/2006/relationships"><Relationship Id="rId3" Type="http://schemas.openxmlformats.org/officeDocument/2006/relationships/hyperlink" Target="http://www.youtube.com/ustglobalweb" TargetMode="External"/><Relationship Id="rId7" Type="http://schemas.openxmlformats.org/officeDocument/2006/relationships/image" Target="../media/image10.emf"/><Relationship Id="rId2" Type="http://schemas.openxmlformats.org/officeDocument/2006/relationships/hyperlink" Target="https://www.facebook.com/USTGlobal" TargetMode="External"/><Relationship Id="rId1" Type="http://schemas.openxmlformats.org/officeDocument/2006/relationships/slideMaster" Target="../slideMasters/slideMaster1.xml"/><Relationship Id="rId6" Type="http://schemas.openxmlformats.org/officeDocument/2006/relationships/image" Target="../media/image9.emf"/><Relationship Id="rId5" Type="http://schemas.openxmlformats.org/officeDocument/2006/relationships/hyperlink" Target="https://twitter.com/USTGlobal" TargetMode="External"/><Relationship Id="rId4" Type="http://schemas.openxmlformats.org/officeDocument/2006/relationships/hyperlink" Target="http://www.linkedin.com/company/ust-global"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5_Worldwide office locations Updated">
    <p:bg>
      <p:bgPr>
        <a:solidFill>
          <a:srgbClr val="231F20"/>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ADA48B4B-3B81-F74C-8FE3-0FD399854022}"/>
              </a:ext>
            </a:extLst>
          </p:cNvPr>
          <p:cNvSpPr txBox="1">
            <a:spLocks/>
          </p:cNvSpPr>
          <p:nvPr/>
        </p:nvSpPr>
        <p:spPr>
          <a:xfrm>
            <a:off x="365760" y="365760"/>
            <a:ext cx="9972040" cy="914400"/>
          </a:xfrm>
          <a:prstGeom prst="rect">
            <a:avLst/>
          </a:prstGeom>
        </p:spPr>
        <p:txBody>
          <a:bodyPr vert="horz" lIns="0" tIns="0" rIns="0" bIns="0" rtlCol="0" anchor="t" anchorCtr="0">
            <a:noAutofit/>
          </a:bodyPr>
          <a:lstStyle>
            <a:lvl1pPr>
              <a:lnSpc>
                <a:spcPct val="90000"/>
              </a:lnSpc>
              <a:spcBef>
                <a:spcPct val="0"/>
              </a:spcBef>
              <a:buNone/>
              <a:defRPr sz="3200" b="1">
                <a:latin typeface="+mj-lt"/>
                <a:ea typeface="+mj-ea"/>
                <a:cs typeface="+mj-cs"/>
              </a:defRPr>
            </a:lvl1pPr>
          </a:lstStyle>
          <a:p>
            <a:r>
              <a:rPr lang="en-US" b="0">
                <a:solidFill>
                  <a:schemeClr val="tx1"/>
                </a:solidFill>
                <a:latin typeface="Aptos Light" panose="020B0004020202020204" pitchFamily="34" charset="0"/>
              </a:rPr>
              <a:t>Engineering change </a:t>
            </a:r>
            <a:br>
              <a:rPr lang="en-US" b="0">
                <a:solidFill>
                  <a:schemeClr val="tx1"/>
                </a:solidFill>
                <a:latin typeface="Aptos Light" panose="020B0004020202020204" pitchFamily="34" charset="0"/>
              </a:rPr>
            </a:br>
            <a:r>
              <a:rPr lang="en-US" b="0">
                <a:solidFill>
                  <a:schemeClr val="tx1"/>
                </a:solidFill>
                <a:latin typeface="Aptos Light" panose="020B0004020202020204" pitchFamily="34" charset="0"/>
              </a:rPr>
              <a:t>all over the world</a:t>
            </a:r>
          </a:p>
        </p:txBody>
      </p:sp>
      <p:sp>
        <p:nvSpPr>
          <p:cNvPr id="56" name="TextBox 55">
            <a:hlinkClick r:id="rId2"/>
            <a:extLst>
              <a:ext uri="{FF2B5EF4-FFF2-40B4-BE49-F238E27FC236}">
                <a16:creationId xmlns:a16="http://schemas.microsoft.com/office/drawing/2014/main" id="{1732A860-6A91-4E4F-856E-71CE8D1089D1}"/>
              </a:ext>
            </a:extLst>
          </p:cNvPr>
          <p:cNvSpPr txBox="1"/>
          <p:nvPr/>
        </p:nvSpPr>
        <p:spPr>
          <a:xfrm>
            <a:off x="365125" y="1385476"/>
            <a:ext cx="2479130" cy="332156"/>
          </a:xfrm>
          <a:prstGeom prst="rect">
            <a:avLst/>
          </a:prstGeom>
          <a:noFill/>
        </p:spPr>
        <p:txBody>
          <a:bodyPr wrap="square" lIns="0" tIns="0" rIns="0" bIns="0" rtlCol="0">
            <a:noAutofit/>
          </a:bodyPr>
          <a:lstStyle/>
          <a:p>
            <a:pPr>
              <a:lnSpc>
                <a:spcPct val="100000"/>
              </a:lnSpc>
              <a:spcBef>
                <a:spcPts val="1200"/>
              </a:spcBef>
              <a:buSzPct val="100000"/>
            </a:pPr>
            <a:r>
              <a:rPr lang="en-US" sz="1050" i="0">
                <a:latin typeface="Aptos Light" panose="020B0004020202020204" pitchFamily="34" charset="0"/>
              </a:rPr>
              <a:t>*To see a list of all offices, visit </a:t>
            </a:r>
            <a:r>
              <a:rPr lang="en-US" sz="1050" b="1" i="0" u="sng">
                <a:latin typeface="Aptos Light" panose="020B0004020202020204" pitchFamily="34" charset="0"/>
              </a:rPr>
              <a:t>ust.com</a:t>
            </a:r>
          </a:p>
        </p:txBody>
      </p:sp>
      <p:grpSp>
        <p:nvGrpSpPr>
          <p:cNvPr id="57" name="Group 56">
            <a:extLst>
              <a:ext uri="{FF2B5EF4-FFF2-40B4-BE49-F238E27FC236}">
                <a16:creationId xmlns:a16="http://schemas.microsoft.com/office/drawing/2014/main" id="{92B132C5-CC10-412E-AD94-F36D86E5AF4B}"/>
              </a:ext>
            </a:extLst>
          </p:cNvPr>
          <p:cNvGrpSpPr/>
          <p:nvPr/>
        </p:nvGrpSpPr>
        <p:grpSpPr>
          <a:xfrm>
            <a:off x="365125" y="5468863"/>
            <a:ext cx="1933173" cy="402342"/>
            <a:chOff x="505022" y="1208296"/>
            <a:chExt cx="1933173" cy="402342"/>
          </a:xfrm>
        </p:grpSpPr>
        <p:sp>
          <p:nvSpPr>
            <p:cNvPr id="59" name="TextBox 58">
              <a:extLst>
                <a:ext uri="{FF2B5EF4-FFF2-40B4-BE49-F238E27FC236}">
                  <a16:creationId xmlns:a16="http://schemas.microsoft.com/office/drawing/2014/main" id="{50913AE0-B9F7-4413-8397-0FC8AD99E10B}"/>
                </a:ext>
              </a:extLst>
            </p:cNvPr>
            <p:cNvSpPr txBox="1"/>
            <p:nvPr/>
          </p:nvSpPr>
          <p:spPr>
            <a:xfrm>
              <a:off x="775880" y="1456750"/>
              <a:ext cx="763029" cy="153888"/>
            </a:xfrm>
            <a:prstGeom prst="rect">
              <a:avLst/>
            </a:prstGeom>
            <a:noFill/>
          </p:spPr>
          <p:txBody>
            <a:bodyPr wrap="none" lIns="0" tIns="0" rIns="0" bIns="0" rtlCol="0">
              <a:spAutoFit/>
            </a:bodyPr>
            <a:lstStyle/>
            <a:p>
              <a:pPr>
                <a:lnSpc>
                  <a:spcPct val="100000"/>
                </a:lnSpc>
                <a:spcBef>
                  <a:spcPts val="1200"/>
                </a:spcBef>
                <a:buSzPct val="100000"/>
              </a:pPr>
              <a:r>
                <a:rPr lang="en-GB" sz="1000">
                  <a:latin typeface="Aptos Light" panose="020B0004020202020204" pitchFamily="34" charset="0"/>
                </a:rPr>
                <a:t>Other Centers</a:t>
              </a:r>
            </a:p>
          </p:txBody>
        </p:sp>
        <p:sp>
          <p:nvSpPr>
            <p:cNvPr id="60" name="Square">
              <a:extLst>
                <a:ext uri="{FF2B5EF4-FFF2-40B4-BE49-F238E27FC236}">
                  <a16:creationId xmlns:a16="http://schemas.microsoft.com/office/drawing/2014/main" id="{C75C07E8-0C08-4227-B303-CA8744030FE4}"/>
                </a:ext>
              </a:extLst>
            </p:cNvPr>
            <p:cNvSpPr>
              <a:spLocks noChangeAspect="1"/>
            </p:cNvSpPr>
            <p:nvPr/>
          </p:nvSpPr>
          <p:spPr bwMode="auto">
            <a:xfrm>
              <a:off x="505022" y="1236605"/>
              <a:ext cx="131596" cy="131432"/>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chemeClr val="accent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latin typeface="Aptos Light" panose="020B0004020202020204" pitchFamily="34" charset="0"/>
              </a:endParaRPr>
            </a:p>
          </p:txBody>
        </p:sp>
        <p:sp>
          <p:nvSpPr>
            <p:cNvPr id="61" name="Square">
              <a:extLst>
                <a:ext uri="{FF2B5EF4-FFF2-40B4-BE49-F238E27FC236}">
                  <a16:creationId xmlns:a16="http://schemas.microsoft.com/office/drawing/2014/main" id="{6AC559D2-DFFF-4ED4-9221-1023751DD5D9}"/>
                </a:ext>
              </a:extLst>
            </p:cNvPr>
            <p:cNvSpPr>
              <a:spLocks noChangeAspect="1"/>
            </p:cNvSpPr>
            <p:nvPr/>
          </p:nvSpPr>
          <p:spPr bwMode="auto">
            <a:xfrm>
              <a:off x="505022" y="1464413"/>
              <a:ext cx="131596" cy="131432"/>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chemeClr val="bg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latin typeface="Aptos Light" panose="020B0004020202020204" pitchFamily="34" charset="0"/>
              </a:endParaRPr>
            </a:p>
          </p:txBody>
        </p:sp>
        <p:sp>
          <p:nvSpPr>
            <p:cNvPr id="62" name="TextBox 61">
              <a:extLst>
                <a:ext uri="{FF2B5EF4-FFF2-40B4-BE49-F238E27FC236}">
                  <a16:creationId xmlns:a16="http://schemas.microsoft.com/office/drawing/2014/main" id="{99649D56-614B-49F9-8ABC-79863BB56E96}"/>
                </a:ext>
              </a:extLst>
            </p:cNvPr>
            <p:cNvSpPr txBox="1"/>
            <p:nvPr/>
          </p:nvSpPr>
          <p:spPr>
            <a:xfrm>
              <a:off x="775880" y="1208296"/>
              <a:ext cx="1662315" cy="153888"/>
            </a:xfrm>
            <a:prstGeom prst="rect">
              <a:avLst/>
            </a:prstGeom>
            <a:noFill/>
          </p:spPr>
          <p:txBody>
            <a:bodyPr wrap="none" lIns="0" tIns="0" rIns="0" bIns="0" rtlCol="0">
              <a:spAutoFit/>
            </a:bodyPr>
            <a:lstStyle/>
            <a:p>
              <a:pPr>
                <a:lnSpc>
                  <a:spcPct val="100000"/>
                </a:lnSpc>
                <a:spcBef>
                  <a:spcPts val="1200"/>
                </a:spcBef>
                <a:buSzPct val="100000"/>
              </a:pPr>
              <a:r>
                <a:rPr lang="en-GB" sz="1000">
                  <a:latin typeface="Aptos Light" panose="020B0004020202020204" pitchFamily="34" charset="0"/>
                </a:rPr>
                <a:t>Main Offices &amp; Innovation Labs</a:t>
              </a:r>
            </a:p>
          </p:txBody>
        </p:sp>
      </p:grpSp>
      <p:sp>
        <p:nvSpPr>
          <p:cNvPr id="63" name="Rectangle 62">
            <a:extLst>
              <a:ext uri="{FF2B5EF4-FFF2-40B4-BE49-F238E27FC236}">
                <a16:creationId xmlns:a16="http://schemas.microsoft.com/office/drawing/2014/main" id="{55D4FDE3-3E8F-43F3-8282-6B3FACF3C636}"/>
              </a:ext>
            </a:extLst>
          </p:cNvPr>
          <p:cNvSpPr/>
          <p:nvPr/>
        </p:nvSpPr>
        <p:spPr>
          <a:xfrm>
            <a:off x="365125" y="1966988"/>
            <a:ext cx="2007961" cy="1843012"/>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IN" sz="1800">
              <a:latin typeface="Aptos Light" panose="020B0004020202020204" pitchFamily="34" charset="0"/>
            </a:endParaRPr>
          </a:p>
        </p:txBody>
      </p:sp>
      <p:sp>
        <p:nvSpPr>
          <p:cNvPr id="64" name="Rectangle 63">
            <a:extLst>
              <a:ext uri="{FF2B5EF4-FFF2-40B4-BE49-F238E27FC236}">
                <a16:creationId xmlns:a16="http://schemas.microsoft.com/office/drawing/2014/main" id="{30934E2A-55C6-4E66-A9D0-72BE32B65200}"/>
              </a:ext>
            </a:extLst>
          </p:cNvPr>
          <p:cNvSpPr>
            <a:spLocks/>
          </p:cNvSpPr>
          <p:nvPr/>
        </p:nvSpPr>
        <p:spPr>
          <a:xfrm>
            <a:off x="525519" y="2233661"/>
            <a:ext cx="1764000" cy="774226"/>
          </a:xfrm>
          <a:prstGeom prst="rect">
            <a:avLst/>
          </a:prstGeom>
          <a:noFill/>
        </p:spPr>
        <p:txBody>
          <a:bodyPr wrap="square" anchor="ctr">
            <a:noAutofit/>
          </a:bodyPr>
          <a:lstStyle/>
          <a:p>
            <a:pPr marL="0" marR="0" lvl="2" algn="l" defTabSz="914400" rtl="0" eaLnBrk="1" fontAlgn="auto" latinLnBrk="0" hangingPunct="1">
              <a:lnSpc>
                <a:spcPct val="120000"/>
              </a:lnSpc>
              <a:spcBef>
                <a:spcPts val="0"/>
              </a:spcBef>
              <a:spcAft>
                <a:spcPts val="600"/>
              </a:spcAft>
              <a:buClrTx/>
              <a:buSzTx/>
              <a:tabLst/>
              <a:defRPr/>
            </a:pPr>
            <a:r>
              <a:rPr kumimoji="0" lang="en-US" sz="1000" i="0" u="none" strike="noStrike" kern="1200" cap="none" spc="0" normalizeH="0" baseline="0" noProof="0">
                <a:ln>
                  <a:noFill/>
                </a:ln>
                <a:effectLst/>
                <a:uLnTx/>
                <a:uFillTx/>
                <a:latin typeface="Aptos Light" panose="020B0004020202020204" pitchFamily="34" charset="0"/>
                <a:ea typeface="Calibri" panose="020F0502020204030204" pitchFamily="34" charset="0"/>
                <a:cs typeface="+mn-cs"/>
              </a:rPr>
              <a:t>86% of our global footprint is ISO 14001:2015 (Environmental Management System)</a:t>
            </a:r>
            <a:endParaRPr kumimoji="0" lang="en-IN" sz="1000" i="0" u="none" strike="noStrike" kern="1200" cap="none" spc="0" normalizeH="0" baseline="0" noProof="0">
              <a:ln>
                <a:noFill/>
              </a:ln>
              <a:effectLst/>
              <a:uLnTx/>
              <a:uFillTx/>
              <a:latin typeface="Aptos Light" panose="020B0004020202020204" pitchFamily="34" charset="0"/>
              <a:ea typeface="Calibri" panose="020F0502020204030204" pitchFamily="34" charset="0"/>
              <a:cs typeface="+mn-cs"/>
            </a:endParaRPr>
          </a:p>
        </p:txBody>
      </p:sp>
      <p:sp>
        <p:nvSpPr>
          <p:cNvPr id="65" name="Rectangle 64">
            <a:extLst>
              <a:ext uri="{FF2B5EF4-FFF2-40B4-BE49-F238E27FC236}">
                <a16:creationId xmlns:a16="http://schemas.microsoft.com/office/drawing/2014/main" id="{AF1F2AAE-832C-4863-9906-685EC7D61FF2}"/>
              </a:ext>
            </a:extLst>
          </p:cNvPr>
          <p:cNvSpPr>
            <a:spLocks/>
          </p:cNvSpPr>
          <p:nvPr/>
        </p:nvSpPr>
        <p:spPr>
          <a:xfrm>
            <a:off x="525519" y="3102453"/>
            <a:ext cx="1764000" cy="388065"/>
          </a:xfrm>
          <a:prstGeom prst="rect">
            <a:avLst/>
          </a:prstGeom>
          <a:noFill/>
        </p:spPr>
        <p:txBody>
          <a:bodyPr wrap="square" anchor="ctr">
            <a:noAutofit/>
          </a:bodyPr>
          <a:lstStyle/>
          <a:p>
            <a:pPr marL="0" marR="0" lvl="2" algn="l" defTabSz="914400" rtl="0" eaLnBrk="1" fontAlgn="auto" latinLnBrk="0" hangingPunct="1">
              <a:lnSpc>
                <a:spcPct val="120000"/>
              </a:lnSpc>
              <a:spcBef>
                <a:spcPts val="0"/>
              </a:spcBef>
              <a:spcAft>
                <a:spcPts val="600"/>
              </a:spcAft>
              <a:buClrTx/>
              <a:buSzTx/>
              <a:tabLst/>
              <a:defRPr/>
            </a:pPr>
            <a:r>
              <a:rPr kumimoji="0" lang="en-US" sz="1000" i="0" u="none" strike="noStrike" kern="1200" cap="none" spc="0" normalizeH="0" baseline="0" noProof="0">
                <a:ln>
                  <a:noFill/>
                </a:ln>
                <a:effectLst/>
                <a:uLnTx/>
                <a:uFillTx/>
                <a:latin typeface="Aptos Light" panose="020B0004020202020204" pitchFamily="34" charset="0"/>
                <a:ea typeface="Calibri" panose="020F0502020204030204" pitchFamily="34" charset="0"/>
                <a:cs typeface="+mn-cs"/>
              </a:rPr>
              <a:t>43% of our global footprint is LEED Gold Certified</a:t>
            </a:r>
            <a:endParaRPr kumimoji="0" lang="en-IN" sz="1000" i="0" u="none" strike="noStrike" kern="1200" cap="none" spc="0" normalizeH="0" baseline="0" noProof="0">
              <a:ln>
                <a:noFill/>
              </a:ln>
              <a:effectLst/>
              <a:uLnTx/>
              <a:uFillTx/>
              <a:latin typeface="Aptos Light" panose="020B0004020202020204" pitchFamily="34" charset="0"/>
              <a:ea typeface="Calibri" panose="020F0502020204030204" pitchFamily="34" charset="0"/>
              <a:cs typeface="+mn-cs"/>
            </a:endParaRPr>
          </a:p>
        </p:txBody>
      </p:sp>
      <p:grpSp>
        <p:nvGrpSpPr>
          <p:cNvPr id="7" name="Group 6">
            <a:extLst>
              <a:ext uri="{FF2B5EF4-FFF2-40B4-BE49-F238E27FC236}">
                <a16:creationId xmlns:a16="http://schemas.microsoft.com/office/drawing/2014/main" id="{6B683C8B-BC79-4009-0E39-FD2DA09CE707}"/>
              </a:ext>
            </a:extLst>
          </p:cNvPr>
          <p:cNvGrpSpPr/>
          <p:nvPr/>
        </p:nvGrpSpPr>
        <p:grpSpPr>
          <a:xfrm>
            <a:off x="2807849" y="1020802"/>
            <a:ext cx="9059820" cy="5362262"/>
            <a:chOff x="2845949" y="1020802"/>
            <a:chExt cx="9059820" cy="5362262"/>
          </a:xfrm>
        </p:grpSpPr>
        <p:sp>
          <p:nvSpPr>
            <p:cNvPr id="8" name="TextBox 7">
              <a:extLst>
                <a:ext uri="{FF2B5EF4-FFF2-40B4-BE49-F238E27FC236}">
                  <a16:creationId xmlns:a16="http://schemas.microsoft.com/office/drawing/2014/main" id="{88EB349B-1FFF-402A-0E08-4D2CDD465753}"/>
                </a:ext>
              </a:extLst>
            </p:cNvPr>
            <p:cNvSpPr txBox="1"/>
            <p:nvPr/>
          </p:nvSpPr>
          <p:spPr>
            <a:xfrm>
              <a:off x="2845949" y="2336626"/>
              <a:ext cx="1098058" cy="3063274"/>
            </a:xfrm>
            <a:prstGeom prst="rect">
              <a:avLst/>
            </a:prstGeom>
            <a:noFill/>
          </p:spPr>
          <p:txBody>
            <a:bodyPr wrap="none" lIns="0" tIns="0" rIns="0" bIns="0" rtlCol="0">
              <a:spAutoFit/>
            </a:bodyPr>
            <a:lstStyle/>
            <a:p>
              <a:pPr>
                <a:lnSpc>
                  <a:spcPct val="110000"/>
                </a:lnSpc>
                <a:spcAft>
                  <a:spcPts val="100"/>
                </a:spcAft>
                <a:buSzPct val="100000"/>
              </a:pPr>
              <a:r>
                <a:rPr lang="en-US" sz="1000" b="1">
                  <a:solidFill>
                    <a:schemeClr val="tx1"/>
                  </a:solidFill>
                  <a:latin typeface="Aptos Light" panose="020B0004020202020204" pitchFamily="34" charset="0"/>
                </a:rPr>
                <a:t>AMERICAS</a:t>
              </a:r>
            </a:p>
            <a:p>
              <a:pPr>
                <a:lnSpc>
                  <a:spcPct val="110000"/>
                </a:lnSpc>
                <a:spcAft>
                  <a:spcPts val="100"/>
                </a:spcAft>
                <a:buSzPct val="100000"/>
              </a:pPr>
              <a:r>
                <a:rPr lang="en-US" sz="1000">
                  <a:solidFill>
                    <a:schemeClr val="accent6"/>
                  </a:solidFill>
                  <a:latin typeface="Aptos Light" panose="020B0004020202020204" pitchFamily="34" charset="0"/>
                </a:rPr>
                <a:t>Global HQ – Orange </a:t>
              </a:r>
              <a:br>
                <a:rPr lang="en-US" sz="1000">
                  <a:solidFill>
                    <a:schemeClr val="accent6"/>
                  </a:solidFill>
                  <a:latin typeface="Aptos Light" panose="020B0004020202020204" pitchFamily="34" charset="0"/>
                </a:rPr>
              </a:br>
              <a:r>
                <a:rPr lang="en-US" sz="1000">
                  <a:solidFill>
                    <a:schemeClr val="accent6"/>
                  </a:solidFill>
                  <a:latin typeface="Aptos Light" panose="020B0004020202020204" pitchFamily="34" charset="0"/>
                </a:rPr>
                <a:t>County, CA</a:t>
              </a:r>
            </a:p>
            <a:p>
              <a:pPr>
                <a:lnSpc>
                  <a:spcPct val="110000"/>
                </a:lnSpc>
                <a:spcAft>
                  <a:spcPts val="100"/>
                </a:spcAft>
                <a:buSzPct val="100000"/>
              </a:pPr>
              <a:r>
                <a:rPr lang="en-US" sz="1000">
                  <a:solidFill>
                    <a:schemeClr val="tx1"/>
                  </a:solidFill>
                  <a:latin typeface="Aptos Light" panose="020B0004020202020204" pitchFamily="34" charset="0"/>
                </a:rPr>
                <a:t>Bentonville, AR</a:t>
              </a:r>
            </a:p>
            <a:p>
              <a:pPr>
                <a:lnSpc>
                  <a:spcPct val="110000"/>
                </a:lnSpc>
                <a:spcAft>
                  <a:spcPts val="100"/>
                </a:spcAft>
                <a:buSzPct val="100000"/>
              </a:pPr>
              <a:r>
                <a:rPr lang="en-US" sz="1000">
                  <a:solidFill>
                    <a:schemeClr val="tx1"/>
                  </a:solidFill>
                  <a:latin typeface="Aptos Light" panose="020B0004020202020204" pitchFamily="34" charset="0"/>
                </a:rPr>
                <a:t>Chicago, IL </a:t>
              </a:r>
            </a:p>
            <a:p>
              <a:pPr>
                <a:lnSpc>
                  <a:spcPct val="110000"/>
                </a:lnSpc>
                <a:spcAft>
                  <a:spcPts val="100"/>
                </a:spcAft>
                <a:buSzPct val="100000"/>
              </a:pPr>
              <a:r>
                <a:rPr lang="en-US" sz="1000">
                  <a:solidFill>
                    <a:schemeClr val="tx1"/>
                  </a:solidFill>
                  <a:latin typeface="Aptos Light" panose="020B0004020202020204" pitchFamily="34" charset="0"/>
                </a:rPr>
                <a:t>Norfolk, VA</a:t>
              </a:r>
            </a:p>
            <a:p>
              <a:pPr>
                <a:lnSpc>
                  <a:spcPct val="110000"/>
                </a:lnSpc>
                <a:spcAft>
                  <a:spcPts val="100"/>
                </a:spcAft>
                <a:buSzPct val="100000"/>
              </a:pPr>
              <a:r>
                <a:rPr lang="en-US" sz="1000">
                  <a:solidFill>
                    <a:schemeClr val="tx1"/>
                  </a:solidFill>
                  <a:latin typeface="Aptos Light" panose="020B0004020202020204" pitchFamily="34" charset="0"/>
                </a:rPr>
                <a:t>Atlanta, GA</a:t>
              </a:r>
            </a:p>
            <a:p>
              <a:pPr>
                <a:lnSpc>
                  <a:spcPct val="110000"/>
                </a:lnSpc>
                <a:spcAft>
                  <a:spcPts val="100"/>
                </a:spcAft>
                <a:buSzPct val="100000"/>
              </a:pPr>
              <a:r>
                <a:rPr lang="en-US" sz="1000">
                  <a:solidFill>
                    <a:schemeClr val="tx1"/>
                  </a:solidFill>
                  <a:latin typeface="Aptos Light" panose="020B0004020202020204" pitchFamily="34" charset="0"/>
                </a:rPr>
                <a:t>Seattle, WA</a:t>
              </a:r>
            </a:p>
            <a:p>
              <a:pPr>
                <a:lnSpc>
                  <a:spcPct val="110000"/>
                </a:lnSpc>
                <a:spcAft>
                  <a:spcPts val="100"/>
                </a:spcAft>
                <a:buSzPct val="100000"/>
              </a:pPr>
              <a:r>
                <a:rPr lang="en-US" sz="1000">
                  <a:solidFill>
                    <a:schemeClr val="tx1"/>
                  </a:solidFill>
                  <a:latin typeface="Aptos Light" panose="020B0004020202020204" pitchFamily="34" charset="0"/>
                </a:rPr>
                <a:t>Toronto, CA</a:t>
              </a:r>
            </a:p>
            <a:p>
              <a:pPr>
                <a:lnSpc>
                  <a:spcPct val="110000"/>
                </a:lnSpc>
                <a:spcAft>
                  <a:spcPts val="100"/>
                </a:spcAft>
                <a:buSzPct val="100000"/>
              </a:pPr>
              <a:r>
                <a:rPr lang="en-US" sz="1000">
                  <a:solidFill>
                    <a:schemeClr val="tx1"/>
                  </a:solidFill>
                  <a:latin typeface="Aptos Light" panose="020B0004020202020204" pitchFamily="34" charset="0"/>
                </a:rPr>
                <a:t>Vancouver, CA</a:t>
              </a:r>
            </a:p>
            <a:p>
              <a:pPr>
                <a:lnSpc>
                  <a:spcPct val="110000"/>
                </a:lnSpc>
                <a:spcAft>
                  <a:spcPts val="100"/>
                </a:spcAft>
                <a:buSzPct val="100000"/>
              </a:pPr>
              <a:r>
                <a:rPr lang="en-US" sz="1000">
                  <a:solidFill>
                    <a:schemeClr val="tx1"/>
                  </a:solidFill>
                  <a:latin typeface="Aptos Light" panose="020B0004020202020204" pitchFamily="34" charset="0"/>
                </a:rPr>
                <a:t>Guadalajara, MX</a:t>
              </a:r>
            </a:p>
            <a:p>
              <a:pPr>
                <a:lnSpc>
                  <a:spcPct val="110000"/>
                </a:lnSpc>
                <a:spcAft>
                  <a:spcPts val="100"/>
                </a:spcAft>
                <a:buSzPct val="100000"/>
              </a:pPr>
              <a:r>
                <a:rPr lang="en-US" sz="1000">
                  <a:solidFill>
                    <a:schemeClr val="tx1"/>
                  </a:solidFill>
                  <a:latin typeface="Aptos Light" panose="020B0004020202020204" pitchFamily="34" charset="0"/>
                </a:rPr>
                <a:t>Leon, MX</a:t>
              </a:r>
            </a:p>
            <a:p>
              <a:pPr>
                <a:lnSpc>
                  <a:spcPct val="110000"/>
                </a:lnSpc>
                <a:spcAft>
                  <a:spcPts val="100"/>
                </a:spcAft>
                <a:buSzPct val="100000"/>
              </a:pPr>
              <a:r>
                <a:rPr lang="en-US" sz="1000">
                  <a:solidFill>
                    <a:schemeClr val="tx1"/>
                  </a:solidFill>
                  <a:latin typeface="Aptos Light" panose="020B0004020202020204" pitchFamily="34" charset="0"/>
                </a:rPr>
                <a:t>San Jose, CR</a:t>
              </a:r>
            </a:p>
            <a:p>
              <a:pPr>
                <a:lnSpc>
                  <a:spcPct val="110000"/>
                </a:lnSpc>
                <a:spcAft>
                  <a:spcPts val="100"/>
                </a:spcAft>
                <a:buSzPct val="100000"/>
              </a:pPr>
              <a:r>
                <a:rPr lang="en-US" sz="1000">
                  <a:solidFill>
                    <a:schemeClr val="tx1"/>
                  </a:solidFill>
                  <a:latin typeface="Aptos Light" panose="020B0004020202020204" pitchFamily="34" charset="0"/>
                </a:rPr>
                <a:t>Santiago, CL</a:t>
              </a:r>
            </a:p>
            <a:p>
              <a:pPr>
                <a:lnSpc>
                  <a:spcPct val="110000"/>
                </a:lnSpc>
                <a:spcAft>
                  <a:spcPts val="100"/>
                </a:spcAft>
                <a:buSzPct val="100000"/>
              </a:pPr>
              <a:r>
                <a:rPr lang="en-US" sz="1000">
                  <a:solidFill>
                    <a:schemeClr val="tx1"/>
                  </a:solidFill>
                  <a:latin typeface="Aptos Light" panose="020B0004020202020204" pitchFamily="34" charset="0"/>
                </a:rPr>
                <a:t>Lima, PE</a:t>
              </a:r>
            </a:p>
            <a:p>
              <a:pPr>
                <a:lnSpc>
                  <a:spcPct val="110000"/>
                </a:lnSpc>
                <a:spcAft>
                  <a:spcPts val="100"/>
                </a:spcAft>
                <a:buSzPct val="100000"/>
              </a:pPr>
              <a:r>
                <a:rPr lang="en-US" sz="1000">
                  <a:solidFill>
                    <a:schemeClr val="tx1"/>
                  </a:solidFill>
                  <a:latin typeface="Aptos Light" panose="020B0004020202020204" pitchFamily="34" charset="0"/>
                </a:rPr>
                <a:t>Sao Paulo, BR</a:t>
              </a:r>
            </a:p>
            <a:p>
              <a:pPr>
                <a:lnSpc>
                  <a:spcPct val="110000"/>
                </a:lnSpc>
                <a:spcAft>
                  <a:spcPts val="100"/>
                </a:spcAft>
                <a:buSzPct val="100000"/>
              </a:pPr>
              <a:r>
                <a:rPr lang="en-US" sz="1000">
                  <a:solidFill>
                    <a:schemeClr val="tx1"/>
                  </a:solidFill>
                  <a:latin typeface="Aptos Light" panose="020B0004020202020204" pitchFamily="34" charset="0"/>
                </a:rPr>
                <a:t>Bogota, CO</a:t>
              </a:r>
            </a:p>
          </p:txBody>
        </p:sp>
        <p:sp>
          <p:nvSpPr>
            <p:cNvPr id="9" name="TextBox 8">
              <a:extLst>
                <a:ext uri="{FF2B5EF4-FFF2-40B4-BE49-F238E27FC236}">
                  <a16:creationId xmlns:a16="http://schemas.microsoft.com/office/drawing/2014/main" id="{B886B035-438B-3885-DB8C-668304D4A164}"/>
                </a:ext>
              </a:extLst>
            </p:cNvPr>
            <p:cNvSpPr txBox="1"/>
            <p:nvPr/>
          </p:nvSpPr>
          <p:spPr>
            <a:xfrm>
              <a:off x="8669029" y="3791605"/>
              <a:ext cx="1073228" cy="1855251"/>
            </a:xfrm>
            <a:prstGeom prst="rect">
              <a:avLst/>
            </a:prstGeom>
            <a:noFill/>
          </p:spPr>
          <p:txBody>
            <a:bodyPr wrap="square" lIns="0" tIns="0" rIns="0" bIns="0" rtlCol="0">
              <a:spAutoFit/>
            </a:bodyPr>
            <a:lstStyle/>
            <a:p>
              <a:pPr>
                <a:lnSpc>
                  <a:spcPct val="110000"/>
                </a:lnSpc>
                <a:buSzPct val="100000"/>
              </a:pPr>
              <a:r>
                <a:rPr lang="en-US" sz="1000" b="1">
                  <a:solidFill>
                    <a:schemeClr val="tx1"/>
                  </a:solidFill>
                  <a:latin typeface="Aptos Light" panose="020B0004020202020204" pitchFamily="34" charset="0"/>
                </a:rPr>
                <a:t>INDIA</a:t>
              </a:r>
            </a:p>
            <a:p>
              <a:pPr>
                <a:lnSpc>
                  <a:spcPct val="110000"/>
                </a:lnSpc>
                <a:buSzPct val="100000"/>
              </a:pPr>
              <a:r>
                <a:rPr lang="en-US" sz="1000">
                  <a:solidFill>
                    <a:schemeClr val="accent3"/>
                  </a:solidFill>
                  <a:latin typeface="Aptos Light" panose="020B0004020202020204" pitchFamily="34" charset="0"/>
                </a:rPr>
                <a:t>Trivandrum</a:t>
              </a:r>
            </a:p>
            <a:p>
              <a:pPr>
                <a:lnSpc>
                  <a:spcPct val="110000"/>
                </a:lnSpc>
                <a:buSzPct val="100000"/>
              </a:pPr>
              <a:r>
                <a:rPr lang="en-US" sz="1000">
                  <a:solidFill>
                    <a:schemeClr val="tx1"/>
                  </a:solidFill>
                  <a:latin typeface="Aptos Light" panose="020B0004020202020204" pitchFamily="34" charset="0"/>
                </a:rPr>
                <a:t>Bangalore</a:t>
              </a:r>
            </a:p>
            <a:p>
              <a:pPr>
                <a:lnSpc>
                  <a:spcPct val="110000"/>
                </a:lnSpc>
                <a:buSzPct val="100000"/>
              </a:pPr>
              <a:r>
                <a:rPr lang="en-US" sz="1000">
                  <a:solidFill>
                    <a:schemeClr val="tx1"/>
                  </a:solidFill>
                  <a:latin typeface="Aptos Light" panose="020B0004020202020204" pitchFamily="34" charset="0"/>
                </a:rPr>
                <a:t>Chennai</a:t>
              </a:r>
            </a:p>
            <a:p>
              <a:pPr>
                <a:lnSpc>
                  <a:spcPct val="110000"/>
                </a:lnSpc>
                <a:buSzPct val="100000"/>
              </a:pPr>
              <a:r>
                <a:rPr lang="en-US" sz="1000">
                  <a:solidFill>
                    <a:schemeClr val="tx1"/>
                  </a:solidFill>
                  <a:latin typeface="Aptos Light" panose="020B0004020202020204" pitchFamily="34" charset="0"/>
                </a:rPr>
                <a:t>Hyderabad</a:t>
              </a:r>
            </a:p>
            <a:p>
              <a:pPr>
                <a:lnSpc>
                  <a:spcPct val="110000"/>
                </a:lnSpc>
                <a:buSzPct val="100000"/>
              </a:pPr>
              <a:r>
                <a:rPr lang="en-US" sz="1000">
                  <a:solidFill>
                    <a:schemeClr val="tx1"/>
                  </a:solidFill>
                  <a:latin typeface="Aptos Light" panose="020B0004020202020204" pitchFamily="34" charset="0"/>
                </a:rPr>
                <a:t>Kochi</a:t>
              </a:r>
            </a:p>
            <a:p>
              <a:pPr>
                <a:lnSpc>
                  <a:spcPct val="110000"/>
                </a:lnSpc>
                <a:buSzPct val="100000"/>
              </a:pPr>
              <a:r>
                <a:rPr lang="en-US" sz="1000">
                  <a:solidFill>
                    <a:schemeClr val="tx1"/>
                  </a:solidFill>
                  <a:latin typeface="Aptos Light" panose="020B0004020202020204" pitchFamily="34" charset="0"/>
                </a:rPr>
                <a:t>Delhi</a:t>
              </a:r>
            </a:p>
            <a:p>
              <a:pPr>
                <a:lnSpc>
                  <a:spcPct val="110000"/>
                </a:lnSpc>
                <a:buSzPct val="100000"/>
              </a:pPr>
              <a:r>
                <a:rPr lang="en-US" sz="1000">
                  <a:solidFill>
                    <a:schemeClr val="tx1"/>
                  </a:solidFill>
                  <a:latin typeface="Aptos Light" panose="020B0004020202020204" pitchFamily="34" charset="0"/>
                </a:rPr>
                <a:t>Coimbatore </a:t>
              </a:r>
            </a:p>
            <a:p>
              <a:pPr>
                <a:lnSpc>
                  <a:spcPct val="110000"/>
                </a:lnSpc>
                <a:buSzPct val="100000"/>
              </a:pPr>
              <a:r>
                <a:rPr lang="en-US" sz="1000">
                  <a:solidFill>
                    <a:schemeClr val="tx1"/>
                  </a:solidFill>
                  <a:latin typeface="Aptos Light" panose="020B0004020202020204" pitchFamily="34" charset="0"/>
                </a:rPr>
                <a:t>Hosur </a:t>
              </a:r>
            </a:p>
            <a:p>
              <a:pPr>
                <a:lnSpc>
                  <a:spcPct val="110000"/>
                </a:lnSpc>
                <a:buSzPct val="100000"/>
              </a:pPr>
              <a:r>
                <a:rPr lang="en-US" sz="1000">
                  <a:solidFill>
                    <a:schemeClr val="tx1"/>
                  </a:solidFill>
                  <a:latin typeface="Aptos Light" panose="020B0004020202020204" pitchFamily="34" charset="0"/>
                </a:rPr>
                <a:t>Pune</a:t>
              </a:r>
            </a:p>
            <a:p>
              <a:pPr>
                <a:lnSpc>
                  <a:spcPct val="110000"/>
                </a:lnSpc>
                <a:buSzPct val="100000"/>
              </a:pPr>
              <a:r>
                <a:rPr lang="en-US" sz="1000">
                  <a:solidFill>
                    <a:schemeClr val="tx1"/>
                  </a:solidFill>
                  <a:latin typeface="Aptos Light" panose="020B0004020202020204" pitchFamily="34" charset="0"/>
                </a:rPr>
                <a:t>Kolkata</a:t>
              </a:r>
            </a:p>
          </p:txBody>
        </p:sp>
        <p:sp>
          <p:nvSpPr>
            <p:cNvPr id="10" name="TextBox 9">
              <a:extLst>
                <a:ext uri="{FF2B5EF4-FFF2-40B4-BE49-F238E27FC236}">
                  <a16:creationId xmlns:a16="http://schemas.microsoft.com/office/drawing/2014/main" id="{05C78033-44A8-CD66-2191-FF5B4291FA20}"/>
                </a:ext>
              </a:extLst>
            </p:cNvPr>
            <p:cNvSpPr txBox="1"/>
            <p:nvPr/>
          </p:nvSpPr>
          <p:spPr>
            <a:xfrm>
              <a:off x="5910807" y="2284867"/>
              <a:ext cx="857607" cy="1516697"/>
            </a:xfrm>
            <a:prstGeom prst="rect">
              <a:avLst/>
            </a:prstGeom>
            <a:noFill/>
          </p:spPr>
          <p:txBody>
            <a:bodyPr wrap="none" lIns="0" tIns="0" rIns="0" bIns="0" rtlCol="0">
              <a:spAutoFit/>
            </a:bodyPr>
            <a:lstStyle/>
            <a:p>
              <a:pPr>
                <a:lnSpc>
                  <a:spcPct val="110000"/>
                </a:lnSpc>
                <a:buSzPct val="100000"/>
              </a:pPr>
              <a:r>
                <a:rPr lang="en-US" sz="1000" b="1">
                  <a:solidFill>
                    <a:schemeClr val="tx1"/>
                  </a:solidFill>
                  <a:latin typeface="Aptos Light" panose="020B0004020202020204" pitchFamily="34" charset="0"/>
                </a:rPr>
                <a:t>EMEA</a:t>
              </a:r>
            </a:p>
            <a:p>
              <a:pPr>
                <a:lnSpc>
                  <a:spcPct val="110000"/>
                </a:lnSpc>
                <a:buSzPct val="100000"/>
              </a:pPr>
              <a:r>
                <a:rPr lang="en-US" sz="1000">
                  <a:solidFill>
                    <a:schemeClr val="accent3"/>
                  </a:solidFill>
                  <a:latin typeface="Aptos Light" panose="020B0004020202020204" pitchFamily="34" charset="0"/>
                </a:rPr>
                <a:t>London, UK</a:t>
              </a:r>
            </a:p>
            <a:p>
              <a:pPr>
                <a:lnSpc>
                  <a:spcPct val="110000"/>
                </a:lnSpc>
                <a:buSzPct val="100000"/>
              </a:pPr>
              <a:r>
                <a:rPr lang="en-US" sz="1000">
                  <a:solidFill>
                    <a:schemeClr val="tx1"/>
                  </a:solidFill>
                  <a:latin typeface="Aptos Light" panose="020B0004020202020204" pitchFamily="34" charset="0"/>
                </a:rPr>
                <a:t>Leeds, UK</a:t>
              </a:r>
            </a:p>
            <a:p>
              <a:pPr>
                <a:lnSpc>
                  <a:spcPct val="110000"/>
                </a:lnSpc>
                <a:buSzPct val="100000"/>
              </a:pPr>
              <a:r>
                <a:rPr lang="en-US" sz="1000">
                  <a:solidFill>
                    <a:schemeClr val="tx1"/>
                  </a:solidFill>
                  <a:latin typeface="Aptos Light" panose="020B0004020202020204" pitchFamily="34" charset="0"/>
                </a:rPr>
                <a:t>Nottingham, UK</a:t>
              </a:r>
            </a:p>
            <a:p>
              <a:pPr>
                <a:lnSpc>
                  <a:spcPct val="110000"/>
                </a:lnSpc>
                <a:buSzPct val="100000"/>
              </a:pPr>
              <a:r>
                <a:rPr lang="en-US" sz="1000">
                  <a:solidFill>
                    <a:schemeClr val="tx1"/>
                  </a:solidFill>
                  <a:latin typeface="Aptos Light" panose="020B0004020202020204" pitchFamily="34" charset="0"/>
                </a:rPr>
                <a:t>Dublin, IE</a:t>
              </a:r>
            </a:p>
            <a:p>
              <a:pPr>
                <a:lnSpc>
                  <a:spcPct val="110000"/>
                </a:lnSpc>
                <a:buSzPct val="100000"/>
              </a:pPr>
              <a:r>
                <a:rPr lang="en-US" sz="1000">
                  <a:solidFill>
                    <a:schemeClr val="tx1"/>
                  </a:solidFill>
                  <a:latin typeface="Aptos Light" panose="020B0004020202020204" pitchFamily="34" charset="0"/>
                </a:rPr>
                <a:t>Madrid, ES</a:t>
              </a:r>
            </a:p>
            <a:p>
              <a:pPr>
                <a:lnSpc>
                  <a:spcPct val="110000"/>
                </a:lnSpc>
                <a:buSzPct val="100000"/>
              </a:pPr>
              <a:r>
                <a:rPr lang="en-US" sz="1000">
                  <a:solidFill>
                    <a:schemeClr val="tx1"/>
                  </a:solidFill>
                  <a:latin typeface="Aptos Light" panose="020B0004020202020204" pitchFamily="34" charset="0"/>
                </a:rPr>
                <a:t>Tel Aviv, IS</a:t>
              </a:r>
            </a:p>
            <a:p>
              <a:pPr>
                <a:lnSpc>
                  <a:spcPct val="110000"/>
                </a:lnSpc>
                <a:buSzPct val="100000"/>
              </a:pPr>
              <a:r>
                <a:rPr lang="en-US" sz="1000">
                  <a:solidFill>
                    <a:schemeClr val="tx1"/>
                  </a:solidFill>
                  <a:latin typeface="Aptos Light" panose="020B0004020202020204" pitchFamily="34" charset="0"/>
                </a:rPr>
                <a:t>Cologne, DE</a:t>
              </a:r>
            </a:p>
            <a:p>
              <a:pPr>
                <a:lnSpc>
                  <a:spcPct val="110000"/>
                </a:lnSpc>
                <a:buSzPct val="100000"/>
              </a:pPr>
              <a:r>
                <a:rPr lang="en-US" sz="1000">
                  <a:solidFill>
                    <a:schemeClr val="tx1"/>
                  </a:solidFill>
                  <a:latin typeface="Aptos Light" panose="020B0004020202020204" pitchFamily="34" charset="0"/>
                </a:rPr>
                <a:t>Lisbon, PT</a:t>
              </a:r>
            </a:p>
          </p:txBody>
        </p:sp>
        <p:sp>
          <p:nvSpPr>
            <p:cNvPr id="11" name="TextBox 10">
              <a:extLst>
                <a:ext uri="{FF2B5EF4-FFF2-40B4-BE49-F238E27FC236}">
                  <a16:creationId xmlns:a16="http://schemas.microsoft.com/office/drawing/2014/main" id="{1BF2AA10-23F4-3D02-677A-689AD398F6B0}"/>
                </a:ext>
              </a:extLst>
            </p:cNvPr>
            <p:cNvSpPr txBox="1"/>
            <p:nvPr/>
          </p:nvSpPr>
          <p:spPr>
            <a:xfrm>
              <a:off x="6318430" y="3850704"/>
              <a:ext cx="910506" cy="2532360"/>
            </a:xfrm>
            <a:prstGeom prst="rect">
              <a:avLst/>
            </a:prstGeom>
            <a:noFill/>
          </p:spPr>
          <p:txBody>
            <a:bodyPr wrap="none" lIns="0" tIns="0" rIns="0" bIns="0" rtlCol="0">
              <a:spAutoFit/>
            </a:bodyPr>
            <a:lstStyle/>
            <a:p>
              <a:pPr>
                <a:lnSpc>
                  <a:spcPct val="110000"/>
                </a:lnSpc>
                <a:buSzPct val="100000"/>
              </a:pPr>
              <a:r>
                <a:rPr lang="en-US" sz="1000">
                  <a:solidFill>
                    <a:schemeClr val="tx1"/>
                  </a:solidFill>
                  <a:latin typeface="Aptos Light" panose="020B0004020202020204" pitchFamily="34" charset="0"/>
                </a:rPr>
                <a:t>Paris, FR</a:t>
              </a:r>
            </a:p>
            <a:p>
              <a:pPr>
                <a:lnSpc>
                  <a:spcPct val="110000"/>
                </a:lnSpc>
                <a:buSzPct val="100000"/>
              </a:pPr>
              <a:r>
                <a:rPr lang="en-US" sz="1000">
                  <a:solidFill>
                    <a:schemeClr val="tx1"/>
                  </a:solidFill>
                  <a:latin typeface="Aptos Light" panose="020B0004020202020204" pitchFamily="34" charset="0"/>
                </a:rPr>
                <a:t>Gdansk, PL</a:t>
              </a:r>
            </a:p>
            <a:p>
              <a:pPr>
                <a:lnSpc>
                  <a:spcPct val="110000"/>
                </a:lnSpc>
                <a:buSzPct val="100000"/>
              </a:pPr>
              <a:r>
                <a:rPr lang="en-US" sz="1000">
                  <a:solidFill>
                    <a:schemeClr val="tx1"/>
                  </a:solidFill>
                  <a:latin typeface="Aptos Light" panose="020B0004020202020204" pitchFamily="34" charset="0"/>
                </a:rPr>
                <a:t>Bucharest, RO</a:t>
              </a:r>
            </a:p>
            <a:p>
              <a:pPr>
                <a:lnSpc>
                  <a:spcPct val="110000"/>
                </a:lnSpc>
                <a:buSzPct val="100000"/>
              </a:pPr>
              <a:r>
                <a:rPr lang="en-US" sz="1000">
                  <a:solidFill>
                    <a:schemeClr val="tx1"/>
                  </a:solidFill>
                  <a:latin typeface="Aptos Light" panose="020B0004020202020204" pitchFamily="34" charset="0"/>
                </a:rPr>
                <a:t>Sofia, BG</a:t>
              </a:r>
            </a:p>
            <a:p>
              <a:pPr>
                <a:lnSpc>
                  <a:spcPct val="110000"/>
                </a:lnSpc>
                <a:buSzPct val="100000"/>
              </a:pPr>
              <a:r>
                <a:rPr lang="en-US" sz="1000">
                  <a:solidFill>
                    <a:schemeClr val="tx1"/>
                  </a:solidFill>
                  <a:latin typeface="Aptos Light" panose="020B0004020202020204" pitchFamily="34" charset="0"/>
                </a:rPr>
                <a:t>Helmond, NL</a:t>
              </a:r>
            </a:p>
            <a:p>
              <a:pPr>
                <a:lnSpc>
                  <a:spcPct val="110000"/>
                </a:lnSpc>
                <a:buSzPct val="100000"/>
              </a:pPr>
              <a:r>
                <a:rPr lang="en-US" sz="1000">
                  <a:solidFill>
                    <a:schemeClr val="tx1"/>
                  </a:solidFill>
                  <a:latin typeface="Aptos Light" panose="020B0004020202020204" pitchFamily="34" charset="0"/>
                </a:rPr>
                <a:t>Barcelona, ES</a:t>
              </a:r>
            </a:p>
            <a:p>
              <a:pPr>
                <a:lnSpc>
                  <a:spcPct val="110000"/>
                </a:lnSpc>
                <a:buSzPct val="100000"/>
              </a:pPr>
              <a:r>
                <a:rPr lang="en-US" sz="1000" b="0">
                  <a:solidFill>
                    <a:schemeClr val="tx1"/>
                  </a:solidFill>
                  <a:latin typeface="Aptos Light" panose="020B0004020202020204" pitchFamily="34" charset="0"/>
                </a:rPr>
                <a:t>Bilbao, ES</a:t>
              </a:r>
            </a:p>
            <a:p>
              <a:pPr>
                <a:lnSpc>
                  <a:spcPct val="110000"/>
                </a:lnSpc>
                <a:buSzPct val="100000"/>
              </a:pPr>
              <a:r>
                <a:rPr lang="en-US" sz="1000">
                  <a:solidFill>
                    <a:schemeClr val="tx1"/>
                  </a:solidFill>
                  <a:latin typeface="Aptos Light" panose="020B0004020202020204" pitchFamily="34" charset="0"/>
                </a:rPr>
                <a:t>Salamanca, ES</a:t>
              </a:r>
            </a:p>
            <a:p>
              <a:pPr>
                <a:lnSpc>
                  <a:spcPct val="110000"/>
                </a:lnSpc>
                <a:buSzPct val="100000"/>
              </a:pPr>
              <a:r>
                <a:rPr lang="en-US" sz="1000">
                  <a:solidFill>
                    <a:schemeClr val="tx1"/>
                  </a:solidFill>
                  <a:latin typeface="Aptos Light" panose="020B0004020202020204" pitchFamily="34" charset="0"/>
                </a:rPr>
                <a:t>Valencia, ES</a:t>
              </a:r>
            </a:p>
            <a:p>
              <a:pPr>
                <a:lnSpc>
                  <a:spcPct val="110000"/>
                </a:lnSpc>
                <a:buSzPct val="100000"/>
              </a:pPr>
              <a:r>
                <a:rPr lang="en-US" sz="1000">
                  <a:solidFill>
                    <a:schemeClr val="tx1"/>
                  </a:solidFill>
                  <a:latin typeface="Aptos Light" panose="020B0004020202020204" pitchFamily="34" charset="0"/>
                </a:rPr>
                <a:t>Zaragoza, ES</a:t>
              </a:r>
            </a:p>
            <a:p>
              <a:pPr>
                <a:lnSpc>
                  <a:spcPct val="110000"/>
                </a:lnSpc>
                <a:buSzPct val="100000"/>
              </a:pPr>
              <a:r>
                <a:rPr lang="en-US" sz="1000">
                  <a:solidFill>
                    <a:schemeClr val="tx1"/>
                  </a:solidFill>
                  <a:latin typeface="Aptos Light" panose="020B0004020202020204" pitchFamily="34" charset="0"/>
                </a:rPr>
                <a:t>Copenhagen, DK</a:t>
              </a:r>
            </a:p>
            <a:p>
              <a:pPr>
                <a:lnSpc>
                  <a:spcPct val="110000"/>
                </a:lnSpc>
                <a:buSzPct val="100000"/>
              </a:pPr>
              <a:r>
                <a:rPr lang="en-US" sz="1000">
                  <a:solidFill>
                    <a:schemeClr val="tx1"/>
                  </a:solidFill>
                  <a:latin typeface="Aptos Light" panose="020B0004020202020204" pitchFamily="34" charset="0"/>
                </a:rPr>
                <a:t>Zurich, CH</a:t>
              </a:r>
            </a:p>
            <a:p>
              <a:pPr>
                <a:lnSpc>
                  <a:spcPct val="110000"/>
                </a:lnSpc>
                <a:buSzPct val="100000"/>
              </a:pPr>
              <a:r>
                <a:rPr lang="en-US" sz="1000">
                  <a:solidFill>
                    <a:schemeClr val="tx1"/>
                  </a:solidFill>
                  <a:latin typeface="Aptos Light" panose="020B0004020202020204" pitchFamily="34" charset="0"/>
                </a:rPr>
                <a:t>Kyiv, UA</a:t>
              </a:r>
            </a:p>
            <a:p>
              <a:pPr>
                <a:lnSpc>
                  <a:spcPct val="110000"/>
                </a:lnSpc>
                <a:buSzPct val="100000"/>
              </a:pPr>
              <a:r>
                <a:rPr lang="en-US" sz="1000">
                  <a:solidFill>
                    <a:schemeClr val="tx1"/>
                  </a:solidFill>
                  <a:latin typeface="Aptos Light" panose="020B0004020202020204" pitchFamily="34" charset="0"/>
                </a:rPr>
                <a:t>Prague, CZ</a:t>
              </a:r>
            </a:p>
            <a:p>
              <a:pPr>
                <a:lnSpc>
                  <a:spcPct val="110000"/>
                </a:lnSpc>
                <a:buSzPct val="100000"/>
              </a:pPr>
              <a:r>
                <a:rPr lang="en-US" sz="1000">
                  <a:solidFill>
                    <a:schemeClr val="tx1"/>
                  </a:solidFill>
                  <a:latin typeface="Aptos Light" panose="020B0004020202020204" pitchFamily="34" charset="0"/>
                </a:rPr>
                <a:t>Cape Town, ZA</a:t>
              </a:r>
            </a:p>
          </p:txBody>
        </p:sp>
        <p:sp>
          <p:nvSpPr>
            <p:cNvPr id="12" name="World">
              <a:extLst>
                <a:ext uri="{FF2B5EF4-FFF2-40B4-BE49-F238E27FC236}">
                  <a16:creationId xmlns:a16="http://schemas.microsoft.com/office/drawing/2014/main" id="{22D58996-C6B9-EAE6-678D-E0383BF4DDE3}"/>
                </a:ext>
              </a:extLst>
            </p:cNvPr>
            <p:cNvSpPr>
              <a:spLocks noChangeAspect="1" noEditPoints="1"/>
            </p:cNvSpPr>
            <p:nvPr/>
          </p:nvSpPr>
          <p:spPr bwMode="auto">
            <a:xfrm>
              <a:off x="3054484" y="1020802"/>
              <a:ext cx="8644084" cy="4481044"/>
            </a:xfrm>
            <a:custGeom>
              <a:avLst/>
              <a:gdLst>
                <a:gd name="T0" fmla="*/ 7449 w 8611"/>
                <a:gd name="T1" fmla="*/ 1277 h 4463"/>
                <a:gd name="T2" fmla="*/ 6996 w 8611"/>
                <a:gd name="T3" fmla="*/ 2869 h 4463"/>
                <a:gd name="T4" fmla="*/ 6945 w 8611"/>
                <a:gd name="T5" fmla="*/ 3360 h 4463"/>
                <a:gd name="T6" fmla="*/ 7246 w 8611"/>
                <a:gd name="T7" fmla="*/ 3672 h 4463"/>
                <a:gd name="T8" fmla="*/ 7447 w 8611"/>
                <a:gd name="T9" fmla="*/ 3150 h 4463"/>
                <a:gd name="T10" fmla="*/ 6989 w 8611"/>
                <a:gd name="T11" fmla="*/ 2545 h 4463"/>
                <a:gd name="T12" fmla="*/ 6997 w 8611"/>
                <a:gd name="T13" fmla="*/ 2386 h 4463"/>
                <a:gd name="T14" fmla="*/ 8358 w 8611"/>
                <a:gd name="T15" fmla="*/ 3894 h 4463"/>
                <a:gd name="T16" fmla="*/ 7529 w 8611"/>
                <a:gd name="T17" fmla="*/ 3121 h 4463"/>
                <a:gd name="T18" fmla="*/ 7859 w 8611"/>
                <a:gd name="T19" fmla="*/ 432 h 4463"/>
                <a:gd name="T20" fmla="*/ 6732 w 8611"/>
                <a:gd name="T21" fmla="*/ 0 h 4463"/>
                <a:gd name="T22" fmla="*/ 5643 w 8611"/>
                <a:gd name="T23" fmla="*/ 489 h 4463"/>
                <a:gd name="T24" fmla="*/ 4919 w 8611"/>
                <a:gd name="T25" fmla="*/ 675 h 4463"/>
                <a:gd name="T26" fmla="*/ 4128 w 8611"/>
                <a:gd name="T27" fmla="*/ 1077 h 4463"/>
                <a:gd name="T28" fmla="*/ 4567 w 8611"/>
                <a:gd name="T29" fmla="*/ 714 h 4463"/>
                <a:gd name="T30" fmla="*/ 4468 w 8611"/>
                <a:gd name="T31" fmla="*/ 1236 h 4463"/>
                <a:gd name="T32" fmla="*/ 3784 w 8611"/>
                <a:gd name="T33" fmla="*/ 1867 h 4463"/>
                <a:gd name="T34" fmla="*/ 4307 w 8611"/>
                <a:gd name="T35" fmla="*/ 1650 h 4463"/>
                <a:gd name="T36" fmla="*/ 4649 w 8611"/>
                <a:gd name="T37" fmla="*/ 1844 h 4463"/>
                <a:gd name="T38" fmla="*/ 4283 w 8611"/>
                <a:gd name="T39" fmla="*/ 1920 h 4463"/>
                <a:gd name="T40" fmla="*/ 4212 w 8611"/>
                <a:gd name="T41" fmla="*/ 2695 h 4463"/>
                <a:gd name="T42" fmla="*/ 4439 w 8611"/>
                <a:gd name="T43" fmla="*/ 3737 h 4463"/>
                <a:gd name="T44" fmla="*/ 4992 w 8611"/>
                <a:gd name="T45" fmla="*/ 2911 h 4463"/>
                <a:gd name="T46" fmla="*/ 4875 w 8611"/>
                <a:gd name="T47" fmla="*/ 2277 h 4463"/>
                <a:gd name="T48" fmla="*/ 5263 w 8611"/>
                <a:gd name="T49" fmla="*/ 2068 h 4463"/>
                <a:gd name="T50" fmla="*/ 5779 w 8611"/>
                <a:gd name="T51" fmla="*/ 2505 h 4463"/>
                <a:gd name="T52" fmla="*/ 6218 w 8611"/>
                <a:gd name="T53" fmla="*/ 2289 h 4463"/>
                <a:gd name="T54" fmla="*/ 6583 w 8611"/>
                <a:gd name="T55" fmla="*/ 2651 h 4463"/>
                <a:gd name="T56" fmla="*/ 6749 w 8611"/>
                <a:gd name="T57" fmla="*/ 2316 h 4463"/>
                <a:gd name="T58" fmla="*/ 7091 w 8611"/>
                <a:gd name="T59" fmla="*/ 1918 h 4463"/>
                <a:gd name="T60" fmla="*/ 7450 w 8611"/>
                <a:gd name="T61" fmla="*/ 1021 h 4463"/>
                <a:gd name="T62" fmla="*/ 7799 w 8611"/>
                <a:gd name="T63" fmla="*/ 1162 h 4463"/>
                <a:gd name="T64" fmla="*/ 8431 w 8611"/>
                <a:gd name="T65" fmla="*/ 699 h 4463"/>
                <a:gd name="T66" fmla="*/ 7254 w 8611"/>
                <a:gd name="T67" fmla="*/ 1916 h 4463"/>
                <a:gd name="T68" fmla="*/ 7254 w 8611"/>
                <a:gd name="T69" fmla="*/ 1916 h 4463"/>
                <a:gd name="T70" fmla="*/ 7541 w 8611"/>
                <a:gd name="T71" fmla="*/ 3946 h 4463"/>
                <a:gd name="T72" fmla="*/ 5208 w 8611"/>
                <a:gd name="T73" fmla="*/ 3193 h 4463"/>
                <a:gd name="T74" fmla="*/ 2242 w 8611"/>
                <a:gd name="T75" fmla="*/ 2576 h 4463"/>
                <a:gd name="T76" fmla="*/ 2373 w 8611"/>
                <a:gd name="T77" fmla="*/ 4463 h 4463"/>
                <a:gd name="T78" fmla="*/ 2975 w 8611"/>
                <a:gd name="T79" fmla="*/ 2956 h 4463"/>
                <a:gd name="T80" fmla="*/ 2114 w 8611"/>
                <a:gd name="T81" fmla="*/ 811 h 4463"/>
                <a:gd name="T82" fmla="*/ 2633 w 8611"/>
                <a:gd name="T83" fmla="*/ 128 h 4463"/>
                <a:gd name="T84" fmla="*/ 3050 w 8611"/>
                <a:gd name="T85" fmla="*/ 531 h 4463"/>
                <a:gd name="T86" fmla="*/ 3901 w 8611"/>
                <a:gd name="T87" fmla="*/ 1399 h 4463"/>
                <a:gd name="T88" fmla="*/ 3761 w 8611"/>
                <a:gd name="T89" fmla="*/ 1173 h 4463"/>
                <a:gd name="T90" fmla="*/ 6870 w 8611"/>
                <a:gd name="T91" fmla="*/ 2711 h 4463"/>
                <a:gd name="T92" fmla="*/ 6870 w 8611"/>
                <a:gd name="T93" fmla="*/ 2932 h 4463"/>
                <a:gd name="T94" fmla="*/ 1714 w 8611"/>
                <a:gd name="T95" fmla="*/ 2085 h 4463"/>
                <a:gd name="T96" fmla="*/ 2611 w 8611"/>
                <a:gd name="T97" fmla="*/ 1404 h 4463"/>
                <a:gd name="T98" fmla="*/ 2171 w 8611"/>
                <a:gd name="T99" fmla="*/ 883 h 4463"/>
                <a:gd name="T100" fmla="*/ 2362 w 8611"/>
                <a:gd name="T101" fmla="*/ 841 h 4463"/>
                <a:gd name="T102" fmla="*/ 1050 w 8611"/>
                <a:gd name="T103" fmla="*/ 396 h 4463"/>
                <a:gd name="T104" fmla="*/ 380 w 8611"/>
                <a:gd name="T105" fmla="*/ 1112 h 4463"/>
                <a:gd name="T106" fmla="*/ 1651 w 8611"/>
                <a:gd name="T107" fmla="*/ 2481 h 4463"/>
                <a:gd name="T108" fmla="*/ 6560 w 8611"/>
                <a:gd name="T109" fmla="*/ 2743 h 4463"/>
                <a:gd name="T110" fmla="*/ 6523 w 8611"/>
                <a:gd name="T111" fmla="*/ 2780 h 4463"/>
                <a:gd name="T112" fmla="*/ 6579 w 8611"/>
                <a:gd name="T113" fmla="*/ 2979 h 4463"/>
                <a:gd name="T114" fmla="*/ 5948 w 8611"/>
                <a:gd name="T115" fmla="*/ 2706 h 4463"/>
                <a:gd name="T116" fmla="*/ 3654 w 8611"/>
                <a:gd name="T117" fmla="*/ 811 h 4463"/>
                <a:gd name="T118" fmla="*/ 3654 w 8611"/>
                <a:gd name="T119" fmla="*/ 811 h 44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8611" h="4463">
                  <a:moveTo>
                    <a:pt x="7449" y="1700"/>
                  </a:moveTo>
                  <a:lnTo>
                    <a:pt x="7449" y="1700"/>
                  </a:lnTo>
                  <a:lnTo>
                    <a:pt x="7510" y="1700"/>
                  </a:lnTo>
                  <a:lnTo>
                    <a:pt x="7510" y="1277"/>
                  </a:lnTo>
                  <a:lnTo>
                    <a:pt x="7449" y="1277"/>
                  </a:lnTo>
                  <a:lnTo>
                    <a:pt x="7449" y="1700"/>
                  </a:lnTo>
                  <a:close/>
                  <a:moveTo>
                    <a:pt x="6916" y="2980"/>
                  </a:moveTo>
                  <a:lnTo>
                    <a:pt x="6916" y="2980"/>
                  </a:lnTo>
                  <a:lnTo>
                    <a:pt x="6996" y="2980"/>
                  </a:lnTo>
                  <a:lnTo>
                    <a:pt x="6996" y="2869"/>
                  </a:lnTo>
                  <a:lnTo>
                    <a:pt x="6916" y="2869"/>
                  </a:lnTo>
                  <a:lnTo>
                    <a:pt x="6916" y="2980"/>
                  </a:lnTo>
                  <a:close/>
                  <a:moveTo>
                    <a:pt x="7155" y="3150"/>
                  </a:moveTo>
                  <a:lnTo>
                    <a:pt x="7155" y="3150"/>
                  </a:lnTo>
                  <a:lnTo>
                    <a:pt x="6945" y="3360"/>
                  </a:lnTo>
                  <a:lnTo>
                    <a:pt x="6803" y="3360"/>
                  </a:lnTo>
                  <a:lnTo>
                    <a:pt x="6803" y="3741"/>
                  </a:lnTo>
                  <a:lnTo>
                    <a:pt x="7014" y="3741"/>
                  </a:lnTo>
                  <a:lnTo>
                    <a:pt x="7083" y="3672"/>
                  </a:lnTo>
                  <a:lnTo>
                    <a:pt x="7246" y="3672"/>
                  </a:lnTo>
                  <a:lnTo>
                    <a:pt x="7428" y="3854"/>
                  </a:lnTo>
                  <a:lnTo>
                    <a:pt x="7578" y="3854"/>
                  </a:lnTo>
                  <a:lnTo>
                    <a:pt x="7751" y="3682"/>
                  </a:lnTo>
                  <a:lnTo>
                    <a:pt x="7751" y="3453"/>
                  </a:lnTo>
                  <a:lnTo>
                    <a:pt x="7447" y="3150"/>
                  </a:lnTo>
                  <a:lnTo>
                    <a:pt x="7155" y="3150"/>
                  </a:lnTo>
                  <a:close/>
                  <a:moveTo>
                    <a:pt x="6938" y="2386"/>
                  </a:moveTo>
                  <a:lnTo>
                    <a:pt x="6938" y="2386"/>
                  </a:lnTo>
                  <a:lnTo>
                    <a:pt x="6938" y="2494"/>
                  </a:lnTo>
                  <a:lnTo>
                    <a:pt x="6989" y="2545"/>
                  </a:lnTo>
                  <a:lnTo>
                    <a:pt x="6989" y="2707"/>
                  </a:lnTo>
                  <a:lnTo>
                    <a:pt x="7091" y="2707"/>
                  </a:lnTo>
                  <a:lnTo>
                    <a:pt x="7091" y="2566"/>
                  </a:lnTo>
                  <a:lnTo>
                    <a:pt x="6997" y="2472"/>
                  </a:lnTo>
                  <a:lnTo>
                    <a:pt x="6997" y="2386"/>
                  </a:lnTo>
                  <a:lnTo>
                    <a:pt x="6938" y="2386"/>
                  </a:lnTo>
                  <a:close/>
                  <a:moveTo>
                    <a:pt x="8059" y="4075"/>
                  </a:moveTo>
                  <a:lnTo>
                    <a:pt x="8059" y="4075"/>
                  </a:lnTo>
                  <a:lnTo>
                    <a:pt x="8118" y="4134"/>
                  </a:lnTo>
                  <a:lnTo>
                    <a:pt x="8358" y="3894"/>
                  </a:lnTo>
                  <a:lnTo>
                    <a:pt x="8299" y="3835"/>
                  </a:lnTo>
                  <a:lnTo>
                    <a:pt x="8059" y="4075"/>
                  </a:lnTo>
                  <a:close/>
                  <a:moveTo>
                    <a:pt x="7322" y="2914"/>
                  </a:moveTo>
                  <a:lnTo>
                    <a:pt x="7322" y="2914"/>
                  </a:lnTo>
                  <a:lnTo>
                    <a:pt x="7529" y="3121"/>
                  </a:lnTo>
                  <a:lnTo>
                    <a:pt x="7598" y="3053"/>
                  </a:lnTo>
                  <a:lnTo>
                    <a:pt x="7390" y="2845"/>
                  </a:lnTo>
                  <a:lnTo>
                    <a:pt x="7322" y="2914"/>
                  </a:lnTo>
                  <a:close/>
                  <a:moveTo>
                    <a:pt x="7859" y="432"/>
                  </a:moveTo>
                  <a:lnTo>
                    <a:pt x="7859" y="432"/>
                  </a:lnTo>
                  <a:lnTo>
                    <a:pt x="7690" y="263"/>
                  </a:lnTo>
                  <a:lnTo>
                    <a:pt x="7189" y="263"/>
                  </a:lnTo>
                  <a:lnTo>
                    <a:pt x="7117" y="191"/>
                  </a:lnTo>
                  <a:lnTo>
                    <a:pt x="6732" y="191"/>
                  </a:lnTo>
                  <a:lnTo>
                    <a:pt x="6732" y="0"/>
                  </a:lnTo>
                  <a:lnTo>
                    <a:pt x="6062" y="0"/>
                  </a:lnTo>
                  <a:lnTo>
                    <a:pt x="5852" y="209"/>
                  </a:lnTo>
                  <a:lnTo>
                    <a:pt x="5697" y="209"/>
                  </a:lnTo>
                  <a:lnTo>
                    <a:pt x="5643" y="262"/>
                  </a:lnTo>
                  <a:lnTo>
                    <a:pt x="5643" y="489"/>
                  </a:lnTo>
                  <a:lnTo>
                    <a:pt x="5243" y="489"/>
                  </a:lnTo>
                  <a:lnTo>
                    <a:pt x="4953" y="779"/>
                  </a:lnTo>
                  <a:lnTo>
                    <a:pt x="4867" y="779"/>
                  </a:lnTo>
                  <a:lnTo>
                    <a:pt x="4865" y="675"/>
                  </a:lnTo>
                  <a:lnTo>
                    <a:pt x="4919" y="675"/>
                  </a:lnTo>
                  <a:lnTo>
                    <a:pt x="5004" y="590"/>
                  </a:lnTo>
                  <a:lnTo>
                    <a:pt x="4777" y="363"/>
                  </a:lnTo>
                  <a:lnTo>
                    <a:pt x="4578" y="363"/>
                  </a:lnTo>
                  <a:lnTo>
                    <a:pt x="4128" y="813"/>
                  </a:lnTo>
                  <a:lnTo>
                    <a:pt x="4128" y="1077"/>
                  </a:lnTo>
                  <a:lnTo>
                    <a:pt x="4216" y="1077"/>
                  </a:lnTo>
                  <a:lnTo>
                    <a:pt x="4341" y="1201"/>
                  </a:lnTo>
                  <a:lnTo>
                    <a:pt x="4434" y="1108"/>
                  </a:lnTo>
                  <a:lnTo>
                    <a:pt x="4434" y="848"/>
                  </a:lnTo>
                  <a:lnTo>
                    <a:pt x="4567" y="714"/>
                  </a:lnTo>
                  <a:lnTo>
                    <a:pt x="4599" y="745"/>
                  </a:lnTo>
                  <a:lnTo>
                    <a:pt x="4494" y="849"/>
                  </a:lnTo>
                  <a:lnTo>
                    <a:pt x="4494" y="1009"/>
                  </a:lnTo>
                  <a:lnTo>
                    <a:pt x="4695" y="1009"/>
                  </a:lnTo>
                  <a:lnTo>
                    <a:pt x="4468" y="1236"/>
                  </a:lnTo>
                  <a:lnTo>
                    <a:pt x="4208" y="1237"/>
                  </a:lnTo>
                  <a:lnTo>
                    <a:pt x="3961" y="1484"/>
                  </a:lnTo>
                  <a:lnTo>
                    <a:pt x="3961" y="1645"/>
                  </a:lnTo>
                  <a:lnTo>
                    <a:pt x="3784" y="1645"/>
                  </a:lnTo>
                  <a:lnTo>
                    <a:pt x="3784" y="1867"/>
                  </a:lnTo>
                  <a:lnTo>
                    <a:pt x="3946" y="1868"/>
                  </a:lnTo>
                  <a:lnTo>
                    <a:pt x="4188" y="1625"/>
                  </a:lnTo>
                  <a:lnTo>
                    <a:pt x="4377" y="1813"/>
                  </a:lnTo>
                  <a:lnTo>
                    <a:pt x="4424" y="1767"/>
                  </a:lnTo>
                  <a:lnTo>
                    <a:pt x="4307" y="1650"/>
                  </a:lnTo>
                  <a:lnTo>
                    <a:pt x="4307" y="1580"/>
                  </a:lnTo>
                  <a:lnTo>
                    <a:pt x="4476" y="1749"/>
                  </a:lnTo>
                  <a:lnTo>
                    <a:pt x="4476" y="1788"/>
                  </a:lnTo>
                  <a:lnTo>
                    <a:pt x="4532" y="1844"/>
                  </a:lnTo>
                  <a:lnTo>
                    <a:pt x="4649" y="1844"/>
                  </a:lnTo>
                  <a:lnTo>
                    <a:pt x="4727" y="1922"/>
                  </a:lnTo>
                  <a:lnTo>
                    <a:pt x="4864" y="1922"/>
                  </a:lnTo>
                  <a:lnTo>
                    <a:pt x="4864" y="2062"/>
                  </a:lnTo>
                  <a:lnTo>
                    <a:pt x="4425" y="2062"/>
                  </a:lnTo>
                  <a:lnTo>
                    <a:pt x="4283" y="1920"/>
                  </a:lnTo>
                  <a:lnTo>
                    <a:pt x="3886" y="1920"/>
                  </a:lnTo>
                  <a:lnTo>
                    <a:pt x="3577" y="2229"/>
                  </a:lnTo>
                  <a:lnTo>
                    <a:pt x="3577" y="2540"/>
                  </a:lnTo>
                  <a:lnTo>
                    <a:pt x="3732" y="2695"/>
                  </a:lnTo>
                  <a:lnTo>
                    <a:pt x="4212" y="2695"/>
                  </a:lnTo>
                  <a:lnTo>
                    <a:pt x="4212" y="2859"/>
                  </a:lnTo>
                  <a:lnTo>
                    <a:pt x="4315" y="2961"/>
                  </a:lnTo>
                  <a:lnTo>
                    <a:pt x="4315" y="3459"/>
                  </a:lnTo>
                  <a:lnTo>
                    <a:pt x="4439" y="3583"/>
                  </a:lnTo>
                  <a:lnTo>
                    <a:pt x="4439" y="3737"/>
                  </a:lnTo>
                  <a:lnTo>
                    <a:pt x="4552" y="3737"/>
                  </a:lnTo>
                  <a:lnTo>
                    <a:pt x="4795" y="3494"/>
                  </a:lnTo>
                  <a:lnTo>
                    <a:pt x="4795" y="3425"/>
                  </a:lnTo>
                  <a:lnTo>
                    <a:pt x="4992" y="3228"/>
                  </a:lnTo>
                  <a:lnTo>
                    <a:pt x="4992" y="2911"/>
                  </a:lnTo>
                  <a:lnTo>
                    <a:pt x="5215" y="2687"/>
                  </a:lnTo>
                  <a:lnTo>
                    <a:pt x="5215" y="2591"/>
                  </a:lnTo>
                  <a:lnTo>
                    <a:pt x="5101" y="2591"/>
                  </a:lnTo>
                  <a:lnTo>
                    <a:pt x="4831" y="2321"/>
                  </a:lnTo>
                  <a:lnTo>
                    <a:pt x="4875" y="2277"/>
                  </a:lnTo>
                  <a:lnTo>
                    <a:pt x="5112" y="2514"/>
                  </a:lnTo>
                  <a:lnTo>
                    <a:pt x="5267" y="2514"/>
                  </a:lnTo>
                  <a:lnTo>
                    <a:pt x="5461" y="2320"/>
                  </a:lnTo>
                  <a:lnTo>
                    <a:pt x="5237" y="2094"/>
                  </a:lnTo>
                  <a:lnTo>
                    <a:pt x="5263" y="2068"/>
                  </a:lnTo>
                  <a:lnTo>
                    <a:pt x="5395" y="2200"/>
                  </a:lnTo>
                  <a:lnTo>
                    <a:pt x="5600" y="2200"/>
                  </a:lnTo>
                  <a:lnTo>
                    <a:pt x="5715" y="2314"/>
                  </a:lnTo>
                  <a:lnTo>
                    <a:pt x="5779" y="2314"/>
                  </a:lnTo>
                  <a:lnTo>
                    <a:pt x="5779" y="2505"/>
                  </a:lnTo>
                  <a:lnTo>
                    <a:pt x="5907" y="2632"/>
                  </a:lnTo>
                  <a:lnTo>
                    <a:pt x="5963" y="2575"/>
                  </a:lnTo>
                  <a:lnTo>
                    <a:pt x="5963" y="2445"/>
                  </a:lnTo>
                  <a:lnTo>
                    <a:pt x="6162" y="2289"/>
                  </a:lnTo>
                  <a:lnTo>
                    <a:pt x="6218" y="2289"/>
                  </a:lnTo>
                  <a:lnTo>
                    <a:pt x="6307" y="2378"/>
                  </a:lnTo>
                  <a:cubicBezTo>
                    <a:pt x="6307" y="2378"/>
                    <a:pt x="6300" y="2447"/>
                    <a:pt x="6307" y="2447"/>
                  </a:cubicBezTo>
                  <a:lnTo>
                    <a:pt x="6379" y="2447"/>
                  </a:lnTo>
                  <a:lnTo>
                    <a:pt x="6579" y="2647"/>
                  </a:lnTo>
                  <a:lnTo>
                    <a:pt x="6583" y="2651"/>
                  </a:lnTo>
                  <a:lnTo>
                    <a:pt x="6669" y="2564"/>
                  </a:lnTo>
                  <a:lnTo>
                    <a:pt x="6669" y="2478"/>
                  </a:lnTo>
                  <a:lnTo>
                    <a:pt x="6567" y="2376"/>
                  </a:lnTo>
                  <a:lnTo>
                    <a:pt x="6628" y="2316"/>
                  </a:lnTo>
                  <a:lnTo>
                    <a:pt x="6749" y="2316"/>
                  </a:lnTo>
                  <a:lnTo>
                    <a:pt x="6965" y="2099"/>
                  </a:lnTo>
                  <a:lnTo>
                    <a:pt x="6965" y="1959"/>
                  </a:lnTo>
                  <a:lnTo>
                    <a:pt x="6863" y="1857"/>
                  </a:lnTo>
                  <a:lnTo>
                    <a:pt x="6947" y="1774"/>
                  </a:lnTo>
                  <a:lnTo>
                    <a:pt x="7091" y="1918"/>
                  </a:lnTo>
                  <a:lnTo>
                    <a:pt x="7153" y="1918"/>
                  </a:lnTo>
                  <a:lnTo>
                    <a:pt x="7153" y="1799"/>
                  </a:lnTo>
                  <a:lnTo>
                    <a:pt x="7371" y="1582"/>
                  </a:lnTo>
                  <a:lnTo>
                    <a:pt x="7371" y="1100"/>
                  </a:lnTo>
                  <a:lnTo>
                    <a:pt x="7450" y="1021"/>
                  </a:lnTo>
                  <a:lnTo>
                    <a:pt x="7770" y="1021"/>
                  </a:lnTo>
                  <a:lnTo>
                    <a:pt x="7883" y="908"/>
                  </a:lnTo>
                  <a:lnTo>
                    <a:pt x="8002" y="908"/>
                  </a:lnTo>
                  <a:lnTo>
                    <a:pt x="8002" y="958"/>
                  </a:lnTo>
                  <a:lnTo>
                    <a:pt x="7799" y="1162"/>
                  </a:lnTo>
                  <a:lnTo>
                    <a:pt x="7799" y="1388"/>
                  </a:lnTo>
                  <a:lnTo>
                    <a:pt x="7842" y="1388"/>
                  </a:lnTo>
                  <a:lnTo>
                    <a:pt x="7985" y="1244"/>
                  </a:lnTo>
                  <a:lnTo>
                    <a:pt x="7985" y="1119"/>
                  </a:lnTo>
                  <a:cubicBezTo>
                    <a:pt x="7985" y="1119"/>
                    <a:pt x="8427" y="699"/>
                    <a:pt x="8431" y="699"/>
                  </a:cubicBezTo>
                  <a:lnTo>
                    <a:pt x="8526" y="794"/>
                  </a:lnTo>
                  <a:lnTo>
                    <a:pt x="8611" y="709"/>
                  </a:lnTo>
                  <a:lnTo>
                    <a:pt x="8334" y="432"/>
                  </a:lnTo>
                  <a:lnTo>
                    <a:pt x="7859" y="432"/>
                  </a:lnTo>
                  <a:close/>
                  <a:moveTo>
                    <a:pt x="7254" y="1916"/>
                  </a:moveTo>
                  <a:lnTo>
                    <a:pt x="7254" y="1916"/>
                  </a:lnTo>
                  <a:lnTo>
                    <a:pt x="7311" y="1974"/>
                  </a:lnTo>
                  <a:lnTo>
                    <a:pt x="7498" y="1787"/>
                  </a:lnTo>
                  <a:lnTo>
                    <a:pt x="7441" y="1729"/>
                  </a:lnTo>
                  <a:lnTo>
                    <a:pt x="7254" y="1916"/>
                  </a:lnTo>
                  <a:close/>
                  <a:moveTo>
                    <a:pt x="7541" y="4030"/>
                  </a:moveTo>
                  <a:lnTo>
                    <a:pt x="7541" y="4030"/>
                  </a:lnTo>
                  <a:lnTo>
                    <a:pt x="7639" y="4030"/>
                  </a:lnTo>
                  <a:lnTo>
                    <a:pt x="7639" y="3946"/>
                  </a:lnTo>
                  <a:lnTo>
                    <a:pt x="7541" y="3946"/>
                  </a:lnTo>
                  <a:lnTo>
                    <a:pt x="7541" y="4030"/>
                  </a:lnTo>
                  <a:close/>
                  <a:moveTo>
                    <a:pt x="5088" y="3476"/>
                  </a:moveTo>
                  <a:lnTo>
                    <a:pt x="5088" y="3476"/>
                  </a:lnTo>
                  <a:lnTo>
                    <a:pt x="5208" y="3476"/>
                  </a:lnTo>
                  <a:lnTo>
                    <a:pt x="5208" y="3193"/>
                  </a:lnTo>
                  <a:lnTo>
                    <a:pt x="5088" y="3193"/>
                  </a:lnTo>
                  <a:lnTo>
                    <a:pt x="5088" y="3476"/>
                  </a:lnTo>
                  <a:close/>
                  <a:moveTo>
                    <a:pt x="2594" y="2576"/>
                  </a:moveTo>
                  <a:lnTo>
                    <a:pt x="2594" y="2576"/>
                  </a:lnTo>
                  <a:lnTo>
                    <a:pt x="2242" y="2576"/>
                  </a:lnTo>
                  <a:lnTo>
                    <a:pt x="2071" y="2747"/>
                  </a:lnTo>
                  <a:lnTo>
                    <a:pt x="2071" y="2999"/>
                  </a:lnTo>
                  <a:lnTo>
                    <a:pt x="2265" y="3193"/>
                  </a:lnTo>
                  <a:lnTo>
                    <a:pt x="2265" y="4354"/>
                  </a:lnTo>
                  <a:lnTo>
                    <a:pt x="2373" y="4463"/>
                  </a:lnTo>
                  <a:lnTo>
                    <a:pt x="2429" y="4463"/>
                  </a:lnTo>
                  <a:lnTo>
                    <a:pt x="2429" y="4071"/>
                  </a:lnTo>
                  <a:lnTo>
                    <a:pt x="3166" y="3334"/>
                  </a:lnTo>
                  <a:lnTo>
                    <a:pt x="3166" y="2956"/>
                  </a:lnTo>
                  <a:lnTo>
                    <a:pt x="2975" y="2956"/>
                  </a:lnTo>
                  <a:lnTo>
                    <a:pt x="2594" y="2576"/>
                  </a:lnTo>
                  <a:close/>
                  <a:moveTo>
                    <a:pt x="1937" y="787"/>
                  </a:moveTo>
                  <a:lnTo>
                    <a:pt x="1937" y="787"/>
                  </a:lnTo>
                  <a:lnTo>
                    <a:pt x="2037" y="887"/>
                  </a:lnTo>
                  <a:lnTo>
                    <a:pt x="2114" y="811"/>
                  </a:lnTo>
                  <a:lnTo>
                    <a:pt x="2013" y="710"/>
                  </a:lnTo>
                  <a:lnTo>
                    <a:pt x="1937" y="787"/>
                  </a:lnTo>
                  <a:close/>
                  <a:moveTo>
                    <a:pt x="3552" y="128"/>
                  </a:moveTo>
                  <a:lnTo>
                    <a:pt x="3552" y="128"/>
                  </a:lnTo>
                  <a:lnTo>
                    <a:pt x="2633" y="128"/>
                  </a:lnTo>
                  <a:lnTo>
                    <a:pt x="2633" y="262"/>
                  </a:lnTo>
                  <a:lnTo>
                    <a:pt x="2784" y="262"/>
                  </a:lnTo>
                  <a:cubicBezTo>
                    <a:pt x="2784" y="262"/>
                    <a:pt x="2787" y="688"/>
                    <a:pt x="2784" y="685"/>
                  </a:cubicBezTo>
                  <a:lnTo>
                    <a:pt x="2896" y="685"/>
                  </a:lnTo>
                  <a:lnTo>
                    <a:pt x="3050" y="531"/>
                  </a:lnTo>
                  <a:lnTo>
                    <a:pt x="3270" y="531"/>
                  </a:lnTo>
                  <a:lnTo>
                    <a:pt x="3552" y="249"/>
                  </a:lnTo>
                  <a:lnTo>
                    <a:pt x="3552" y="128"/>
                  </a:lnTo>
                  <a:close/>
                  <a:moveTo>
                    <a:pt x="3901" y="1399"/>
                  </a:moveTo>
                  <a:lnTo>
                    <a:pt x="3901" y="1399"/>
                  </a:lnTo>
                  <a:lnTo>
                    <a:pt x="4001" y="1399"/>
                  </a:lnTo>
                  <a:lnTo>
                    <a:pt x="4001" y="1208"/>
                  </a:lnTo>
                  <a:lnTo>
                    <a:pt x="3873" y="1080"/>
                  </a:lnTo>
                  <a:lnTo>
                    <a:pt x="3855" y="1080"/>
                  </a:lnTo>
                  <a:lnTo>
                    <a:pt x="3761" y="1173"/>
                  </a:lnTo>
                  <a:lnTo>
                    <a:pt x="3761" y="1342"/>
                  </a:lnTo>
                  <a:lnTo>
                    <a:pt x="3843" y="1342"/>
                  </a:lnTo>
                  <a:lnTo>
                    <a:pt x="3901" y="1399"/>
                  </a:lnTo>
                  <a:close/>
                  <a:moveTo>
                    <a:pt x="6870" y="2711"/>
                  </a:moveTo>
                  <a:lnTo>
                    <a:pt x="6870" y="2711"/>
                  </a:lnTo>
                  <a:lnTo>
                    <a:pt x="6830" y="2672"/>
                  </a:lnTo>
                  <a:lnTo>
                    <a:pt x="6671" y="2831"/>
                  </a:lnTo>
                  <a:lnTo>
                    <a:pt x="6671" y="2876"/>
                  </a:lnTo>
                  <a:lnTo>
                    <a:pt x="6727" y="2932"/>
                  </a:lnTo>
                  <a:lnTo>
                    <a:pt x="6870" y="2932"/>
                  </a:lnTo>
                  <a:lnTo>
                    <a:pt x="6870" y="2711"/>
                  </a:lnTo>
                  <a:close/>
                  <a:moveTo>
                    <a:pt x="1815" y="2319"/>
                  </a:moveTo>
                  <a:lnTo>
                    <a:pt x="1815" y="2319"/>
                  </a:lnTo>
                  <a:lnTo>
                    <a:pt x="1713" y="2319"/>
                  </a:lnTo>
                  <a:lnTo>
                    <a:pt x="1714" y="2085"/>
                  </a:lnTo>
                  <a:lnTo>
                    <a:pt x="2032" y="2085"/>
                  </a:lnTo>
                  <a:lnTo>
                    <a:pt x="2034" y="2177"/>
                  </a:lnTo>
                  <a:lnTo>
                    <a:pt x="2115" y="2177"/>
                  </a:lnTo>
                  <a:lnTo>
                    <a:pt x="2115" y="1900"/>
                  </a:lnTo>
                  <a:lnTo>
                    <a:pt x="2611" y="1404"/>
                  </a:lnTo>
                  <a:lnTo>
                    <a:pt x="2696" y="1404"/>
                  </a:lnTo>
                  <a:lnTo>
                    <a:pt x="2697" y="1282"/>
                  </a:lnTo>
                  <a:lnTo>
                    <a:pt x="2691" y="1277"/>
                  </a:lnTo>
                  <a:lnTo>
                    <a:pt x="2297" y="883"/>
                  </a:lnTo>
                  <a:lnTo>
                    <a:pt x="2171" y="883"/>
                  </a:lnTo>
                  <a:lnTo>
                    <a:pt x="2171" y="1188"/>
                  </a:lnTo>
                  <a:lnTo>
                    <a:pt x="1812" y="1188"/>
                  </a:lnTo>
                  <a:lnTo>
                    <a:pt x="1812" y="864"/>
                  </a:lnTo>
                  <a:lnTo>
                    <a:pt x="2099" y="578"/>
                  </a:lnTo>
                  <a:lnTo>
                    <a:pt x="2362" y="841"/>
                  </a:lnTo>
                  <a:lnTo>
                    <a:pt x="2432" y="841"/>
                  </a:lnTo>
                  <a:cubicBezTo>
                    <a:pt x="2432" y="841"/>
                    <a:pt x="2594" y="676"/>
                    <a:pt x="2594" y="676"/>
                  </a:cubicBezTo>
                  <a:lnTo>
                    <a:pt x="2182" y="265"/>
                  </a:lnTo>
                  <a:lnTo>
                    <a:pt x="1181" y="265"/>
                  </a:lnTo>
                  <a:lnTo>
                    <a:pt x="1050" y="396"/>
                  </a:lnTo>
                  <a:lnTo>
                    <a:pt x="163" y="396"/>
                  </a:lnTo>
                  <a:lnTo>
                    <a:pt x="0" y="560"/>
                  </a:lnTo>
                  <a:lnTo>
                    <a:pt x="0" y="953"/>
                  </a:lnTo>
                  <a:lnTo>
                    <a:pt x="159" y="1112"/>
                  </a:lnTo>
                  <a:lnTo>
                    <a:pt x="380" y="1112"/>
                  </a:lnTo>
                  <a:lnTo>
                    <a:pt x="380" y="978"/>
                  </a:lnTo>
                  <a:lnTo>
                    <a:pt x="577" y="978"/>
                  </a:lnTo>
                  <a:lnTo>
                    <a:pt x="1000" y="1401"/>
                  </a:lnTo>
                  <a:lnTo>
                    <a:pt x="1000" y="1829"/>
                  </a:lnTo>
                  <a:lnTo>
                    <a:pt x="1651" y="2481"/>
                  </a:lnTo>
                  <a:lnTo>
                    <a:pt x="1808" y="2481"/>
                  </a:lnTo>
                  <a:lnTo>
                    <a:pt x="1999" y="2671"/>
                  </a:lnTo>
                  <a:lnTo>
                    <a:pt x="2083" y="2587"/>
                  </a:lnTo>
                  <a:lnTo>
                    <a:pt x="1815" y="2319"/>
                  </a:lnTo>
                  <a:close/>
                  <a:moveTo>
                    <a:pt x="6560" y="2743"/>
                  </a:moveTo>
                  <a:lnTo>
                    <a:pt x="6560" y="2743"/>
                  </a:lnTo>
                  <a:lnTo>
                    <a:pt x="6539" y="2722"/>
                  </a:lnTo>
                  <a:lnTo>
                    <a:pt x="6406" y="2589"/>
                  </a:lnTo>
                  <a:cubicBezTo>
                    <a:pt x="6407" y="2588"/>
                    <a:pt x="6369" y="2625"/>
                    <a:pt x="6369" y="2625"/>
                  </a:cubicBezTo>
                  <a:lnTo>
                    <a:pt x="6523" y="2780"/>
                  </a:lnTo>
                  <a:lnTo>
                    <a:pt x="6560" y="2743"/>
                  </a:lnTo>
                  <a:close/>
                  <a:moveTo>
                    <a:pt x="6393" y="2695"/>
                  </a:moveTo>
                  <a:lnTo>
                    <a:pt x="6393" y="2695"/>
                  </a:lnTo>
                  <a:cubicBezTo>
                    <a:pt x="6395" y="2693"/>
                    <a:pt x="6346" y="2743"/>
                    <a:pt x="6346" y="2743"/>
                  </a:cubicBezTo>
                  <a:lnTo>
                    <a:pt x="6579" y="2979"/>
                  </a:lnTo>
                  <a:lnTo>
                    <a:pt x="6628" y="2930"/>
                  </a:lnTo>
                  <a:lnTo>
                    <a:pt x="6595" y="2896"/>
                  </a:lnTo>
                  <a:lnTo>
                    <a:pt x="6393" y="2695"/>
                  </a:lnTo>
                  <a:close/>
                  <a:moveTo>
                    <a:pt x="5948" y="2706"/>
                  </a:moveTo>
                  <a:lnTo>
                    <a:pt x="5948" y="2706"/>
                  </a:lnTo>
                  <a:lnTo>
                    <a:pt x="6008" y="2706"/>
                  </a:lnTo>
                  <a:lnTo>
                    <a:pt x="6008" y="2622"/>
                  </a:lnTo>
                  <a:lnTo>
                    <a:pt x="5948" y="2622"/>
                  </a:lnTo>
                  <a:lnTo>
                    <a:pt x="5948" y="2706"/>
                  </a:lnTo>
                  <a:close/>
                  <a:moveTo>
                    <a:pt x="3654" y="811"/>
                  </a:moveTo>
                  <a:lnTo>
                    <a:pt x="3654" y="811"/>
                  </a:lnTo>
                  <a:lnTo>
                    <a:pt x="3436" y="811"/>
                  </a:lnTo>
                  <a:lnTo>
                    <a:pt x="3436" y="660"/>
                  </a:lnTo>
                  <a:lnTo>
                    <a:pt x="3654" y="660"/>
                  </a:lnTo>
                  <a:lnTo>
                    <a:pt x="3654" y="811"/>
                  </a:lnTo>
                  <a:close/>
                </a:path>
              </a:pathLst>
            </a:custGeom>
            <a:solidFill>
              <a:srgbClr val="ECECE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tx1"/>
                </a:solidFill>
                <a:latin typeface="Aptos Light" panose="020B0004020202020204" pitchFamily="34" charset="0"/>
              </a:endParaRPr>
            </a:p>
          </p:txBody>
        </p:sp>
        <p:sp>
          <p:nvSpPr>
            <p:cNvPr id="13" name="Square">
              <a:extLst>
                <a:ext uri="{FF2B5EF4-FFF2-40B4-BE49-F238E27FC236}">
                  <a16:creationId xmlns:a16="http://schemas.microsoft.com/office/drawing/2014/main" id="{5FCA29B9-6071-D8D6-12F9-436403C5073E}"/>
                </a:ext>
              </a:extLst>
            </p:cNvPr>
            <p:cNvSpPr>
              <a:spLocks noChangeAspect="1"/>
            </p:cNvSpPr>
            <p:nvPr/>
          </p:nvSpPr>
          <p:spPr bwMode="auto">
            <a:xfrm>
              <a:off x="4051148" y="2799766"/>
              <a:ext cx="114384" cy="114243"/>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tx1"/>
                </a:solidFill>
                <a:latin typeface="Aptos Light" panose="020B0004020202020204" pitchFamily="34" charset="0"/>
              </a:endParaRPr>
            </a:p>
          </p:txBody>
        </p:sp>
        <p:sp>
          <p:nvSpPr>
            <p:cNvPr id="14" name="Square">
              <a:extLst>
                <a:ext uri="{FF2B5EF4-FFF2-40B4-BE49-F238E27FC236}">
                  <a16:creationId xmlns:a16="http://schemas.microsoft.com/office/drawing/2014/main" id="{12BE97A0-C9E0-8C37-118B-6EA6E132CC0B}"/>
                </a:ext>
              </a:extLst>
            </p:cNvPr>
            <p:cNvSpPr>
              <a:spLocks noChangeAspect="1"/>
            </p:cNvSpPr>
            <p:nvPr/>
          </p:nvSpPr>
          <p:spPr bwMode="auto">
            <a:xfrm>
              <a:off x="4931739" y="2404629"/>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tx1"/>
                </a:solidFill>
                <a:latin typeface="Aptos Light" panose="020B0004020202020204" pitchFamily="34" charset="0"/>
              </a:endParaRPr>
            </a:p>
          </p:txBody>
        </p:sp>
        <p:sp>
          <p:nvSpPr>
            <p:cNvPr id="15" name="Square">
              <a:extLst>
                <a:ext uri="{FF2B5EF4-FFF2-40B4-BE49-F238E27FC236}">
                  <a16:creationId xmlns:a16="http://schemas.microsoft.com/office/drawing/2014/main" id="{C29F3149-1850-30E9-497E-02B009625B0E}"/>
                </a:ext>
              </a:extLst>
            </p:cNvPr>
            <p:cNvSpPr>
              <a:spLocks noChangeAspect="1"/>
            </p:cNvSpPr>
            <p:nvPr/>
          </p:nvSpPr>
          <p:spPr bwMode="auto">
            <a:xfrm>
              <a:off x="5151701" y="2780725"/>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tx1"/>
                </a:solidFill>
                <a:latin typeface="Aptos Light" panose="020B0004020202020204" pitchFamily="34" charset="0"/>
              </a:endParaRPr>
            </a:p>
          </p:txBody>
        </p:sp>
        <p:sp>
          <p:nvSpPr>
            <p:cNvPr id="16" name="Square">
              <a:extLst>
                <a:ext uri="{FF2B5EF4-FFF2-40B4-BE49-F238E27FC236}">
                  <a16:creationId xmlns:a16="http://schemas.microsoft.com/office/drawing/2014/main" id="{FB8AF8E8-A975-2BA3-4964-CA730848503C}"/>
                </a:ext>
              </a:extLst>
            </p:cNvPr>
            <p:cNvSpPr>
              <a:spLocks noChangeAspect="1"/>
            </p:cNvSpPr>
            <p:nvPr/>
          </p:nvSpPr>
          <p:spPr bwMode="auto">
            <a:xfrm>
              <a:off x="4839521" y="2780725"/>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tx1"/>
                </a:solidFill>
                <a:latin typeface="Aptos Light" panose="020B0004020202020204" pitchFamily="34" charset="0"/>
              </a:endParaRPr>
            </a:p>
          </p:txBody>
        </p:sp>
        <p:sp>
          <p:nvSpPr>
            <p:cNvPr id="17" name="Square">
              <a:extLst>
                <a:ext uri="{FF2B5EF4-FFF2-40B4-BE49-F238E27FC236}">
                  <a16:creationId xmlns:a16="http://schemas.microsoft.com/office/drawing/2014/main" id="{0D712BAB-9285-032C-4813-067BB5E9DBB3}"/>
                </a:ext>
              </a:extLst>
            </p:cNvPr>
            <p:cNvSpPr>
              <a:spLocks noChangeAspect="1"/>
            </p:cNvSpPr>
            <p:nvPr/>
          </p:nvSpPr>
          <p:spPr bwMode="auto">
            <a:xfrm>
              <a:off x="5117220" y="2557549"/>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tx1"/>
                </a:solidFill>
                <a:latin typeface="Aptos Light" panose="020B0004020202020204" pitchFamily="34" charset="0"/>
              </a:endParaRPr>
            </a:p>
          </p:txBody>
        </p:sp>
        <p:sp>
          <p:nvSpPr>
            <p:cNvPr id="18" name="Square">
              <a:extLst>
                <a:ext uri="{FF2B5EF4-FFF2-40B4-BE49-F238E27FC236}">
                  <a16:creationId xmlns:a16="http://schemas.microsoft.com/office/drawing/2014/main" id="{F7E0F704-C82D-74DA-2BE3-DECD1FD16BA8}"/>
                </a:ext>
              </a:extLst>
            </p:cNvPr>
            <p:cNvSpPr>
              <a:spLocks noChangeAspect="1"/>
            </p:cNvSpPr>
            <p:nvPr/>
          </p:nvSpPr>
          <p:spPr bwMode="auto">
            <a:xfrm>
              <a:off x="4990497" y="2899125"/>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tx1"/>
                </a:solidFill>
                <a:latin typeface="Aptos Light" panose="020B0004020202020204" pitchFamily="34" charset="0"/>
              </a:endParaRPr>
            </a:p>
          </p:txBody>
        </p:sp>
        <p:sp>
          <p:nvSpPr>
            <p:cNvPr id="19" name="Square">
              <a:extLst>
                <a:ext uri="{FF2B5EF4-FFF2-40B4-BE49-F238E27FC236}">
                  <a16:creationId xmlns:a16="http://schemas.microsoft.com/office/drawing/2014/main" id="{1B0C4649-5684-F33E-FE37-78C56140F097}"/>
                </a:ext>
              </a:extLst>
            </p:cNvPr>
            <p:cNvSpPr>
              <a:spLocks noChangeAspect="1"/>
            </p:cNvSpPr>
            <p:nvPr/>
          </p:nvSpPr>
          <p:spPr bwMode="auto">
            <a:xfrm>
              <a:off x="4760996" y="2942697"/>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tx1"/>
                </a:solidFill>
                <a:latin typeface="Aptos Light" panose="020B0004020202020204" pitchFamily="34" charset="0"/>
              </a:endParaRPr>
            </a:p>
          </p:txBody>
        </p:sp>
        <p:sp>
          <p:nvSpPr>
            <p:cNvPr id="20" name="Square">
              <a:extLst>
                <a:ext uri="{FF2B5EF4-FFF2-40B4-BE49-F238E27FC236}">
                  <a16:creationId xmlns:a16="http://schemas.microsoft.com/office/drawing/2014/main" id="{08C167F1-0861-62E9-D068-693505CBDEB3}"/>
                </a:ext>
              </a:extLst>
            </p:cNvPr>
            <p:cNvSpPr>
              <a:spLocks noChangeAspect="1"/>
            </p:cNvSpPr>
            <p:nvPr/>
          </p:nvSpPr>
          <p:spPr bwMode="auto">
            <a:xfrm>
              <a:off x="4586118" y="2431901"/>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tx1"/>
                </a:solidFill>
                <a:latin typeface="Aptos Light" panose="020B0004020202020204" pitchFamily="34" charset="0"/>
              </a:endParaRPr>
            </a:p>
          </p:txBody>
        </p:sp>
        <p:sp>
          <p:nvSpPr>
            <p:cNvPr id="21" name="Square">
              <a:extLst>
                <a:ext uri="{FF2B5EF4-FFF2-40B4-BE49-F238E27FC236}">
                  <a16:creationId xmlns:a16="http://schemas.microsoft.com/office/drawing/2014/main" id="{3A8B91B3-C07E-4266-2666-F2AE590DA2DF}"/>
                </a:ext>
              </a:extLst>
            </p:cNvPr>
            <p:cNvSpPr>
              <a:spLocks noChangeAspect="1"/>
            </p:cNvSpPr>
            <p:nvPr/>
          </p:nvSpPr>
          <p:spPr bwMode="auto">
            <a:xfrm>
              <a:off x="5297034" y="2298468"/>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tx1"/>
                </a:solidFill>
                <a:latin typeface="Aptos Light" panose="020B0004020202020204" pitchFamily="34" charset="0"/>
              </a:endParaRPr>
            </a:p>
          </p:txBody>
        </p:sp>
        <p:sp>
          <p:nvSpPr>
            <p:cNvPr id="22" name="Square">
              <a:extLst>
                <a:ext uri="{FF2B5EF4-FFF2-40B4-BE49-F238E27FC236}">
                  <a16:creationId xmlns:a16="http://schemas.microsoft.com/office/drawing/2014/main" id="{C69938D7-B0F6-7C10-399C-A6A72066B0C9}"/>
                </a:ext>
              </a:extLst>
            </p:cNvPr>
            <p:cNvSpPr>
              <a:spLocks noChangeAspect="1"/>
            </p:cNvSpPr>
            <p:nvPr/>
          </p:nvSpPr>
          <p:spPr bwMode="auto">
            <a:xfrm>
              <a:off x="4799123" y="3403782"/>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tx1"/>
                </a:solidFill>
                <a:latin typeface="Aptos Light" panose="020B0004020202020204" pitchFamily="34" charset="0"/>
              </a:endParaRPr>
            </a:p>
          </p:txBody>
        </p:sp>
        <p:sp>
          <p:nvSpPr>
            <p:cNvPr id="23" name="Square">
              <a:extLst>
                <a:ext uri="{FF2B5EF4-FFF2-40B4-BE49-F238E27FC236}">
                  <a16:creationId xmlns:a16="http://schemas.microsoft.com/office/drawing/2014/main" id="{F1A7721F-B706-5B6D-1FD7-CC87A7AABE15}"/>
                </a:ext>
              </a:extLst>
            </p:cNvPr>
            <p:cNvSpPr>
              <a:spLocks noChangeAspect="1"/>
            </p:cNvSpPr>
            <p:nvPr/>
          </p:nvSpPr>
          <p:spPr bwMode="auto">
            <a:xfrm>
              <a:off x="4645418" y="3326071"/>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tx1"/>
                </a:solidFill>
                <a:latin typeface="Aptos Light" panose="020B0004020202020204" pitchFamily="34" charset="0"/>
              </a:endParaRPr>
            </a:p>
          </p:txBody>
        </p:sp>
        <p:sp>
          <p:nvSpPr>
            <p:cNvPr id="24" name="Square">
              <a:extLst>
                <a:ext uri="{FF2B5EF4-FFF2-40B4-BE49-F238E27FC236}">
                  <a16:creationId xmlns:a16="http://schemas.microsoft.com/office/drawing/2014/main" id="{021F9BF7-066A-0F55-A73F-7741F37726F3}"/>
                </a:ext>
              </a:extLst>
            </p:cNvPr>
            <p:cNvSpPr>
              <a:spLocks noChangeAspect="1"/>
            </p:cNvSpPr>
            <p:nvPr/>
          </p:nvSpPr>
          <p:spPr bwMode="auto">
            <a:xfrm>
              <a:off x="4936641" y="3488662"/>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tx1"/>
                </a:solidFill>
                <a:latin typeface="Aptos Light" panose="020B0004020202020204" pitchFamily="34" charset="0"/>
              </a:endParaRPr>
            </a:p>
          </p:txBody>
        </p:sp>
        <p:sp>
          <p:nvSpPr>
            <p:cNvPr id="25" name="Square">
              <a:extLst>
                <a:ext uri="{FF2B5EF4-FFF2-40B4-BE49-F238E27FC236}">
                  <a16:creationId xmlns:a16="http://schemas.microsoft.com/office/drawing/2014/main" id="{061049C9-12A3-10CB-B5EB-F443E7DBD158}"/>
                </a:ext>
              </a:extLst>
            </p:cNvPr>
            <p:cNvSpPr>
              <a:spLocks noChangeAspect="1"/>
            </p:cNvSpPr>
            <p:nvPr/>
          </p:nvSpPr>
          <p:spPr bwMode="auto">
            <a:xfrm>
              <a:off x="5319945" y="4641946"/>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tx1"/>
                </a:solidFill>
                <a:latin typeface="Aptos Light" panose="020B0004020202020204" pitchFamily="34" charset="0"/>
              </a:endParaRPr>
            </a:p>
          </p:txBody>
        </p:sp>
        <p:sp>
          <p:nvSpPr>
            <p:cNvPr id="26" name="Square">
              <a:extLst>
                <a:ext uri="{FF2B5EF4-FFF2-40B4-BE49-F238E27FC236}">
                  <a16:creationId xmlns:a16="http://schemas.microsoft.com/office/drawing/2014/main" id="{73443170-CFAB-79FC-E010-BD766B411059}"/>
                </a:ext>
              </a:extLst>
            </p:cNvPr>
            <p:cNvSpPr>
              <a:spLocks noChangeAspect="1"/>
            </p:cNvSpPr>
            <p:nvPr/>
          </p:nvSpPr>
          <p:spPr bwMode="auto">
            <a:xfrm>
              <a:off x="5220779" y="4079065"/>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tx1"/>
                </a:solidFill>
                <a:latin typeface="Aptos Light" panose="020B0004020202020204" pitchFamily="34" charset="0"/>
              </a:endParaRPr>
            </a:p>
          </p:txBody>
        </p:sp>
        <p:sp>
          <p:nvSpPr>
            <p:cNvPr id="27" name="Square">
              <a:extLst>
                <a:ext uri="{FF2B5EF4-FFF2-40B4-BE49-F238E27FC236}">
                  <a16:creationId xmlns:a16="http://schemas.microsoft.com/office/drawing/2014/main" id="{4BD896BE-0DDE-81EA-C927-3D7A739AC1D7}"/>
                </a:ext>
              </a:extLst>
            </p:cNvPr>
            <p:cNvSpPr>
              <a:spLocks noChangeAspect="1"/>
            </p:cNvSpPr>
            <p:nvPr/>
          </p:nvSpPr>
          <p:spPr bwMode="auto">
            <a:xfrm>
              <a:off x="5872653" y="4583489"/>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tx1"/>
                </a:solidFill>
                <a:latin typeface="Aptos Light" panose="020B0004020202020204" pitchFamily="34" charset="0"/>
              </a:endParaRPr>
            </a:p>
          </p:txBody>
        </p:sp>
        <p:sp>
          <p:nvSpPr>
            <p:cNvPr id="28" name="Square">
              <a:extLst>
                <a:ext uri="{FF2B5EF4-FFF2-40B4-BE49-F238E27FC236}">
                  <a16:creationId xmlns:a16="http://schemas.microsoft.com/office/drawing/2014/main" id="{D950334C-C1E4-D62F-4879-048CE2749C99}"/>
                </a:ext>
              </a:extLst>
            </p:cNvPr>
            <p:cNvSpPr>
              <a:spLocks noChangeAspect="1"/>
            </p:cNvSpPr>
            <p:nvPr/>
          </p:nvSpPr>
          <p:spPr bwMode="auto">
            <a:xfrm>
              <a:off x="6966396" y="2329034"/>
              <a:ext cx="114384" cy="114243"/>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tx1"/>
                </a:solidFill>
                <a:latin typeface="Aptos Light" panose="020B0004020202020204" pitchFamily="34" charset="0"/>
              </a:endParaRPr>
            </a:p>
          </p:txBody>
        </p:sp>
        <p:sp>
          <p:nvSpPr>
            <p:cNvPr id="29" name="Square">
              <a:extLst>
                <a:ext uri="{FF2B5EF4-FFF2-40B4-BE49-F238E27FC236}">
                  <a16:creationId xmlns:a16="http://schemas.microsoft.com/office/drawing/2014/main" id="{DA7687B1-1ED7-1BCD-61AD-B318B862D7C4}"/>
                </a:ext>
              </a:extLst>
            </p:cNvPr>
            <p:cNvSpPr>
              <a:spLocks noChangeAspect="1"/>
            </p:cNvSpPr>
            <p:nvPr/>
          </p:nvSpPr>
          <p:spPr bwMode="auto">
            <a:xfrm>
              <a:off x="8861447" y="3594187"/>
              <a:ext cx="114384" cy="114243"/>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tx1"/>
                </a:solidFill>
                <a:latin typeface="Aptos Light" panose="020B0004020202020204" pitchFamily="34" charset="0"/>
              </a:endParaRPr>
            </a:p>
          </p:txBody>
        </p:sp>
        <p:sp>
          <p:nvSpPr>
            <p:cNvPr id="30" name="Square">
              <a:extLst>
                <a:ext uri="{FF2B5EF4-FFF2-40B4-BE49-F238E27FC236}">
                  <a16:creationId xmlns:a16="http://schemas.microsoft.com/office/drawing/2014/main" id="{F5D4A5C2-8D07-AAB9-A734-26D6CE7126D2}"/>
                </a:ext>
              </a:extLst>
            </p:cNvPr>
            <p:cNvSpPr>
              <a:spLocks noChangeAspect="1"/>
            </p:cNvSpPr>
            <p:nvPr/>
          </p:nvSpPr>
          <p:spPr bwMode="auto">
            <a:xfrm>
              <a:off x="9490780" y="3619314"/>
              <a:ext cx="114384" cy="114243"/>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tx1"/>
                </a:solidFill>
                <a:latin typeface="Aptos Light" panose="020B0004020202020204" pitchFamily="34" charset="0"/>
              </a:endParaRPr>
            </a:p>
          </p:txBody>
        </p:sp>
        <p:sp>
          <p:nvSpPr>
            <p:cNvPr id="31" name="Square">
              <a:extLst>
                <a:ext uri="{FF2B5EF4-FFF2-40B4-BE49-F238E27FC236}">
                  <a16:creationId xmlns:a16="http://schemas.microsoft.com/office/drawing/2014/main" id="{3238E6CF-E04B-4598-7A27-FCA428490A56}"/>
                </a:ext>
              </a:extLst>
            </p:cNvPr>
            <p:cNvSpPr>
              <a:spLocks noChangeAspect="1"/>
            </p:cNvSpPr>
            <p:nvPr/>
          </p:nvSpPr>
          <p:spPr bwMode="auto">
            <a:xfrm>
              <a:off x="6947333" y="2220804"/>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tx1"/>
                </a:solidFill>
                <a:latin typeface="Aptos Light" panose="020B0004020202020204" pitchFamily="34" charset="0"/>
              </a:endParaRPr>
            </a:p>
          </p:txBody>
        </p:sp>
        <p:sp>
          <p:nvSpPr>
            <p:cNvPr id="32" name="Square">
              <a:extLst>
                <a:ext uri="{FF2B5EF4-FFF2-40B4-BE49-F238E27FC236}">
                  <a16:creationId xmlns:a16="http://schemas.microsoft.com/office/drawing/2014/main" id="{BF04EF89-C80E-FE34-6449-AEB8E884EE40}"/>
                </a:ext>
              </a:extLst>
            </p:cNvPr>
            <p:cNvSpPr>
              <a:spLocks noChangeAspect="1"/>
            </p:cNvSpPr>
            <p:nvPr/>
          </p:nvSpPr>
          <p:spPr bwMode="auto">
            <a:xfrm>
              <a:off x="10072856" y="3557674"/>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tx1"/>
                </a:solidFill>
                <a:latin typeface="Aptos Light" panose="020B0004020202020204" pitchFamily="34" charset="0"/>
              </a:endParaRPr>
            </a:p>
          </p:txBody>
        </p:sp>
        <p:sp>
          <p:nvSpPr>
            <p:cNvPr id="33" name="Square">
              <a:extLst>
                <a:ext uri="{FF2B5EF4-FFF2-40B4-BE49-F238E27FC236}">
                  <a16:creationId xmlns:a16="http://schemas.microsoft.com/office/drawing/2014/main" id="{552F364C-6239-FCEB-0B2F-CAFB8677B4E2}"/>
                </a:ext>
              </a:extLst>
            </p:cNvPr>
            <p:cNvSpPr>
              <a:spLocks noChangeAspect="1"/>
            </p:cNvSpPr>
            <p:nvPr/>
          </p:nvSpPr>
          <p:spPr bwMode="auto">
            <a:xfrm>
              <a:off x="10761695" y="4621570"/>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tx1"/>
                </a:solidFill>
                <a:latin typeface="Aptos Light" panose="020B0004020202020204" pitchFamily="34" charset="0"/>
              </a:endParaRPr>
            </a:p>
          </p:txBody>
        </p:sp>
        <p:sp>
          <p:nvSpPr>
            <p:cNvPr id="34" name="Square">
              <a:extLst>
                <a:ext uri="{FF2B5EF4-FFF2-40B4-BE49-F238E27FC236}">
                  <a16:creationId xmlns:a16="http://schemas.microsoft.com/office/drawing/2014/main" id="{C19ADF03-80AB-1F38-EBB1-4FD3B236FD6B}"/>
                </a:ext>
              </a:extLst>
            </p:cNvPr>
            <p:cNvSpPr>
              <a:spLocks noChangeAspect="1"/>
            </p:cNvSpPr>
            <p:nvPr/>
          </p:nvSpPr>
          <p:spPr bwMode="auto">
            <a:xfrm>
              <a:off x="10761695" y="4466992"/>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tx1"/>
                </a:solidFill>
                <a:latin typeface="Aptos Light" panose="020B0004020202020204" pitchFamily="34" charset="0"/>
              </a:endParaRPr>
            </a:p>
          </p:txBody>
        </p:sp>
        <p:sp>
          <p:nvSpPr>
            <p:cNvPr id="35" name="Square">
              <a:extLst>
                <a:ext uri="{FF2B5EF4-FFF2-40B4-BE49-F238E27FC236}">
                  <a16:creationId xmlns:a16="http://schemas.microsoft.com/office/drawing/2014/main" id="{63C632C3-1616-EF4F-B3C7-A06FDA1A2301}"/>
                </a:ext>
              </a:extLst>
            </p:cNvPr>
            <p:cNvSpPr>
              <a:spLocks noChangeAspect="1"/>
            </p:cNvSpPr>
            <p:nvPr/>
          </p:nvSpPr>
          <p:spPr bwMode="auto">
            <a:xfrm>
              <a:off x="9565034" y="3732731"/>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tx1"/>
                </a:solidFill>
                <a:latin typeface="Aptos Light" panose="020B0004020202020204" pitchFamily="34" charset="0"/>
              </a:endParaRPr>
            </a:p>
          </p:txBody>
        </p:sp>
        <p:sp>
          <p:nvSpPr>
            <p:cNvPr id="36" name="Square">
              <a:extLst>
                <a:ext uri="{FF2B5EF4-FFF2-40B4-BE49-F238E27FC236}">
                  <a16:creationId xmlns:a16="http://schemas.microsoft.com/office/drawing/2014/main" id="{FAD810B8-F096-4E2A-0862-B2A9455FD937}"/>
                </a:ext>
              </a:extLst>
            </p:cNvPr>
            <p:cNvSpPr>
              <a:spLocks noChangeAspect="1"/>
            </p:cNvSpPr>
            <p:nvPr/>
          </p:nvSpPr>
          <p:spPr bwMode="auto">
            <a:xfrm>
              <a:off x="9946198" y="3107911"/>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tx1"/>
                </a:solidFill>
                <a:latin typeface="Aptos Light" panose="020B0004020202020204" pitchFamily="34" charset="0"/>
              </a:endParaRPr>
            </a:p>
          </p:txBody>
        </p:sp>
        <p:sp>
          <p:nvSpPr>
            <p:cNvPr id="37" name="Square">
              <a:extLst>
                <a:ext uri="{FF2B5EF4-FFF2-40B4-BE49-F238E27FC236}">
                  <a16:creationId xmlns:a16="http://schemas.microsoft.com/office/drawing/2014/main" id="{45A66365-7598-6F70-0D29-F9171998A7A6}"/>
                </a:ext>
              </a:extLst>
            </p:cNvPr>
            <p:cNvSpPr>
              <a:spLocks noChangeAspect="1"/>
            </p:cNvSpPr>
            <p:nvPr/>
          </p:nvSpPr>
          <p:spPr bwMode="auto">
            <a:xfrm>
              <a:off x="9783772" y="3271627"/>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tx1"/>
                </a:solidFill>
                <a:latin typeface="Aptos Light" panose="020B0004020202020204" pitchFamily="34" charset="0"/>
              </a:endParaRPr>
            </a:p>
          </p:txBody>
        </p:sp>
        <p:sp>
          <p:nvSpPr>
            <p:cNvPr id="38" name="Square">
              <a:extLst>
                <a:ext uri="{FF2B5EF4-FFF2-40B4-BE49-F238E27FC236}">
                  <a16:creationId xmlns:a16="http://schemas.microsoft.com/office/drawing/2014/main" id="{CF9B357A-F18D-2064-CB33-56A6A41C643B}"/>
                </a:ext>
              </a:extLst>
            </p:cNvPr>
            <p:cNvSpPr>
              <a:spLocks noChangeAspect="1"/>
            </p:cNvSpPr>
            <p:nvPr/>
          </p:nvSpPr>
          <p:spPr bwMode="auto">
            <a:xfrm>
              <a:off x="7168798" y="2397849"/>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tx1"/>
                </a:solidFill>
                <a:latin typeface="Aptos Light" panose="020B0004020202020204" pitchFamily="34" charset="0"/>
              </a:endParaRPr>
            </a:p>
          </p:txBody>
        </p:sp>
        <p:sp>
          <p:nvSpPr>
            <p:cNvPr id="39" name="Square">
              <a:extLst>
                <a:ext uri="{FF2B5EF4-FFF2-40B4-BE49-F238E27FC236}">
                  <a16:creationId xmlns:a16="http://schemas.microsoft.com/office/drawing/2014/main" id="{37B68A07-63CF-B3A0-F673-2AD511C31306}"/>
                </a:ext>
              </a:extLst>
            </p:cNvPr>
            <p:cNvSpPr>
              <a:spLocks noChangeAspect="1"/>
            </p:cNvSpPr>
            <p:nvPr/>
          </p:nvSpPr>
          <p:spPr bwMode="auto">
            <a:xfrm>
              <a:off x="6854597" y="2752017"/>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tx1"/>
                </a:solidFill>
                <a:latin typeface="Aptos Light" panose="020B0004020202020204" pitchFamily="34" charset="0"/>
              </a:endParaRPr>
            </a:p>
          </p:txBody>
        </p:sp>
        <p:sp>
          <p:nvSpPr>
            <p:cNvPr id="40" name="Square">
              <a:extLst>
                <a:ext uri="{FF2B5EF4-FFF2-40B4-BE49-F238E27FC236}">
                  <a16:creationId xmlns:a16="http://schemas.microsoft.com/office/drawing/2014/main" id="{977BA486-B4B1-BD2F-457A-3F0D7FFF97F7}"/>
                </a:ext>
              </a:extLst>
            </p:cNvPr>
            <p:cNvSpPr>
              <a:spLocks noChangeAspect="1"/>
            </p:cNvSpPr>
            <p:nvPr/>
          </p:nvSpPr>
          <p:spPr bwMode="auto">
            <a:xfrm>
              <a:off x="7114847" y="2502484"/>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tx1"/>
                </a:solidFill>
                <a:latin typeface="Aptos Light" panose="020B0004020202020204" pitchFamily="34" charset="0"/>
              </a:endParaRPr>
            </a:p>
          </p:txBody>
        </p:sp>
        <p:sp>
          <p:nvSpPr>
            <p:cNvPr id="41" name="Square">
              <a:extLst>
                <a:ext uri="{FF2B5EF4-FFF2-40B4-BE49-F238E27FC236}">
                  <a16:creationId xmlns:a16="http://schemas.microsoft.com/office/drawing/2014/main" id="{317A2B73-F0C9-A67E-C5E3-F1DA2722B5CC}"/>
                </a:ext>
              </a:extLst>
            </p:cNvPr>
            <p:cNvSpPr>
              <a:spLocks noChangeAspect="1"/>
            </p:cNvSpPr>
            <p:nvPr/>
          </p:nvSpPr>
          <p:spPr bwMode="auto">
            <a:xfrm>
              <a:off x="7425211" y="2267991"/>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tx1"/>
                </a:solidFill>
                <a:latin typeface="Aptos Light" panose="020B0004020202020204" pitchFamily="34" charset="0"/>
              </a:endParaRPr>
            </a:p>
          </p:txBody>
        </p:sp>
        <p:sp>
          <p:nvSpPr>
            <p:cNvPr id="42" name="Square">
              <a:extLst>
                <a:ext uri="{FF2B5EF4-FFF2-40B4-BE49-F238E27FC236}">
                  <a16:creationId xmlns:a16="http://schemas.microsoft.com/office/drawing/2014/main" id="{B065E67A-BE51-DC91-7F17-7E213A08308B}"/>
                </a:ext>
              </a:extLst>
            </p:cNvPr>
            <p:cNvSpPr>
              <a:spLocks noChangeAspect="1"/>
            </p:cNvSpPr>
            <p:nvPr/>
          </p:nvSpPr>
          <p:spPr bwMode="auto">
            <a:xfrm>
              <a:off x="8116379" y="2628205"/>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tx1"/>
                </a:solidFill>
                <a:latin typeface="Aptos Light" panose="020B0004020202020204" pitchFamily="34" charset="0"/>
              </a:endParaRPr>
            </a:p>
          </p:txBody>
        </p:sp>
        <p:sp>
          <p:nvSpPr>
            <p:cNvPr id="43" name="Square">
              <a:extLst>
                <a:ext uri="{FF2B5EF4-FFF2-40B4-BE49-F238E27FC236}">
                  <a16:creationId xmlns:a16="http://schemas.microsoft.com/office/drawing/2014/main" id="{E6701E0E-2E6C-1EE7-C5F0-0F56872742D5}"/>
                </a:ext>
              </a:extLst>
            </p:cNvPr>
            <p:cNvSpPr>
              <a:spLocks noChangeAspect="1"/>
            </p:cNvSpPr>
            <p:nvPr/>
          </p:nvSpPr>
          <p:spPr bwMode="auto">
            <a:xfrm>
              <a:off x="8024873" y="2717892"/>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tx1"/>
                </a:solidFill>
                <a:latin typeface="Aptos Light" panose="020B0004020202020204" pitchFamily="34" charset="0"/>
              </a:endParaRPr>
            </a:p>
          </p:txBody>
        </p:sp>
        <p:sp>
          <p:nvSpPr>
            <p:cNvPr id="44" name="Square">
              <a:extLst>
                <a:ext uri="{FF2B5EF4-FFF2-40B4-BE49-F238E27FC236}">
                  <a16:creationId xmlns:a16="http://schemas.microsoft.com/office/drawing/2014/main" id="{1812F20B-9D14-A693-8346-FFF5058BB25C}"/>
                </a:ext>
              </a:extLst>
            </p:cNvPr>
            <p:cNvSpPr>
              <a:spLocks noChangeAspect="1"/>
            </p:cNvSpPr>
            <p:nvPr/>
          </p:nvSpPr>
          <p:spPr bwMode="auto">
            <a:xfrm>
              <a:off x="8833524" y="3492846"/>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tx1"/>
                </a:solidFill>
                <a:latin typeface="Aptos Light" panose="020B0004020202020204" pitchFamily="34" charset="0"/>
              </a:endParaRPr>
            </a:p>
          </p:txBody>
        </p:sp>
        <p:sp>
          <p:nvSpPr>
            <p:cNvPr id="45" name="Square">
              <a:extLst>
                <a:ext uri="{FF2B5EF4-FFF2-40B4-BE49-F238E27FC236}">
                  <a16:creationId xmlns:a16="http://schemas.microsoft.com/office/drawing/2014/main" id="{73F6697D-7BE3-B065-D925-48734970E5FC}"/>
                </a:ext>
              </a:extLst>
            </p:cNvPr>
            <p:cNvSpPr>
              <a:spLocks noChangeAspect="1"/>
            </p:cNvSpPr>
            <p:nvPr/>
          </p:nvSpPr>
          <p:spPr bwMode="auto">
            <a:xfrm>
              <a:off x="8931926" y="3350762"/>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tx1"/>
                </a:solidFill>
                <a:latin typeface="Aptos Light" panose="020B0004020202020204" pitchFamily="34" charset="0"/>
              </a:endParaRPr>
            </a:p>
          </p:txBody>
        </p:sp>
        <p:sp>
          <p:nvSpPr>
            <p:cNvPr id="46" name="Square">
              <a:extLst>
                <a:ext uri="{FF2B5EF4-FFF2-40B4-BE49-F238E27FC236}">
                  <a16:creationId xmlns:a16="http://schemas.microsoft.com/office/drawing/2014/main" id="{6E25C849-7573-7378-6D46-006FB80A6F4B}"/>
                </a:ext>
              </a:extLst>
            </p:cNvPr>
            <p:cNvSpPr>
              <a:spLocks noChangeAspect="1"/>
            </p:cNvSpPr>
            <p:nvPr/>
          </p:nvSpPr>
          <p:spPr bwMode="auto">
            <a:xfrm>
              <a:off x="8785192" y="3121953"/>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tx1"/>
                </a:solidFill>
                <a:latin typeface="Aptos Light" panose="020B0004020202020204" pitchFamily="34" charset="0"/>
              </a:endParaRPr>
            </a:p>
          </p:txBody>
        </p:sp>
        <p:sp>
          <p:nvSpPr>
            <p:cNvPr id="47" name="Square">
              <a:extLst>
                <a:ext uri="{FF2B5EF4-FFF2-40B4-BE49-F238E27FC236}">
                  <a16:creationId xmlns:a16="http://schemas.microsoft.com/office/drawing/2014/main" id="{7AEA8254-0AB5-A01C-A2CC-7AC6F040D0D1}"/>
                </a:ext>
              </a:extLst>
            </p:cNvPr>
            <p:cNvSpPr>
              <a:spLocks noChangeAspect="1"/>
            </p:cNvSpPr>
            <p:nvPr/>
          </p:nvSpPr>
          <p:spPr bwMode="auto">
            <a:xfrm>
              <a:off x="6801823" y="2298467"/>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tx1"/>
                </a:solidFill>
                <a:latin typeface="Aptos Light" panose="020B0004020202020204" pitchFamily="34" charset="0"/>
              </a:endParaRPr>
            </a:p>
          </p:txBody>
        </p:sp>
        <p:sp>
          <p:nvSpPr>
            <p:cNvPr id="48" name="Square">
              <a:extLst>
                <a:ext uri="{FF2B5EF4-FFF2-40B4-BE49-F238E27FC236}">
                  <a16:creationId xmlns:a16="http://schemas.microsoft.com/office/drawing/2014/main" id="{539F9650-AC86-4B19-A5A2-E331713D0DF0}"/>
                </a:ext>
              </a:extLst>
            </p:cNvPr>
            <p:cNvSpPr>
              <a:spLocks noChangeAspect="1"/>
            </p:cNvSpPr>
            <p:nvPr/>
          </p:nvSpPr>
          <p:spPr bwMode="auto">
            <a:xfrm>
              <a:off x="7904611" y="3083872"/>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tx1"/>
                </a:solidFill>
                <a:latin typeface="Aptos Light" panose="020B0004020202020204" pitchFamily="34" charset="0"/>
              </a:endParaRPr>
            </a:p>
          </p:txBody>
        </p:sp>
        <p:sp>
          <p:nvSpPr>
            <p:cNvPr id="50" name="Square">
              <a:extLst>
                <a:ext uri="{FF2B5EF4-FFF2-40B4-BE49-F238E27FC236}">
                  <a16:creationId xmlns:a16="http://schemas.microsoft.com/office/drawing/2014/main" id="{6E26105D-64D9-6FDB-D7DE-B0C87A3B568C}"/>
                </a:ext>
              </a:extLst>
            </p:cNvPr>
            <p:cNvSpPr>
              <a:spLocks noChangeAspect="1"/>
            </p:cNvSpPr>
            <p:nvPr/>
          </p:nvSpPr>
          <p:spPr bwMode="auto">
            <a:xfrm>
              <a:off x="10543292" y="4762314"/>
              <a:ext cx="114384" cy="114243"/>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tx1"/>
                </a:solidFill>
                <a:latin typeface="Aptos Light" panose="020B0004020202020204" pitchFamily="34" charset="0"/>
              </a:endParaRPr>
            </a:p>
          </p:txBody>
        </p:sp>
        <p:sp>
          <p:nvSpPr>
            <p:cNvPr id="102" name="TextBox 101">
              <a:extLst>
                <a:ext uri="{FF2B5EF4-FFF2-40B4-BE49-F238E27FC236}">
                  <a16:creationId xmlns:a16="http://schemas.microsoft.com/office/drawing/2014/main" id="{CAF52C21-893B-B2A2-0455-FBCBC5B619A1}"/>
                </a:ext>
              </a:extLst>
            </p:cNvPr>
            <p:cNvSpPr txBox="1"/>
            <p:nvPr/>
          </p:nvSpPr>
          <p:spPr>
            <a:xfrm>
              <a:off x="10883229" y="2428150"/>
              <a:ext cx="1022540" cy="2193806"/>
            </a:xfrm>
            <a:prstGeom prst="rect">
              <a:avLst/>
            </a:prstGeom>
            <a:noFill/>
          </p:spPr>
          <p:txBody>
            <a:bodyPr wrap="square" lIns="0" tIns="0" rIns="0" bIns="0" rtlCol="0">
              <a:spAutoFit/>
            </a:bodyPr>
            <a:lstStyle/>
            <a:p>
              <a:pPr>
                <a:lnSpc>
                  <a:spcPct val="110000"/>
                </a:lnSpc>
                <a:buSzPct val="100000"/>
              </a:pPr>
              <a:r>
                <a:rPr lang="en-US" sz="1000" b="1">
                  <a:solidFill>
                    <a:schemeClr val="tx1"/>
                  </a:solidFill>
                  <a:latin typeface="Aptos Light" panose="020B0004020202020204" pitchFamily="34" charset="0"/>
                </a:rPr>
                <a:t>APAC</a:t>
              </a:r>
            </a:p>
            <a:p>
              <a:pPr>
                <a:lnSpc>
                  <a:spcPct val="110000"/>
                </a:lnSpc>
                <a:buSzPct val="100000"/>
              </a:pPr>
              <a:r>
                <a:rPr lang="en-US" sz="1000">
                  <a:solidFill>
                    <a:schemeClr val="accent3"/>
                  </a:solidFill>
                  <a:latin typeface="Aptos Light" panose="020B0004020202020204" pitchFamily="34" charset="0"/>
                </a:rPr>
                <a:t>Singapore, SG</a:t>
              </a:r>
            </a:p>
            <a:p>
              <a:pPr>
                <a:lnSpc>
                  <a:spcPct val="110000"/>
                </a:lnSpc>
                <a:buSzPct val="100000"/>
              </a:pPr>
              <a:r>
                <a:rPr lang="en-US" sz="1000">
                  <a:solidFill>
                    <a:schemeClr val="tx1"/>
                  </a:solidFill>
                  <a:latin typeface="Aptos Light" panose="020B0004020202020204" pitchFamily="34" charset="0"/>
                </a:rPr>
                <a:t>Manila, PH</a:t>
              </a:r>
            </a:p>
            <a:p>
              <a:pPr>
                <a:lnSpc>
                  <a:spcPct val="110000"/>
                </a:lnSpc>
                <a:buSzPct val="100000"/>
              </a:pPr>
              <a:r>
                <a:rPr lang="en-US" sz="1000">
                  <a:solidFill>
                    <a:schemeClr val="tx1"/>
                  </a:solidFill>
                  <a:latin typeface="Aptos Light" panose="020B0004020202020204" pitchFamily="34" charset="0"/>
                </a:rPr>
                <a:t>Sydney, AU</a:t>
              </a:r>
            </a:p>
            <a:p>
              <a:pPr>
                <a:lnSpc>
                  <a:spcPct val="110000"/>
                </a:lnSpc>
                <a:buSzPct val="100000"/>
              </a:pPr>
              <a:r>
                <a:rPr lang="en-US" sz="1000">
                  <a:solidFill>
                    <a:schemeClr val="tx1"/>
                  </a:solidFill>
                  <a:latin typeface="Aptos Light" panose="020B0004020202020204" pitchFamily="34" charset="0"/>
                </a:rPr>
                <a:t>Melbourne, AU</a:t>
              </a:r>
            </a:p>
            <a:p>
              <a:pPr marL="0" marR="0" lvl="0" indent="0" algn="l" defTabSz="914400" rtl="0" eaLnBrk="1" fontAlgn="auto" latinLnBrk="0" hangingPunct="1">
                <a:lnSpc>
                  <a:spcPct val="110000"/>
                </a:lnSpc>
                <a:spcBef>
                  <a:spcPts val="0"/>
                </a:spcBef>
                <a:spcAft>
                  <a:spcPts val="0"/>
                </a:spcAft>
                <a:buClrTx/>
                <a:buSzPct val="100000"/>
                <a:buFontTx/>
                <a:buNone/>
                <a:tabLst/>
                <a:defRPr/>
              </a:pPr>
              <a:r>
                <a:rPr lang="en-US" sz="1000">
                  <a:solidFill>
                    <a:schemeClr val="tx1"/>
                  </a:solidFill>
                  <a:latin typeface="Aptos Light" panose="020B0004020202020204" pitchFamily="34" charset="0"/>
                </a:rPr>
                <a:t>Brisbane, AU</a:t>
              </a:r>
            </a:p>
            <a:p>
              <a:pPr>
                <a:lnSpc>
                  <a:spcPct val="110000"/>
                </a:lnSpc>
                <a:buSzPct val="100000"/>
              </a:pPr>
              <a:r>
                <a:rPr lang="en-US" sz="1000">
                  <a:solidFill>
                    <a:schemeClr val="tx1"/>
                  </a:solidFill>
                  <a:latin typeface="Aptos Light" panose="020B0004020202020204" pitchFamily="34" charset="0"/>
                </a:rPr>
                <a:t>Penang, MY</a:t>
              </a:r>
            </a:p>
            <a:p>
              <a:pPr>
                <a:lnSpc>
                  <a:spcPct val="110000"/>
                </a:lnSpc>
                <a:buSzPct val="100000"/>
              </a:pPr>
              <a:r>
                <a:rPr lang="en-US" sz="1000">
                  <a:solidFill>
                    <a:schemeClr val="tx1"/>
                  </a:solidFill>
                  <a:latin typeface="Aptos Light" panose="020B0004020202020204" pitchFamily="34" charset="0"/>
                </a:rPr>
                <a:t>Kuala Lumpur, MY</a:t>
              </a:r>
            </a:p>
            <a:p>
              <a:pPr>
                <a:lnSpc>
                  <a:spcPct val="110000"/>
                </a:lnSpc>
                <a:buSzPct val="100000"/>
              </a:pPr>
              <a:r>
                <a:rPr lang="en-US" sz="1000">
                  <a:solidFill>
                    <a:schemeClr val="tx1"/>
                  </a:solidFill>
                  <a:latin typeface="Aptos Light" panose="020B0004020202020204" pitchFamily="34" charset="0"/>
                </a:rPr>
                <a:t>Shanghai, CN</a:t>
              </a:r>
            </a:p>
            <a:p>
              <a:pPr>
                <a:lnSpc>
                  <a:spcPct val="110000"/>
                </a:lnSpc>
                <a:buSzPct val="100000"/>
              </a:pPr>
              <a:r>
                <a:rPr lang="en-US" sz="1000">
                  <a:solidFill>
                    <a:schemeClr val="tx1"/>
                  </a:solidFill>
                  <a:latin typeface="Aptos Light" panose="020B0004020202020204" pitchFamily="34" charset="0"/>
                </a:rPr>
                <a:t>Taipei, TW</a:t>
              </a:r>
            </a:p>
            <a:p>
              <a:pPr>
                <a:lnSpc>
                  <a:spcPct val="110000"/>
                </a:lnSpc>
                <a:buSzPct val="100000"/>
              </a:pPr>
              <a:r>
                <a:rPr lang="en-US" sz="1000">
                  <a:solidFill>
                    <a:schemeClr val="tx1"/>
                  </a:solidFill>
                  <a:latin typeface="Aptos Light" panose="020B0004020202020204" pitchFamily="34" charset="0"/>
                </a:rPr>
                <a:t>Hong Kong, HK</a:t>
              </a:r>
            </a:p>
            <a:p>
              <a:pPr>
                <a:lnSpc>
                  <a:spcPct val="110000"/>
                </a:lnSpc>
                <a:buSzPct val="100000"/>
              </a:pPr>
              <a:r>
                <a:rPr lang="en-US" sz="1000">
                  <a:solidFill>
                    <a:schemeClr val="tx1"/>
                  </a:solidFill>
                  <a:latin typeface="Aptos Light" panose="020B0004020202020204" pitchFamily="34" charset="0"/>
                </a:rPr>
                <a:t>Tokyo, JP</a:t>
              </a:r>
            </a:p>
            <a:p>
              <a:pPr>
                <a:lnSpc>
                  <a:spcPct val="110000"/>
                </a:lnSpc>
                <a:buSzPct val="100000"/>
              </a:pPr>
              <a:r>
                <a:rPr lang="en-US" sz="1000">
                  <a:solidFill>
                    <a:schemeClr val="tx1"/>
                  </a:solidFill>
                  <a:latin typeface="Aptos Light" panose="020B0004020202020204" pitchFamily="34" charset="0"/>
                </a:rPr>
                <a:t>Ho chin min, VN</a:t>
              </a:r>
            </a:p>
          </p:txBody>
        </p:sp>
        <p:sp>
          <p:nvSpPr>
            <p:cNvPr id="103" name="Square">
              <a:extLst>
                <a:ext uri="{FF2B5EF4-FFF2-40B4-BE49-F238E27FC236}">
                  <a16:creationId xmlns:a16="http://schemas.microsoft.com/office/drawing/2014/main" id="{C69B4D29-EE95-F306-5272-AFEB761E2289}"/>
                </a:ext>
              </a:extLst>
            </p:cNvPr>
            <p:cNvSpPr>
              <a:spLocks noChangeAspect="1"/>
            </p:cNvSpPr>
            <p:nvPr/>
          </p:nvSpPr>
          <p:spPr bwMode="auto">
            <a:xfrm>
              <a:off x="10479645" y="2739156"/>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tx1"/>
                </a:solidFill>
                <a:latin typeface="Aptos Light" panose="020B0004020202020204" pitchFamily="34" charset="0"/>
              </a:endParaRPr>
            </a:p>
          </p:txBody>
        </p:sp>
        <p:sp>
          <p:nvSpPr>
            <p:cNvPr id="104" name="Square">
              <a:extLst>
                <a:ext uri="{FF2B5EF4-FFF2-40B4-BE49-F238E27FC236}">
                  <a16:creationId xmlns:a16="http://schemas.microsoft.com/office/drawing/2014/main" id="{F0B1E1A6-CFEC-EE15-B18D-B79839825F70}"/>
                </a:ext>
              </a:extLst>
            </p:cNvPr>
            <p:cNvSpPr>
              <a:spLocks noChangeAspect="1"/>
            </p:cNvSpPr>
            <p:nvPr/>
          </p:nvSpPr>
          <p:spPr bwMode="auto">
            <a:xfrm>
              <a:off x="4019380" y="2398563"/>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tx1"/>
                </a:solidFill>
                <a:latin typeface="Aptos Light" panose="020B0004020202020204" pitchFamily="34" charset="0"/>
              </a:endParaRPr>
            </a:p>
          </p:txBody>
        </p:sp>
        <p:sp>
          <p:nvSpPr>
            <p:cNvPr id="105" name="Square">
              <a:extLst>
                <a:ext uri="{FF2B5EF4-FFF2-40B4-BE49-F238E27FC236}">
                  <a16:creationId xmlns:a16="http://schemas.microsoft.com/office/drawing/2014/main" id="{82CAE083-FAF6-C203-C0F6-4AA5B9FDAE16}"/>
                </a:ext>
              </a:extLst>
            </p:cNvPr>
            <p:cNvSpPr>
              <a:spLocks noChangeAspect="1"/>
            </p:cNvSpPr>
            <p:nvPr/>
          </p:nvSpPr>
          <p:spPr bwMode="auto">
            <a:xfrm>
              <a:off x="5150929" y="3764740"/>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tx1"/>
                </a:solidFill>
                <a:latin typeface="Aptos Light" panose="020B0004020202020204" pitchFamily="34" charset="0"/>
              </a:endParaRPr>
            </a:p>
          </p:txBody>
        </p:sp>
        <p:sp>
          <p:nvSpPr>
            <p:cNvPr id="106" name="Square">
              <a:extLst>
                <a:ext uri="{FF2B5EF4-FFF2-40B4-BE49-F238E27FC236}">
                  <a16:creationId xmlns:a16="http://schemas.microsoft.com/office/drawing/2014/main" id="{FA9F84D3-574C-07C6-7125-6CEB11A6FA75}"/>
                </a:ext>
              </a:extLst>
            </p:cNvPr>
            <p:cNvSpPr>
              <a:spLocks noChangeAspect="1"/>
            </p:cNvSpPr>
            <p:nvPr/>
          </p:nvSpPr>
          <p:spPr bwMode="auto">
            <a:xfrm>
              <a:off x="9616458" y="3507190"/>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tx1"/>
                </a:solidFill>
                <a:latin typeface="Aptos Light" panose="020B0004020202020204" pitchFamily="34" charset="0"/>
              </a:endParaRPr>
            </a:p>
          </p:txBody>
        </p:sp>
      </p:grpSp>
    </p:spTree>
    <p:extLst>
      <p:ext uri="{BB962C8B-B14F-4D97-AF65-F5344CB8AC3E}">
        <p14:creationId xmlns:p14="http://schemas.microsoft.com/office/powerpoint/2010/main" val="359883206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1494"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6_Worldwide office locations Updated">
    <p:bg>
      <p:bgPr>
        <a:solidFill>
          <a:schemeClr val="tx1"/>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ADA48B4B-3B81-F74C-8FE3-0FD399854022}"/>
              </a:ext>
            </a:extLst>
          </p:cNvPr>
          <p:cNvSpPr txBox="1">
            <a:spLocks/>
          </p:cNvSpPr>
          <p:nvPr/>
        </p:nvSpPr>
        <p:spPr>
          <a:xfrm>
            <a:off x="365760" y="365760"/>
            <a:ext cx="9972040" cy="914400"/>
          </a:xfrm>
          <a:prstGeom prst="rect">
            <a:avLst/>
          </a:prstGeom>
        </p:spPr>
        <p:txBody>
          <a:bodyPr vert="horz" lIns="0" tIns="0" rIns="0" bIns="0" rtlCol="0" anchor="t" anchorCtr="0">
            <a:noAutofit/>
          </a:bodyPr>
          <a:lstStyle>
            <a:lvl1pPr>
              <a:lnSpc>
                <a:spcPct val="90000"/>
              </a:lnSpc>
              <a:spcBef>
                <a:spcPct val="0"/>
              </a:spcBef>
              <a:buNone/>
              <a:defRPr sz="3200" b="1">
                <a:latin typeface="+mj-lt"/>
                <a:ea typeface="+mj-ea"/>
                <a:cs typeface="+mj-cs"/>
              </a:defRPr>
            </a:lvl1pPr>
          </a:lstStyle>
          <a:p>
            <a:r>
              <a:rPr lang="en-US" b="0">
                <a:solidFill>
                  <a:schemeClr val="bg1"/>
                </a:solidFill>
                <a:latin typeface="Aptos Light" panose="020B0004020202020204" pitchFamily="34" charset="0"/>
              </a:rPr>
              <a:t>Engineering change </a:t>
            </a:r>
            <a:br>
              <a:rPr lang="en-US" b="0">
                <a:solidFill>
                  <a:schemeClr val="bg1"/>
                </a:solidFill>
                <a:latin typeface="Aptos Light" panose="020B0004020202020204" pitchFamily="34" charset="0"/>
              </a:rPr>
            </a:br>
            <a:r>
              <a:rPr lang="en-US" b="0">
                <a:solidFill>
                  <a:schemeClr val="bg1"/>
                </a:solidFill>
                <a:latin typeface="Aptos Light" panose="020B0004020202020204" pitchFamily="34" charset="0"/>
              </a:rPr>
              <a:t>all over the world</a:t>
            </a:r>
          </a:p>
        </p:txBody>
      </p:sp>
      <p:sp>
        <p:nvSpPr>
          <p:cNvPr id="56" name="TextBox 55">
            <a:hlinkClick r:id="rId2"/>
            <a:extLst>
              <a:ext uri="{FF2B5EF4-FFF2-40B4-BE49-F238E27FC236}">
                <a16:creationId xmlns:a16="http://schemas.microsoft.com/office/drawing/2014/main" id="{1732A860-6A91-4E4F-856E-71CE8D1089D1}"/>
              </a:ext>
            </a:extLst>
          </p:cNvPr>
          <p:cNvSpPr txBox="1"/>
          <p:nvPr/>
        </p:nvSpPr>
        <p:spPr>
          <a:xfrm>
            <a:off x="365125" y="1385476"/>
            <a:ext cx="2479130" cy="332156"/>
          </a:xfrm>
          <a:prstGeom prst="rect">
            <a:avLst/>
          </a:prstGeom>
          <a:noFill/>
        </p:spPr>
        <p:txBody>
          <a:bodyPr wrap="square" lIns="0" tIns="0" rIns="0" bIns="0" rtlCol="0">
            <a:noAutofit/>
          </a:bodyPr>
          <a:lstStyle/>
          <a:p>
            <a:pPr>
              <a:lnSpc>
                <a:spcPct val="100000"/>
              </a:lnSpc>
              <a:spcBef>
                <a:spcPts val="1200"/>
              </a:spcBef>
              <a:buSzPct val="100000"/>
            </a:pPr>
            <a:r>
              <a:rPr lang="en-US" sz="1050" i="0">
                <a:solidFill>
                  <a:schemeClr val="bg1"/>
                </a:solidFill>
                <a:latin typeface="Aptos Light" panose="020B0004020202020204" pitchFamily="34" charset="0"/>
              </a:rPr>
              <a:t>*To see a list of all offices, visit </a:t>
            </a:r>
            <a:r>
              <a:rPr lang="en-US" sz="1050" b="1" i="0" u="sng">
                <a:solidFill>
                  <a:schemeClr val="bg1"/>
                </a:solidFill>
                <a:latin typeface="Aptos Light" panose="020B0004020202020204" pitchFamily="34" charset="0"/>
              </a:rPr>
              <a:t>ust.com</a:t>
            </a:r>
          </a:p>
        </p:txBody>
      </p:sp>
      <p:grpSp>
        <p:nvGrpSpPr>
          <p:cNvPr id="57" name="Group 56">
            <a:extLst>
              <a:ext uri="{FF2B5EF4-FFF2-40B4-BE49-F238E27FC236}">
                <a16:creationId xmlns:a16="http://schemas.microsoft.com/office/drawing/2014/main" id="{92B132C5-CC10-412E-AD94-F36D86E5AF4B}"/>
              </a:ext>
            </a:extLst>
          </p:cNvPr>
          <p:cNvGrpSpPr/>
          <p:nvPr/>
        </p:nvGrpSpPr>
        <p:grpSpPr>
          <a:xfrm>
            <a:off x="365125" y="5468863"/>
            <a:ext cx="1933173" cy="402342"/>
            <a:chOff x="505022" y="1208296"/>
            <a:chExt cx="1933173" cy="402342"/>
          </a:xfrm>
        </p:grpSpPr>
        <p:sp>
          <p:nvSpPr>
            <p:cNvPr id="59" name="TextBox 58">
              <a:extLst>
                <a:ext uri="{FF2B5EF4-FFF2-40B4-BE49-F238E27FC236}">
                  <a16:creationId xmlns:a16="http://schemas.microsoft.com/office/drawing/2014/main" id="{50913AE0-B9F7-4413-8397-0FC8AD99E10B}"/>
                </a:ext>
              </a:extLst>
            </p:cNvPr>
            <p:cNvSpPr txBox="1"/>
            <p:nvPr/>
          </p:nvSpPr>
          <p:spPr>
            <a:xfrm>
              <a:off x="775880" y="1456750"/>
              <a:ext cx="763029" cy="153888"/>
            </a:xfrm>
            <a:prstGeom prst="rect">
              <a:avLst/>
            </a:prstGeom>
            <a:noFill/>
          </p:spPr>
          <p:txBody>
            <a:bodyPr wrap="none" lIns="0" tIns="0" rIns="0" bIns="0" rtlCol="0">
              <a:spAutoFit/>
            </a:bodyPr>
            <a:lstStyle/>
            <a:p>
              <a:pPr>
                <a:lnSpc>
                  <a:spcPct val="100000"/>
                </a:lnSpc>
                <a:spcBef>
                  <a:spcPts val="1200"/>
                </a:spcBef>
                <a:buSzPct val="100000"/>
              </a:pPr>
              <a:r>
                <a:rPr lang="en-GB" sz="1000">
                  <a:solidFill>
                    <a:schemeClr val="bg1"/>
                  </a:solidFill>
                  <a:latin typeface="Aptos Light" panose="020B0004020202020204" pitchFamily="34" charset="0"/>
                </a:rPr>
                <a:t>Other Centers</a:t>
              </a:r>
            </a:p>
          </p:txBody>
        </p:sp>
        <p:sp>
          <p:nvSpPr>
            <p:cNvPr id="60" name="Square">
              <a:extLst>
                <a:ext uri="{FF2B5EF4-FFF2-40B4-BE49-F238E27FC236}">
                  <a16:creationId xmlns:a16="http://schemas.microsoft.com/office/drawing/2014/main" id="{C75C07E8-0C08-4227-B303-CA8744030FE4}"/>
                </a:ext>
              </a:extLst>
            </p:cNvPr>
            <p:cNvSpPr>
              <a:spLocks noChangeAspect="1"/>
            </p:cNvSpPr>
            <p:nvPr/>
          </p:nvSpPr>
          <p:spPr bwMode="auto">
            <a:xfrm>
              <a:off x="505022" y="1236605"/>
              <a:ext cx="131596" cy="131432"/>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chemeClr val="accent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latin typeface="Aptos Light" panose="020B0004020202020204" pitchFamily="34" charset="0"/>
              </a:endParaRPr>
            </a:p>
          </p:txBody>
        </p:sp>
        <p:sp>
          <p:nvSpPr>
            <p:cNvPr id="61" name="Square">
              <a:extLst>
                <a:ext uri="{FF2B5EF4-FFF2-40B4-BE49-F238E27FC236}">
                  <a16:creationId xmlns:a16="http://schemas.microsoft.com/office/drawing/2014/main" id="{6AC559D2-DFFF-4ED4-9221-1023751DD5D9}"/>
                </a:ext>
              </a:extLst>
            </p:cNvPr>
            <p:cNvSpPr>
              <a:spLocks noChangeAspect="1"/>
            </p:cNvSpPr>
            <p:nvPr/>
          </p:nvSpPr>
          <p:spPr bwMode="auto">
            <a:xfrm>
              <a:off x="505022" y="1464413"/>
              <a:ext cx="131596" cy="131432"/>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chemeClr val="bg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latin typeface="Aptos Light" panose="020B0004020202020204" pitchFamily="34" charset="0"/>
              </a:endParaRPr>
            </a:p>
          </p:txBody>
        </p:sp>
        <p:sp>
          <p:nvSpPr>
            <p:cNvPr id="62" name="TextBox 61">
              <a:extLst>
                <a:ext uri="{FF2B5EF4-FFF2-40B4-BE49-F238E27FC236}">
                  <a16:creationId xmlns:a16="http://schemas.microsoft.com/office/drawing/2014/main" id="{99649D56-614B-49F9-8ABC-79863BB56E96}"/>
                </a:ext>
              </a:extLst>
            </p:cNvPr>
            <p:cNvSpPr txBox="1"/>
            <p:nvPr/>
          </p:nvSpPr>
          <p:spPr>
            <a:xfrm>
              <a:off x="775880" y="1208296"/>
              <a:ext cx="1662315" cy="153888"/>
            </a:xfrm>
            <a:prstGeom prst="rect">
              <a:avLst/>
            </a:prstGeom>
            <a:noFill/>
          </p:spPr>
          <p:txBody>
            <a:bodyPr wrap="none" lIns="0" tIns="0" rIns="0" bIns="0" rtlCol="0">
              <a:spAutoFit/>
            </a:bodyPr>
            <a:lstStyle/>
            <a:p>
              <a:pPr>
                <a:lnSpc>
                  <a:spcPct val="100000"/>
                </a:lnSpc>
                <a:spcBef>
                  <a:spcPts val="1200"/>
                </a:spcBef>
                <a:buSzPct val="100000"/>
              </a:pPr>
              <a:r>
                <a:rPr lang="en-GB" sz="1000">
                  <a:solidFill>
                    <a:schemeClr val="bg1"/>
                  </a:solidFill>
                  <a:latin typeface="Aptos Light" panose="020B0004020202020204" pitchFamily="34" charset="0"/>
                </a:rPr>
                <a:t>Main Offices &amp; Innovation Labs</a:t>
              </a:r>
            </a:p>
          </p:txBody>
        </p:sp>
      </p:grpSp>
      <p:sp>
        <p:nvSpPr>
          <p:cNvPr id="63" name="Rectangle 62">
            <a:extLst>
              <a:ext uri="{FF2B5EF4-FFF2-40B4-BE49-F238E27FC236}">
                <a16:creationId xmlns:a16="http://schemas.microsoft.com/office/drawing/2014/main" id="{55D4FDE3-3E8F-43F3-8282-6B3FACF3C636}"/>
              </a:ext>
            </a:extLst>
          </p:cNvPr>
          <p:cNvSpPr/>
          <p:nvPr/>
        </p:nvSpPr>
        <p:spPr>
          <a:xfrm>
            <a:off x="365125" y="1966988"/>
            <a:ext cx="2007961" cy="1843012"/>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IN" sz="1800">
              <a:latin typeface="Aptos Light" panose="020B0004020202020204" pitchFamily="34" charset="0"/>
            </a:endParaRPr>
          </a:p>
        </p:txBody>
      </p:sp>
      <p:sp>
        <p:nvSpPr>
          <p:cNvPr id="64" name="Rectangle 63">
            <a:extLst>
              <a:ext uri="{FF2B5EF4-FFF2-40B4-BE49-F238E27FC236}">
                <a16:creationId xmlns:a16="http://schemas.microsoft.com/office/drawing/2014/main" id="{30934E2A-55C6-4E66-A9D0-72BE32B65200}"/>
              </a:ext>
            </a:extLst>
          </p:cNvPr>
          <p:cNvSpPr>
            <a:spLocks/>
          </p:cNvSpPr>
          <p:nvPr/>
        </p:nvSpPr>
        <p:spPr>
          <a:xfrm>
            <a:off x="525519" y="2233661"/>
            <a:ext cx="1764000" cy="774226"/>
          </a:xfrm>
          <a:prstGeom prst="rect">
            <a:avLst/>
          </a:prstGeom>
          <a:noFill/>
        </p:spPr>
        <p:txBody>
          <a:bodyPr wrap="square" anchor="ctr">
            <a:noAutofit/>
          </a:bodyPr>
          <a:lstStyle/>
          <a:p>
            <a:pPr marL="0" marR="0" lvl="2" algn="l" defTabSz="914400" rtl="0" eaLnBrk="1" fontAlgn="auto" latinLnBrk="0" hangingPunct="1">
              <a:lnSpc>
                <a:spcPct val="120000"/>
              </a:lnSpc>
              <a:spcBef>
                <a:spcPts val="0"/>
              </a:spcBef>
              <a:spcAft>
                <a:spcPts val="600"/>
              </a:spcAft>
              <a:buClrTx/>
              <a:buSzTx/>
              <a:tabLst/>
              <a:defRPr/>
            </a:pPr>
            <a:r>
              <a:rPr kumimoji="0" lang="en-US" sz="1000" i="0" u="none" strike="noStrike" kern="1200" cap="none" spc="0" normalizeH="0" baseline="0" noProof="0">
                <a:ln>
                  <a:noFill/>
                </a:ln>
                <a:effectLst/>
                <a:uLnTx/>
                <a:uFillTx/>
                <a:latin typeface="Aptos Light" panose="020B0004020202020204" pitchFamily="34" charset="0"/>
                <a:ea typeface="Calibri" panose="020F0502020204030204" pitchFamily="34" charset="0"/>
                <a:cs typeface="+mn-cs"/>
              </a:rPr>
              <a:t>86% of our global footprint is ISO 14001:2015 (Environmental Management System)</a:t>
            </a:r>
            <a:endParaRPr kumimoji="0" lang="en-IN" sz="1000" i="0" u="none" strike="noStrike" kern="1200" cap="none" spc="0" normalizeH="0" baseline="0" noProof="0">
              <a:ln>
                <a:noFill/>
              </a:ln>
              <a:effectLst/>
              <a:uLnTx/>
              <a:uFillTx/>
              <a:latin typeface="Aptos Light" panose="020B0004020202020204" pitchFamily="34" charset="0"/>
              <a:ea typeface="Calibri" panose="020F0502020204030204" pitchFamily="34" charset="0"/>
              <a:cs typeface="+mn-cs"/>
            </a:endParaRPr>
          </a:p>
        </p:txBody>
      </p:sp>
      <p:sp>
        <p:nvSpPr>
          <p:cNvPr id="65" name="Rectangle 64">
            <a:extLst>
              <a:ext uri="{FF2B5EF4-FFF2-40B4-BE49-F238E27FC236}">
                <a16:creationId xmlns:a16="http://schemas.microsoft.com/office/drawing/2014/main" id="{AF1F2AAE-832C-4863-9906-685EC7D61FF2}"/>
              </a:ext>
            </a:extLst>
          </p:cNvPr>
          <p:cNvSpPr>
            <a:spLocks/>
          </p:cNvSpPr>
          <p:nvPr/>
        </p:nvSpPr>
        <p:spPr>
          <a:xfrm>
            <a:off x="525519" y="3102453"/>
            <a:ext cx="1764000" cy="388065"/>
          </a:xfrm>
          <a:prstGeom prst="rect">
            <a:avLst/>
          </a:prstGeom>
          <a:noFill/>
        </p:spPr>
        <p:txBody>
          <a:bodyPr wrap="square" anchor="ctr">
            <a:noAutofit/>
          </a:bodyPr>
          <a:lstStyle/>
          <a:p>
            <a:pPr marL="0" marR="0" lvl="2" algn="l" defTabSz="914400" rtl="0" eaLnBrk="1" fontAlgn="auto" latinLnBrk="0" hangingPunct="1">
              <a:lnSpc>
                <a:spcPct val="120000"/>
              </a:lnSpc>
              <a:spcBef>
                <a:spcPts val="0"/>
              </a:spcBef>
              <a:spcAft>
                <a:spcPts val="600"/>
              </a:spcAft>
              <a:buClrTx/>
              <a:buSzTx/>
              <a:tabLst/>
              <a:defRPr/>
            </a:pPr>
            <a:r>
              <a:rPr kumimoji="0" lang="en-US" sz="1000" i="0" u="none" strike="noStrike" kern="1200" cap="none" spc="0" normalizeH="0" baseline="0" noProof="0">
                <a:ln>
                  <a:noFill/>
                </a:ln>
                <a:effectLst/>
                <a:uLnTx/>
                <a:uFillTx/>
                <a:latin typeface="Aptos Light" panose="020B0004020202020204" pitchFamily="34" charset="0"/>
                <a:ea typeface="Calibri" panose="020F0502020204030204" pitchFamily="34" charset="0"/>
                <a:cs typeface="+mn-cs"/>
              </a:rPr>
              <a:t>43% of our global footprint is LEED Gold Certified</a:t>
            </a:r>
            <a:endParaRPr kumimoji="0" lang="en-IN" sz="1000" i="0" u="none" strike="noStrike" kern="1200" cap="none" spc="0" normalizeH="0" baseline="0" noProof="0">
              <a:ln>
                <a:noFill/>
              </a:ln>
              <a:effectLst/>
              <a:uLnTx/>
              <a:uFillTx/>
              <a:latin typeface="Aptos Light" panose="020B0004020202020204" pitchFamily="34" charset="0"/>
              <a:ea typeface="Calibri" panose="020F0502020204030204" pitchFamily="34" charset="0"/>
              <a:cs typeface="+mn-cs"/>
            </a:endParaRPr>
          </a:p>
        </p:txBody>
      </p:sp>
      <p:sp>
        <p:nvSpPr>
          <p:cNvPr id="5" name="UST" descr="UST">
            <a:extLst>
              <a:ext uri="{FF2B5EF4-FFF2-40B4-BE49-F238E27FC236}">
                <a16:creationId xmlns:a16="http://schemas.microsoft.com/office/drawing/2014/main" id="{72D52E3F-9A96-46B2-35AF-A2385C66C267}"/>
              </a:ext>
            </a:extLst>
          </p:cNvPr>
          <p:cNvSpPr>
            <a:spLocks noChangeAspect="1" noEditPoints="1"/>
          </p:cNvSpPr>
          <p:nvPr/>
        </p:nvSpPr>
        <p:spPr bwMode="black">
          <a:xfrm>
            <a:off x="365760" y="6238277"/>
            <a:ext cx="320040" cy="354090"/>
          </a:xfrm>
          <a:custGeom>
            <a:avLst/>
            <a:gdLst>
              <a:gd name="T0" fmla="*/ 3605 w 4000"/>
              <a:gd name="T1" fmla="*/ 485 h 4419"/>
              <a:gd name="T2" fmla="*/ 3605 w 4000"/>
              <a:gd name="T3" fmla="*/ 485 h 4419"/>
              <a:gd name="T4" fmla="*/ 2969 w 4000"/>
              <a:gd name="T5" fmla="*/ 485 h 4419"/>
              <a:gd name="T6" fmla="*/ 2969 w 4000"/>
              <a:gd name="T7" fmla="*/ 1120 h 4419"/>
              <a:gd name="T8" fmla="*/ 3605 w 4000"/>
              <a:gd name="T9" fmla="*/ 1120 h 4419"/>
              <a:gd name="T10" fmla="*/ 3605 w 4000"/>
              <a:gd name="T11" fmla="*/ 485 h 4419"/>
              <a:gd name="T12" fmla="*/ 4000 w 4000"/>
              <a:gd name="T13" fmla="*/ 2730 h 4419"/>
              <a:gd name="T14" fmla="*/ 4000 w 4000"/>
              <a:gd name="T15" fmla="*/ 2730 h 4419"/>
              <a:gd name="T16" fmla="*/ 2574 w 4000"/>
              <a:gd name="T17" fmla="*/ 2730 h 4419"/>
              <a:gd name="T18" fmla="*/ 2574 w 4000"/>
              <a:gd name="T19" fmla="*/ 3120 h 4419"/>
              <a:gd name="T20" fmla="*/ 3062 w 4000"/>
              <a:gd name="T21" fmla="*/ 3120 h 4419"/>
              <a:gd name="T22" fmla="*/ 3062 w 4000"/>
              <a:gd name="T23" fmla="*/ 4367 h 4419"/>
              <a:gd name="T24" fmla="*/ 3512 w 4000"/>
              <a:gd name="T25" fmla="*/ 4367 h 4419"/>
              <a:gd name="T26" fmla="*/ 3512 w 4000"/>
              <a:gd name="T27" fmla="*/ 3120 h 4419"/>
              <a:gd name="T28" fmla="*/ 4000 w 4000"/>
              <a:gd name="T29" fmla="*/ 3120 h 4419"/>
              <a:gd name="T30" fmla="*/ 4000 w 4000"/>
              <a:gd name="T31" fmla="*/ 2730 h 4419"/>
              <a:gd name="T32" fmla="*/ 903 w 4000"/>
              <a:gd name="T33" fmla="*/ 3385 h 4419"/>
              <a:gd name="T34" fmla="*/ 903 w 4000"/>
              <a:gd name="T35" fmla="*/ 3385 h 4419"/>
              <a:gd name="T36" fmla="*/ 760 w 4000"/>
              <a:gd name="T37" fmla="*/ 3351 h 4419"/>
              <a:gd name="T38" fmla="*/ 530 w 4000"/>
              <a:gd name="T39" fmla="*/ 3188 h 4419"/>
              <a:gd name="T40" fmla="*/ 760 w 4000"/>
              <a:gd name="T41" fmla="*/ 3065 h 4419"/>
              <a:gd name="T42" fmla="*/ 1114 w 4000"/>
              <a:gd name="T43" fmla="*/ 3213 h 4419"/>
              <a:gd name="T44" fmla="*/ 1392 w 4000"/>
              <a:gd name="T45" fmla="*/ 2988 h 4419"/>
              <a:gd name="T46" fmla="*/ 763 w 4000"/>
              <a:gd name="T47" fmla="*/ 2683 h 4419"/>
              <a:gd name="T48" fmla="*/ 82 w 4000"/>
              <a:gd name="T49" fmla="*/ 3199 h 4419"/>
              <a:gd name="T50" fmla="*/ 635 w 4000"/>
              <a:gd name="T51" fmla="*/ 3739 h 4419"/>
              <a:gd name="T52" fmla="*/ 784 w 4000"/>
              <a:gd name="T53" fmla="*/ 3776 h 4419"/>
              <a:gd name="T54" fmla="*/ 984 w 4000"/>
              <a:gd name="T55" fmla="*/ 3912 h 4419"/>
              <a:gd name="T56" fmla="*/ 718 w 4000"/>
              <a:gd name="T57" fmla="*/ 4050 h 4419"/>
              <a:gd name="T58" fmla="*/ 307 w 4000"/>
              <a:gd name="T59" fmla="*/ 3867 h 4419"/>
              <a:gd name="T60" fmla="*/ 29 w 4000"/>
              <a:gd name="T61" fmla="*/ 4092 h 4419"/>
              <a:gd name="T62" fmla="*/ 721 w 4000"/>
              <a:gd name="T63" fmla="*/ 4419 h 4419"/>
              <a:gd name="T64" fmla="*/ 1451 w 4000"/>
              <a:gd name="T65" fmla="*/ 3900 h 4419"/>
              <a:gd name="T66" fmla="*/ 903 w 4000"/>
              <a:gd name="T67" fmla="*/ 3385 h 4419"/>
              <a:gd name="T68" fmla="*/ 1026 w 4000"/>
              <a:gd name="T69" fmla="*/ 0 h 4419"/>
              <a:gd name="T70" fmla="*/ 1026 w 4000"/>
              <a:gd name="T71" fmla="*/ 0 h 4419"/>
              <a:gd name="T72" fmla="*/ 1475 w 4000"/>
              <a:gd name="T73" fmla="*/ 0 h 4419"/>
              <a:gd name="T74" fmla="*/ 1475 w 4000"/>
              <a:gd name="T75" fmla="*/ 967 h 4419"/>
              <a:gd name="T76" fmla="*/ 741 w 4000"/>
              <a:gd name="T77" fmla="*/ 1688 h 4419"/>
              <a:gd name="T78" fmla="*/ 0 w 4000"/>
              <a:gd name="T79" fmla="*/ 967 h 4419"/>
              <a:gd name="T80" fmla="*/ 0 w 4000"/>
              <a:gd name="T81" fmla="*/ 0 h 4419"/>
              <a:gd name="T82" fmla="*/ 449 w 4000"/>
              <a:gd name="T83" fmla="*/ 0 h 4419"/>
              <a:gd name="T84" fmla="*/ 449 w 4000"/>
              <a:gd name="T85" fmla="*/ 970 h 4419"/>
              <a:gd name="T86" fmla="*/ 739 w 4000"/>
              <a:gd name="T87" fmla="*/ 1273 h 4419"/>
              <a:gd name="T88" fmla="*/ 1026 w 4000"/>
              <a:gd name="T89" fmla="*/ 970 h 4419"/>
              <a:gd name="T90" fmla="*/ 1026 w 4000"/>
              <a:gd name="T91" fmla="*/ 0 h 4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000" h="4419">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rgbClr val="231F20"/>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31F20"/>
              </a:solidFill>
              <a:effectLst/>
              <a:uLnTx/>
              <a:uFillTx/>
            </a:endParaRPr>
          </a:p>
        </p:txBody>
      </p:sp>
      <p:sp>
        <p:nvSpPr>
          <p:cNvPr id="6" name="Legal">
            <a:extLst>
              <a:ext uri="{FF2B5EF4-FFF2-40B4-BE49-F238E27FC236}">
                <a16:creationId xmlns:a16="http://schemas.microsoft.com/office/drawing/2014/main" id="{91C9DE65-92FF-E31B-4F50-1D04E1E2AEE3}"/>
              </a:ext>
            </a:extLst>
          </p:cNvPr>
          <p:cNvSpPr txBox="1"/>
          <p:nvPr/>
        </p:nvSpPr>
        <p:spPr>
          <a:xfrm>
            <a:off x="8223294" y="6402070"/>
            <a:ext cx="3142698" cy="182880"/>
          </a:xfrm>
          <a:prstGeom prst="rect">
            <a:avLst/>
          </a:prstGeom>
          <a:noFill/>
        </p:spPr>
        <p:txBody>
          <a:bodyPr wrap="none" lIns="0" tIns="0" rIns="0" bIns="0" rtlCol="0" anchor="b" anchorCtr="0">
            <a:noAutofit/>
          </a:bodyPr>
          <a:lstStyle/>
          <a:p>
            <a:pPr marL="0" indent="0" algn="r">
              <a:lnSpc>
                <a:spcPct val="100000"/>
              </a:lnSpc>
              <a:spcBef>
                <a:spcPts val="0"/>
              </a:spcBef>
              <a:buSzPct val="100000"/>
              <a:buFontTx/>
              <a:buNone/>
            </a:pPr>
            <a:r>
              <a:rPr lang="en-US" sz="800" b="0">
                <a:solidFill>
                  <a:schemeClr val="bg1"/>
                </a:solidFill>
                <a:latin typeface="Aptos Light" panose="020B0004020202020204" pitchFamily="34" charset="0"/>
              </a:rPr>
              <a:t>Confidential and Proprietary. © 2026 UST Global Inc</a:t>
            </a:r>
          </a:p>
        </p:txBody>
      </p:sp>
      <p:sp>
        <p:nvSpPr>
          <p:cNvPr id="7" name="Slide Number Placeholder 10">
            <a:extLst>
              <a:ext uri="{FF2B5EF4-FFF2-40B4-BE49-F238E27FC236}">
                <a16:creationId xmlns:a16="http://schemas.microsoft.com/office/drawing/2014/main" id="{B0A46B1E-3B82-5F78-393F-101F550F1FF5}"/>
              </a:ext>
            </a:extLst>
          </p:cNvPr>
          <p:cNvSpPr txBox="1">
            <a:spLocks/>
          </p:cNvSpPr>
          <p:nvPr/>
        </p:nvSpPr>
        <p:spPr>
          <a:xfrm>
            <a:off x="11365992" y="6317730"/>
            <a:ext cx="457200" cy="274637"/>
          </a:xfrm>
          <a:prstGeom prst="rect">
            <a:avLst/>
          </a:prstGeom>
        </p:spPr>
        <p:txBody>
          <a:bodyPr vert="horz" lIns="0" tIns="0" rIns="0" bIns="0" rtlCol="0" anchor="b" anchorCtr="0"/>
          <a:lstStyle>
            <a:defPPr>
              <a:defRPr lang="en-US"/>
            </a:defPPr>
            <a:lvl1pPr marL="0" algn="r" defTabSz="892894" rtl="0" eaLnBrk="1" latinLnBrk="0" hangingPunct="1">
              <a:defRPr sz="1000" kern="1200">
                <a:solidFill>
                  <a:schemeClr val="accent3"/>
                </a:solidFill>
                <a:latin typeface="Helvetica"/>
                <a:ea typeface="+mn-ea"/>
                <a:cs typeface="Helvetica"/>
              </a:defRPr>
            </a:lvl1pPr>
            <a:lvl2pPr marL="446447" algn="l" defTabSz="892894" rtl="0" eaLnBrk="1" latinLnBrk="0" hangingPunct="1">
              <a:defRPr sz="1700" kern="1200">
                <a:solidFill>
                  <a:schemeClr val="tx1"/>
                </a:solidFill>
                <a:latin typeface="+mn-lt"/>
                <a:ea typeface="+mn-ea"/>
                <a:cs typeface="+mn-cs"/>
              </a:defRPr>
            </a:lvl2pPr>
            <a:lvl3pPr marL="892894" algn="l" defTabSz="892894" rtl="0" eaLnBrk="1" latinLnBrk="0" hangingPunct="1">
              <a:defRPr sz="1700" kern="1200">
                <a:solidFill>
                  <a:schemeClr val="tx1"/>
                </a:solidFill>
                <a:latin typeface="+mn-lt"/>
                <a:ea typeface="+mn-ea"/>
                <a:cs typeface="+mn-cs"/>
              </a:defRPr>
            </a:lvl3pPr>
            <a:lvl4pPr marL="1339340" algn="l" defTabSz="892894" rtl="0" eaLnBrk="1" latinLnBrk="0" hangingPunct="1">
              <a:defRPr sz="1700" kern="1200">
                <a:solidFill>
                  <a:schemeClr val="tx1"/>
                </a:solidFill>
                <a:latin typeface="+mn-lt"/>
                <a:ea typeface="+mn-ea"/>
                <a:cs typeface="+mn-cs"/>
              </a:defRPr>
            </a:lvl4pPr>
            <a:lvl5pPr marL="1785787" algn="l" defTabSz="892894" rtl="0" eaLnBrk="1" latinLnBrk="0" hangingPunct="1">
              <a:defRPr sz="1700" kern="1200">
                <a:solidFill>
                  <a:schemeClr val="tx1"/>
                </a:solidFill>
                <a:latin typeface="+mn-lt"/>
                <a:ea typeface="+mn-ea"/>
                <a:cs typeface="+mn-cs"/>
              </a:defRPr>
            </a:lvl5pPr>
            <a:lvl6pPr marL="2232234" algn="l" defTabSz="892894" rtl="0" eaLnBrk="1" latinLnBrk="0" hangingPunct="1">
              <a:defRPr sz="1700" kern="1200">
                <a:solidFill>
                  <a:schemeClr val="tx1"/>
                </a:solidFill>
                <a:latin typeface="+mn-lt"/>
                <a:ea typeface="+mn-ea"/>
                <a:cs typeface="+mn-cs"/>
              </a:defRPr>
            </a:lvl6pPr>
            <a:lvl7pPr marL="2678681" algn="l" defTabSz="892894" rtl="0" eaLnBrk="1" latinLnBrk="0" hangingPunct="1">
              <a:defRPr sz="1700" kern="1200">
                <a:solidFill>
                  <a:schemeClr val="tx1"/>
                </a:solidFill>
                <a:latin typeface="+mn-lt"/>
                <a:ea typeface="+mn-ea"/>
                <a:cs typeface="+mn-cs"/>
              </a:defRPr>
            </a:lvl7pPr>
            <a:lvl8pPr marL="3125127" algn="l" defTabSz="892894" rtl="0" eaLnBrk="1" latinLnBrk="0" hangingPunct="1">
              <a:defRPr sz="1700" kern="1200">
                <a:solidFill>
                  <a:schemeClr val="tx1"/>
                </a:solidFill>
                <a:latin typeface="+mn-lt"/>
                <a:ea typeface="+mn-ea"/>
                <a:cs typeface="+mn-cs"/>
              </a:defRPr>
            </a:lvl8pPr>
            <a:lvl9pPr marL="3571574" algn="l" defTabSz="892894" rtl="0" eaLnBrk="1" latinLnBrk="0" hangingPunct="1">
              <a:defRPr sz="1700" kern="1200">
                <a:solidFill>
                  <a:schemeClr val="tx1"/>
                </a:solidFill>
                <a:latin typeface="+mn-lt"/>
                <a:ea typeface="+mn-ea"/>
                <a:cs typeface="+mn-cs"/>
              </a:defRPr>
            </a:lvl9pPr>
          </a:lstStyle>
          <a:p>
            <a:pPr algn="r"/>
            <a:r>
              <a:rPr lang="en-US" sz="800">
                <a:solidFill>
                  <a:schemeClr val="bg1"/>
                </a:solidFill>
                <a:latin typeface="Aptos Light" panose="020B0004020202020204" pitchFamily="34" charset="0"/>
                <a:cs typeface="Trebuchet MS"/>
              </a:rPr>
              <a:t> </a:t>
            </a:r>
            <a:fld id="{110FD68B-4EE4-9D43-89F2-B87D6C9CEE3A}" type="slidenum">
              <a:rPr lang="en-US" sz="800" smtClean="0">
                <a:solidFill>
                  <a:schemeClr val="bg1"/>
                </a:solidFill>
                <a:latin typeface="Aptos Light" panose="020B0004020202020204" pitchFamily="34" charset="0"/>
                <a:cs typeface="Trebuchet MS"/>
              </a:rPr>
              <a:pPr algn="r"/>
              <a:t>‹#›</a:t>
            </a:fld>
            <a:endParaRPr lang="en-US" sz="800">
              <a:solidFill>
                <a:schemeClr val="bg1"/>
              </a:solidFill>
              <a:latin typeface="Aptos Light" panose="020B0004020202020204" pitchFamily="34" charset="0"/>
              <a:cs typeface="Trebuchet MS"/>
            </a:endParaRPr>
          </a:p>
        </p:txBody>
      </p:sp>
      <p:grpSp>
        <p:nvGrpSpPr>
          <p:cNvPr id="10" name="Group 9">
            <a:extLst>
              <a:ext uri="{FF2B5EF4-FFF2-40B4-BE49-F238E27FC236}">
                <a16:creationId xmlns:a16="http://schemas.microsoft.com/office/drawing/2014/main" id="{B7813C5A-5F4F-3D35-96EA-14489763FB4F}"/>
              </a:ext>
            </a:extLst>
          </p:cNvPr>
          <p:cNvGrpSpPr/>
          <p:nvPr/>
        </p:nvGrpSpPr>
        <p:grpSpPr>
          <a:xfrm>
            <a:off x="2807849" y="1020802"/>
            <a:ext cx="9059820" cy="5362262"/>
            <a:chOff x="2807849" y="1020802"/>
            <a:chExt cx="9059820" cy="5362262"/>
          </a:xfrm>
        </p:grpSpPr>
        <p:grpSp>
          <p:nvGrpSpPr>
            <p:cNvPr id="11" name="Group 10">
              <a:extLst>
                <a:ext uri="{FF2B5EF4-FFF2-40B4-BE49-F238E27FC236}">
                  <a16:creationId xmlns:a16="http://schemas.microsoft.com/office/drawing/2014/main" id="{91624DD6-1AEA-25F4-D077-6752353E912A}"/>
                </a:ext>
              </a:extLst>
            </p:cNvPr>
            <p:cNvGrpSpPr/>
            <p:nvPr/>
          </p:nvGrpSpPr>
          <p:grpSpPr>
            <a:xfrm>
              <a:off x="2807849" y="1020802"/>
              <a:ext cx="8852619" cy="5362262"/>
              <a:chOff x="2845949" y="1020802"/>
              <a:chExt cx="8852619" cy="5362262"/>
            </a:xfrm>
          </p:grpSpPr>
          <p:sp>
            <p:nvSpPr>
              <p:cNvPr id="13" name="TextBox 12">
                <a:extLst>
                  <a:ext uri="{FF2B5EF4-FFF2-40B4-BE49-F238E27FC236}">
                    <a16:creationId xmlns:a16="http://schemas.microsoft.com/office/drawing/2014/main" id="{54B56D36-AD70-EFF8-46DB-A299A2CD66B3}"/>
                  </a:ext>
                </a:extLst>
              </p:cNvPr>
              <p:cNvSpPr txBox="1"/>
              <p:nvPr/>
            </p:nvSpPr>
            <p:spPr>
              <a:xfrm>
                <a:off x="2845949" y="2336626"/>
                <a:ext cx="1098058" cy="3063274"/>
              </a:xfrm>
              <a:prstGeom prst="rect">
                <a:avLst/>
              </a:prstGeom>
              <a:noFill/>
            </p:spPr>
            <p:txBody>
              <a:bodyPr wrap="none" lIns="0" tIns="0" rIns="0" bIns="0" rtlCol="0">
                <a:spAutoFit/>
              </a:bodyPr>
              <a:lstStyle/>
              <a:p>
                <a:pPr>
                  <a:lnSpc>
                    <a:spcPct val="110000"/>
                  </a:lnSpc>
                  <a:spcAft>
                    <a:spcPts val="100"/>
                  </a:spcAft>
                  <a:buSzPct val="100000"/>
                </a:pPr>
                <a:r>
                  <a:rPr lang="en-US" sz="1000" b="1">
                    <a:solidFill>
                      <a:schemeClr val="bg1"/>
                    </a:solidFill>
                    <a:latin typeface="Aptos Light" panose="020B0004020202020204" pitchFamily="34" charset="0"/>
                  </a:rPr>
                  <a:t>AMERICAS</a:t>
                </a:r>
              </a:p>
              <a:p>
                <a:pPr>
                  <a:lnSpc>
                    <a:spcPct val="110000"/>
                  </a:lnSpc>
                  <a:spcAft>
                    <a:spcPts val="100"/>
                  </a:spcAft>
                  <a:buSzPct val="100000"/>
                </a:pPr>
                <a:r>
                  <a:rPr lang="en-US" sz="1000">
                    <a:solidFill>
                      <a:schemeClr val="accent6"/>
                    </a:solidFill>
                    <a:latin typeface="Aptos Light" panose="020B0004020202020204" pitchFamily="34" charset="0"/>
                  </a:rPr>
                  <a:t>Global HQ – Orange </a:t>
                </a:r>
                <a:br>
                  <a:rPr lang="en-US" sz="1000">
                    <a:solidFill>
                      <a:schemeClr val="accent6"/>
                    </a:solidFill>
                    <a:latin typeface="Aptos Light" panose="020B0004020202020204" pitchFamily="34" charset="0"/>
                  </a:rPr>
                </a:br>
                <a:r>
                  <a:rPr lang="en-US" sz="1000">
                    <a:solidFill>
                      <a:schemeClr val="accent6"/>
                    </a:solidFill>
                    <a:latin typeface="Aptos Light" panose="020B0004020202020204" pitchFamily="34" charset="0"/>
                  </a:rPr>
                  <a:t>County, CA</a:t>
                </a:r>
              </a:p>
              <a:p>
                <a:pPr>
                  <a:lnSpc>
                    <a:spcPct val="110000"/>
                  </a:lnSpc>
                  <a:spcAft>
                    <a:spcPts val="100"/>
                  </a:spcAft>
                  <a:buSzPct val="100000"/>
                </a:pPr>
                <a:r>
                  <a:rPr lang="en-US" sz="1000">
                    <a:solidFill>
                      <a:schemeClr val="bg1"/>
                    </a:solidFill>
                    <a:latin typeface="Aptos Light" panose="020B0004020202020204" pitchFamily="34" charset="0"/>
                  </a:rPr>
                  <a:t>Bentonville, AR</a:t>
                </a:r>
              </a:p>
              <a:p>
                <a:pPr>
                  <a:lnSpc>
                    <a:spcPct val="110000"/>
                  </a:lnSpc>
                  <a:spcAft>
                    <a:spcPts val="100"/>
                  </a:spcAft>
                  <a:buSzPct val="100000"/>
                </a:pPr>
                <a:r>
                  <a:rPr lang="en-US" sz="1000">
                    <a:solidFill>
                      <a:schemeClr val="bg1"/>
                    </a:solidFill>
                    <a:latin typeface="Aptos Light" panose="020B0004020202020204" pitchFamily="34" charset="0"/>
                  </a:rPr>
                  <a:t>Chicago, IL </a:t>
                </a:r>
              </a:p>
              <a:p>
                <a:pPr>
                  <a:lnSpc>
                    <a:spcPct val="110000"/>
                  </a:lnSpc>
                  <a:spcAft>
                    <a:spcPts val="100"/>
                  </a:spcAft>
                  <a:buSzPct val="100000"/>
                </a:pPr>
                <a:r>
                  <a:rPr lang="en-US" sz="1000">
                    <a:solidFill>
                      <a:schemeClr val="bg1"/>
                    </a:solidFill>
                    <a:latin typeface="Aptos Light" panose="020B0004020202020204" pitchFamily="34" charset="0"/>
                  </a:rPr>
                  <a:t>Norfolk, VA</a:t>
                </a:r>
              </a:p>
              <a:p>
                <a:pPr>
                  <a:lnSpc>
                    <a:spcPct val="110000"/>
                  </a:lnSpc>
                  <a:spcAft>
                    <a:spcPts val="100"/>
                  </a:spcAft>
                  <a:buSzPct val="100000"/>
                </a:pPr>
                <a:r>
                  <a:rPr lang="en-US" sz="1000">
                    <a:solidFill>
                      <a:schemeClr val="bg1"/>
                    </a:solidFill>
                    <a:latin typeface="Aptos Light" panose="020B0004020202020204" pitchFamily="34" charset="0"/>
                  </a:rPr>
                  <a:t>Atlanta, GA</a:t>
                </a:r>
              </a:p>
              <a:p>
                <a:pPr>
                  <a:lnSpc>
                    <a:spcPct val="110000"/>
                  </a:lnSpc>
                  <a:spcAft>
                    <a:spcPts val="100"/>
                  </a:spcAft>
                  <a:buSzPct val="100000"/>
                </a:pPr>
                <a:r>
                  <a:rPr lang="en-US" sz="1000">
                    <a:solidFill>
                      <a:schemeClr val="bg1"/>
                    </a:solidFill>
                    <a:latin typeface="Aptos Light" panose="020B0004020202020204" pitchFamily="34" charset="0"/>
                  </a:rPr>
                  <a:t>Seattle, WA</a:t>
                </a:r>
              </a:p>
              <a:p>
                <a:pPr>
                  <a:lnSpc>
                    <a:spcPct val="110000"/>
                  </a:lnSpc>
                  <a:spcAft>
                    <a:spcPts val="100"/>
                  </a:spcAft>
                  <a:buSzPct val="100000"/>
                </a:pPr>
                <a:r>
                  <a:rPr lang="en-US" sz="1000">
                    <a:solidFill>
                      <a:schemeClr val="bg1"/>
                    </a:solidFill>
                    <a:latin typeface="Aptos Light" panose="020B0004020202020204" pitchFamily="34" charset="0"/>
                  </a:rPr>
                  <a:t>Toronto, CA</a:t>
                </a:r>
              </a:p>
              <a:p>
                <a:pPr>
                  <a:lnSpc>
                    <a:spcPct val="110000"/>
                  </a:lnSpc>
                  <a:spcAft>
                    <a:spcPts val="100"/>
                  </a:spcAft>
                  <a:buSzPct val="100000"/>
                </a:pPr>
                <a:r>
                  <a:rPr lang="en-US" sz="1000">
                    <a:solidFill>
                      <a:schemeClr val="bg1"/>
                    </a:solidFill>
                    <a:latin typeface="Aptos Light" panose="020B0004020202020204" pitchFamily="34" charset="0"/>
                  </a:rPr>
                  <a:t>Vancouver, CA</a:t>
                </a:r>
              </a:p>
              <a:p>
                <a:pPr>
                  <a:lnSpc>
                    <a:spcPct val="110000"/>
                  </a:lnSpc>
                  <a:spcAft>
                    <a:spcPts val="100"/>
                  </a:spcAft>
                  <a:buSzPct val="100000"/>
                </a:pPr>
                <a:r>
                  <a:rPr lang="en-US" sz="1000">
                    <a:solidFill>
                      <a:schemeClr val="bg1"/>
                    </a:solidFill>
                    <a:latin typeface="Aptos Light" panose="020B0004020202020204" pitchFamily="34" charset="0"/>
                  </a:rPr>
                  <a:t>Guadalajara, MX</a:t>
                </a:r>
              </a:p>
              <a:p>
                <a:pPr>
                  <a:lnSpc>
                    <a:spcPct val="110000"/>
                  </a:lnSpc>
                  <a:spcAft>
                    <a:spcPts val="100"/>
                  </a:spcAft>
                  <a:buSzPct val="100000"/>
                </a:pPr>
                <a:r>
                  <a:rPr lang="en-US" sz="1000">
                    <a:solidFill>
                      <a:schemeClr val="bg1"/>
                    </a:solidFill>
                    <a:latin typeface="Aptos Light" panose="020B0004020202020204" pitchFamily="34" charset="0"/>
                  </a:rPr>
                  <a:t>Leon, MX</a:t>
                </a:r>
              </a:p>
              <a:p>
                <a:pPr>
                  <a:lnSpc>
                    <a:spcPct val="110000"/>
                  </a:lnSpc>
                  <a:spcAft>
                    <a:spcPts val="100"/>
                  </a:spcAft>
                  <a:buSzPct val="100000"/>
                </a:pPr>
                <a:r>
                  <a:rPr lang="en-US" sz="1000">
                    <a:solidFill>
                      <a:schemeClr val="bg1"/>
                    </a:solidFill>
                    <a:latin typeface="Aptos Light" panose="020B0004020202020204" pitchFamily="34" charset="0"/>
                  </a:rPr>
                  <a:t>San Jose, CR</a:t>
                </a:r>
              </a:p>
              <a:p>
                <a:pPr>
                  <a:lnSpc>
                    <a:spcPct val="110000"/>
                  </a:lnSpc>
                  <a:spcAft>
                    <a:spcPts val="100"/>
                  </a:spcAft>
                  <a:buSzPct val="100000"/>
                </a:pPr>
                <a:r>
                  <a:rPr lang="en-US" sz="1000">
                    <a:solidFill>
                      <a:schemeClr val="bg1"/>
                    </a:solidFill>
                    <a:latin typeface="Aptos Light" panose="020B0004020202020204" pitchFamily="34" charset="0"/>
                  </a:rPr>
                  <a:t>Santiago, CL</a:t>
                </a:r>
              </a:p>
              <a:p>
                <a:pPr>
                  <a:lnSpc>
                    <a:spcPct val="110000"/>
                  </a:lnSpc>
                  <a:spcAft>
                    <a:spcPts val="100"/>
                  </a:spcAft>
                  <a:buSzPct val="100000"/>
                </a:pPr>
                <a:r>
                  <a:rPr lang="en-US" sz="1000">
                    <a:solidFill>
                      <a:schemeClr val="bg1"/>
                    </a:solidFill>
                    <a:latin typeface="Aptos Light" panose="020B0004020202020204" pitchFamily="34" charset="0"/>
                  </a:rPr>
                  <a:t>Lima, PE</a:t>
                </a:r>
              </a:p>
              <a:p>
                <a:pPr>
                  <a:lnSpc>
                    <a:spcPct val="110000"/>
                  </a:lnSpc>
                  <a:spcAft>
                    <a:spcPts val="100"/>
                  </a:spcAft>
                  <a:buSzPct val="100000"/>
                </a:pPr>
                <a:r>
                  <a:rPr lang="en-US" sz="1000">
                    <a:solidFill>
                      <a:schemeClr val="bg1"/>
                    </a:solidFill>
                    <a:latin typeface="Aptos Light" panose="020B0004020202020204" pitchFamily="34" charset="0"/>
                  </a:rPr>
                  <a:t>Sao Paulo, BR</a:t>
                </a:r>
              </a:p>
              <a:p>
                <a:pPr>
                  <a:lnSpc>
                    <a:spcPct val="110000"/>
                  </a:lnSpc>
                  <a:spcAft>
                    <a:spcPts val="100"/>
                  </a:spcAft>
                  <a:buSzPct val="100000"/>
                </a:pPr>
                <a:r>
                  <a:rPr lang="en-US" sz="1000">
                    <a:solidFill>
                      <a:schemeClr val="bg1"/>
                    </a:solidFill>
                    <a:latin typeface="Aptos Light" panose="020B0004020202020204" pitchFamily="34" charset="0"/>
                  </a:rPr>
                  <a:t>Bogota, CO</a:t>
                </a:r>
              </a:p>
            </p:txBody>
          </p:sp>
          <p:sp>
            <p:nvSpPr>
              <p:cNvPr id="14" name="TextBox 13">
                <a:extLst>
                  <a:ext uri="{FF2B5EF4-FFF2-40B4-BE49-F238E27FC236}">
                    <a16:creationId xmlns:a16="http://schemas.microsoft.com/office/drawing/2014/main" id="{5A7C97C4-7D4D-4829-A815-979BA3239C35}"/>
                  </a:ext>
                </a:extLst>
              </p:cNvPr>
              <p:cNvSpPr txBox="1"/>
              <p:nvPr/>
            </p:nvSpPr>
            <p:spPr>
              <a:xfrm>
                <a:off x="8669029" y="3791605"/>
                <a:ext cx="1073228" cy="1855251"/>
              </a:xfrm>
              <a:prstGeom prst="rect">
                <a:avLst/>
              </a:prstGeom>
              <a:noFill/>
            </p:spPr>
            <p:txBody>
              <a:bodyPr wrap="square" lIns="0" tIns="0" rIns="0" bIns="0" rtlCol="0">
                <a:spAutoFit/>
              </a:bodyPr>
              <a:lstStyle/>
              <a:p>
                <a:pPr>
                  <a:lnSpc>
                    <a:spcPct val="110000"/>
                  </a:lnSpc>
                  <a:buSzPct val="100000"/>
                </a:pPr>
                <a:r>
                  <a:rPr lang="en-US" sz="1000" b="1">
                    <a:solidFill>
                      <a:schemeClr val="bg1"/>
                    </a:solidFill>
                    <a:latin typeface="Aptos Light" panose="020B0004020202020204" pitchFamily="34" charset="0"/>
                  </a:rPr>
                  <a:t>INDIA</a:t>
                </a:r>
              </a:p>
              <a:p>
                <a:pPr>
                  <a:lnSpc>
                    <a:spcPct val="110000"/>
                  </a:lnSpc>
                  <a:buSzPct val="100000"/>
                </a:pPr>
                <a:r>
                  <a:rPr lang="en-US" sz="1000">
                    <a:solidFill>
                      <a:schemeClr val="accent3"/>
                    </a:solidFill>
                    <a:latin typeface="Aptos Light" panose="020B0004020202020204" pitchFamily="34" charset="0"/>
                  </a:rPr>
                  <a:t>Trivandrum</a:t>
                </a:r>
              </a:p>
              <a:p>
                <a:pPr>
                  <a:lnSpc>
                    <a:spcPct val="110000"/>
                  </a:lnSpc>
                  <a:buSzPct val="100000"/>
                </a:pPr>
                <a:r>
                  <a:rPr lang="en-US" sz="1000">
                    <a:solidFill>
                      <a:schemeClr val="bg1"/>
                    </a:solidFill>
                    <a:latin typeface="Aptos Light" panose="020B0004020202020204" pitchFamily="34" charset="0"/>
                  </a:rPr>
                  <a:t>Bangalore</a:t>
                </a:r>
              </a:p>
              <a:p>
                <a:pPr>
                  <a:lnSpc>
                    <a:spcPct val="110000"/>
                  </a:lnSpc>
                  <a:buSzPct val="100000"/>
                </a:pPr>
                <a:r>
                  <a:rPr lang="en-US" sz="1000">
                    <a:solidFill>
                      <a:schemeClr val="bg1"/>
                    </a:solidFill>
                    <a:latin typeface="Aptos Light" panose="020B0004020202020204" pitchFamily="34" charset="0"/>
                  </a:rPr>
                  <a:t>Chennai</a:t>
                </a:r>
              </a:p>
              <a:p>
                <a:pPr>
                  <a:lnSpc>
                    <a:spcPct val="110000"/>
                  </a:lnSpc>
                  <a:buSzPct val="100000"/>
                </a:pPr>
                <a:r>
                  <a:rPr lang="en-US" sz="1000">
                    <a:solidFill>
                      <a:schemeClr val="bg1"/>
                    </a:solidFill>
                    <a:latin typeface="Aptos Light" panose="020B0004020202020204" pitchFamily="34" charset="0"/>
                  </a:rPr>
                  <a:t>Hyderabad</a:t>
                </a:r>
              </a:p>
              <a:p>
                <a:pPr>
                  <a:lnSpc>
                    <a:spcPct val="110000"/>
                  </a:lnSpc>
                  <a:buSzPct val="100000"/>
                </a:pPr>
                <a:r>
                  <a:rPr lang="en-US" sz="1000">
                    <a:solidFill>
                      <a:schemeClr val="bg1"/>
                    </a:solidFill>
                    <a:latin typeface="Aptos Light" panose="020B0004020202020204" pitchFamily="34" charset="0"/>
                  </a:rPr>
                  <a:t>Kochi</a:t>
                </a:r>
              </a:p>
              <a:p>
                <a:pPr>
                  <a:lnSpc>
                    <a:spcPct val="110000"/>
                  </a:lnSpc>
                  <a:buSzPct val="100000"/>
                </a:pPr>
                <a:r>
                  <a:rPr lang="en-US" sz="1000">
                    <a:solidFill>
                      <a:schemeClr val="bg1"/>
                    </a:solidFill>
                    <a:latin typeface="Aptos Light" panose="020B0004020202020204" pitchFamily="34" charset="0"/>
                  </a:rPr>
                  <a:t>Delhi</a:t>
                </a:r>
              </a:p>
              <a:p>
                <a:pPr>
                  <a:lnSpc>
                    <a:spcPct val="110000"/>
                  </a:lnSpc>
                  <a:buSzPct val="100000"/>
                </a:pPr>
                <a:r>
                  <a:rPr lang="en-US" sz="1000">
                    <a:solidFill>
                      <a:schemeClr val="bg1"/>
                    </a:solidFill>
                    <a:latin typeface="Aptos Light" panose="020B0004020202020204" pitchFamily="34" charset="0"/>
                  </a:rPr>
                  <a:t>Coimbatore </a:t>
                </a:r>
              </a:p>
              <a:p>
                <a:pPr>
                  <a:lnSpc>
                    <a:spcPct val="110000"/>
                  </a:lnSpc>
                  <a:buSzPct val="100000"/>
                </a:pPr>
                <a:r>
                  <a:rPr lang="en-US" sz="1000">
                    <a:solidFill>
                      <a:schemeClr val="bg1"/>
                    </a:solidFill>
                    <a:latin typeface="Aptos Light" panose="020B0004020202020204" pitchFamily="34" charset="0"/>
                  </a:rPr>
                  <a:t>Hosur </a:t>
                </a:r>
              </a:p>
              <a:p>
                <a:pPr>
                  <a:lnSpc>
                    <a:spcPct val="110000"/>
                  </a:lnSpc>
                  <a:buSzPct val="100000"/>
                </a:pPr>
                <a:r>
                  <a:rPr lang="en-US" sz="1000">
                    <a:solidFill>
                      <a:schemeClr val="bg1"/>
                    </a:solidFill>
                    <a:latin typeface="Aptos Light" panose="020B0004020202020204" pitchFamily="34" charset="0"/>
                  </a:rPr>
                  <a:t>Pune</a:t>
                </a:r>
              </a:p>
              <a:p>
                <a:pPr>
                  <a:lnSpc>
                    <a:spcPct val="110000"/>
                  </a:lnSpc>
                  <a:buSzPct val="100000"/>
                </a:pPr>
                <a:r>
                  <a:rPr lang="en-US" sz="1000">
                    <a:solidFill>
                      <a:schemeClr val="bg1"/>
                    </a:solidFill>
                    <a:latin typeface="Aptos Light" panose="020B0004020202020204" pitchFamily="34" charset="0"/>
                  </a:rPr>
                  <a:t>Kolkata</a:t>
                </a:r>
              </a:p>
            </p:txBody>
          </p:sp>
          <p:sp>
            <p:nvSpPr>
              <p:cNvPr id="15" name="TextBox 14">
                <a:extLst>
                  <a:ext uri="{FF2B5EF4-FFF2-40B4-BE49-F238E27FC236}">
                    <a16:creationId xmlns:a16="http://schemas.microsoft.com/office/drawing/2014/main" id="{734BFCA2-87E8-C701-556D-ED674108B771}"/>
                  </a:ext>
                </a:extLst>
              </p:cNvPr>
              <p:cNvSpPr txBox="1"/>
              <p:nvPr/>
            </p:nvSpPr>
            <p:spPr>
              <a:xfrm>
                <a:off x="5910807" y="2284867"/>
                <a:ext cx="857607" cy="1516697"/>
              </a:xfrm>
              <a:prstGeom prst="rect">
                <a:avLst/>
              </a:prstGeom>
              <a:noFill/>
            </p:spPr>
            <p:txBody>
              <a:bodyPr wrap="none" lIns="0" tIns="0" rIns="0" bIns="0" rtlCol="0">
                <a:spAutoFit/>
              </a:bodyPr>
              <a:lstStyle/>
              <a:p>
                <a:pPr>
                  <a:lnSpc>
                    <a:spcPct val="110000"/>
                  </a:lnSpc>
                  <a:buSzPct val="100000"/>
                </a:pPr>
                <a:r>
                  <a:rPr lang="en-US" sz="1000" b="1">
                    <a:solidFill>
                      <a:schemeClr val="bg1"/>
                    </a:solidFill>
                    <a:latin typeface="Aptos Light" panose="020B0004020202020204" pitchFamily="34" charset="0"/>
                  </a:rPr>
                  <a:t>EMEA</a:t>
                </a:r>
              </a:p>
              <a:p>
                <a:pPr>
                  <a:lnSpc>
                    <a:spcPct val="110000"/>
                  </a:lnSpc>
                  <a:buSzPct val="100000"/>
                </a:pPr>
                <a:r>
                  <a:rPr lang="en-US" sz="1000">
                    <a:solidFill>
                      <a:schemeClr val="accent3"/>
                    </a:solidFill>
                    <a:latin typeface="Aptos Light" panose="020B0004020202020204" pitchFamily="34" charset="0"/>
                  </a:rPr>
                  <a:t>London, UK</a:t>
                </a:r>
              </a:p>
              <a:p>
                <a:pPr>
                  <a:lnSpc>
                    <a:spcPct val="110000"/>
                  </a:lnSpc>
                  <a:buSzPct val="100000"/>
                </a:pPr>
                <a:r>
                  <a:rPr lang="en-US" sz="1000">
                    <a:solidFill>
                      <a:schemeClr val="bg1"/>
                    </a:solidFill>
                    <a:latin typeface="Aptos Light" panose="020B0004020202020204" pitchFamily="34" charset="0"/>
                  </a:rPr>
                  <a:t>Leeds, UK</a:t>
                </a:r>
              </a:p>
              <a:p>
                <a:pPr>
                  <a:lnSpc>
                    <a:spcPct val="110000"/>
                  </a:lnSpc>
                  <a:buSzPct val="100000"/>
                </a:pPr>
                <a:r>
                  <a:rPr lang="en-US" sz="1000">
                    <a:solidFill>
                      <a:schemeClr val="bg1"/>
                    </a:solidFill>
                    <a:latin typeface="Aptos Light" panose="020B0004020202020204" pitchFamily="34" charset="0"/>
                  </a:rPr>
                  <a:t>Nottingham, UK</a:t>
                </a:r>
              </a:p>
              <a:p>
                <a:pPr>
                  <a:lnSpc>
                    <a:spcPct val="110000"/>
                  </a:lnSpc>
                  <a:buSzPct val="100000"/>
                </a:pPr>
                <a:r>
                  <a:rPr lang="en-US" sz="1000">
                    <a:solidFill>
                      <a:schemeClr val="bg1"/>
                    </a:solidFill>
                    <a:latin typeface="Aptos Light" panose="020B0004020202020204" pitchFamily="34" charset="0"/>
                  </a:rPr>
                  <a:t>Dublin, IE</a:t>
                </a:r>
              </a:p>
              <a:p>
                <a:pPr>
                  <a:lnSpc>
                    <a:spcPct val="110000"/>
                  </a:lnSpc>
                  <a:buSzPct val="100000"/>
                </a:pPr>
                <a:r>
                  <a:rPr lang="en-US" sz="1000">
                    <a:solidFill>
                      <a:schemeClr val="bg1"/>
                    </a:solidFill>
                    <a:latin typeface="Aptos Light" panose="020B0004020202020204" pitchFamily="34" charset="0"/>
                  </a:rPr>
                  <a:t>Madrid, ES</a:t>
                </a:r>
              </a:p>
              <a:p>
                <a:pPr>
                  <a:lnSpc>
                    <a:spcPct val="110000"/>
                  </a:lnSpc>
                  <a:buSzPct val="100000"/>
                </a:pPr>
                <a:r>
                  <a:rPr lang="en-US" sz="1000">
                    <a:solidFill>
                      <a:schemeClr val="bg1"/>
                    </a:solidFill>
                    <a:latin typeface="Aptos Light" panose="020B0004020202020204" pitchFamily="34" charset="0"/>
                  </a:rPr>
                  <a:t>Tel Aviv, IS</a:t>
                </a:r>
              </a:p>
              <a:p>
                <a:pPr>
                  <a:lnSpc>
                    <a:spcPct val="110000"/>
                  </a:lnSpc>
                  <a:buSzPct val="100000"/>
                </a:pPr>
                <a:r>
                  <a:rPr lang="en-US" sz="1000">
                    <a:solidFill>
                      <a:schemeClr val="bg1"/>
                    </a:solidFill>
                    <a:latin typeface="Aptos Light" panose="020B0004020202020204" pitchFamily="34" charset="0"/>
                  </a:rPr>
                  <a:t>Cologne, DE</a:t>
                </a:r>
              </a:p>
              <a:p>
                <a:pPr>
                  <a:lnSpc>
                    <a:spcPct val="110000"/>
                  </a:lnSpc>
                  <a:buSzPct val="100000"/>
                </a:pPr>
                <a:r>
                  <a:rPr lang="en-US" sz="1000">
                    <a:solidFill>
                      <a:schemeClr val="bg1"/>
                    </a:solidFill>
                    <a:latin typeface="Aptos Light" panose="020B0004020202020204" pitchFamily="34" charset="0"/>
                  </a:rPr>
                  <a:t>Lisbon, PT</a:t>
                </a:r>
              </a:p>
            </p:txBody>
          </p:sp>
          <p:sp>
            <p:nvSpPr>
              <p:cNvPr id="16" name="TextBox 15">
                <a:extLst>
                  <a:ext uri="{FF2B5EF4-FFF2-40B4-BE49-F238E27FC236}">
                    <a16:creationId xmlns:a16="http://schemas.microsoft.com/office/drawing/2014/main" id="{0888367E-2ADB-3F66-DBA0-7248BC6ACFAD}"/>
                  </a:ext>
                </a:extLst>
              </p:cNvPr>
              <p:cNvSpPr txBox="1"/>
              <p:nvPr/>
            </p:nvSpPr>
            <p:spPr>
              <a:xfrm>
                <a:off x="6318430" y="3850704"/>
                <a:ext cx="910506" cy="2532360"/>
              </a:xfrm>
              <a:prstGeom prst="rect">
                <a:avLst/>
              </a:prstGeom>
              <a:noFill/>
            </p:spPr>
            <p:txBody>
              <a:bodyPr wrap="none" lIns="0" tIns="0" rIns="0" bIns="0" rtlCol="0">
                <a:spAutoFit/>
              </a:bodyPr>
              <a:lstStyle/>
              <a:p>
                <a:pPr>
                  <a:lnSpc>
                    <a:spcPct val="110000"/>
                  </a:lnSpc>
                  <a:buSzPct val="100000"/>
                </a:pPr>
                <a:r>
                  <a:rPr lang="en-US" sz="1000">
                    <a:solidFill>
                      <a:schemeClr val="bg1"/>
                    </a:solidFill>
                    <a:latin typeface="Aptos Light" panose="020B0004020202020204" pitchFamily="34" charset="0"/>
                  </a:rPr>
                  <a:t>Paris, FR</a:t>
                </a:r>
              </a:p>
              <a:p>
                <a:pPr>
                  <a:lnSpc>
                    <a:spcPct val="110000"/>
                  </a:lnSpc>
                  <a:buSzPct val="100000"/>
                </a:pPr>
                <a:r>
                  <a:rPr lang="en-US" sz="1000">
                    <a:solidFill>
                      <a:schemeClr val="bg1"/>
                    </a:solidFill>
                    <a:latin typeface="Aptos Light" panose="020B0004020202020204" pitchFamily="34" charset="0"/>
                  </a:rPr>
                  <a:t>Gdansk, PL</a:t>
                </a:r>
              </a:p>
              <a:p>
                <a:pPr>
                  <a:lnSpc>
                    <a:spcPct val="110000"/>
                  </a:lnSpc>
                  <a:buSzPct val="100000"/>
                </a:pPr>
                <a:r>
                  <a:rPr lang="en-US" sz="1000">
                    <a:solidFill>
                      <a:schemeClr val="bg1"/>
                    </a:solidFill>
                    <a:latin typeface="Aptos Light" panose="020B0004020202020204" pitchFamily="34" charset="0"/>
                  </a:rPr>
                  <a:t>Bucharest, RO</a:t>
                </a:r>
              </a:p>
              <a:p>
                <a:pPr>
                  <a:lnSpc>
                    <a:spcPct val="110000"/>
                  </a:lnSpc>
                  <a:buSzPct val="100000"/>
                </a:pPr>
                <a:r>
                  <a:rPr lang="en-US" sz="1000">
                    <a:solidFill>
                      <a:schemeClr val="bg1"/>
                    </a:solidFill>
                    <a:latin typeface="Aptos Light" panose="020B0004020202020204" pitchFamily="34" charset="0"/>
                  </a:rPr>
                  <a:t>Sofia, BG</a:t>
                </a:r>
              </a:p>
              <a:p>
                <a:pPr>
                  <a:lnSpc>
                    <a:spcPct val="110000"/>
                  </a:lnSpc>
                  <a:buSzPct val="100000"/>
                </a:pPr>
                <a:r>
                  <a:rPr lang="en-US" sz="1000">
                    <a:solidFill>
                      <a:schemeClr val="bg1"/>
                    </a:solidFill>
                    <a:latin typeface="Aptos Light" panose="020B0004020202020204" pitchFamily="34" charset="0"/>
                  </a:rPr>
                  <a:t>Helmond, NL</a:t>
                </a:r>
              </a:p>
              <a:p>
                <a:pPr>
                  <a:lnSpc>
                    <a:spcPct val="110000"/>
                  </a:lnSpc>
                  <a:buSzPct val="100000"/>
                </a:pPr>
                <a:r>
                  <a:rPr lang="en-US" sz="1000">
                    <a:solidFill>
                      <a:schemeClr val="bg1"/>
                    </a:solidFill>
                    <a:latin typeface="Aptos Light" panose="020B0004020202020204" pitchFamily="34" charset="0"/>
                  </a:rPr>
                  <a:t>Barcelona, ES</a:t>
                </a:r>
              </a:p>
              <a:p>
                <a:pPr>
                  <a:lnSpc>
                    <a:spcPct val="110000"/>
                  </a:lnSpc>
                  <a:buSzPct val="100000"/>
                </a:pPr>
                <a:r>
                  <a:rPr lang="en-US" sz="1000" b="0">
                    <a:solidFill>
                      <a:schemeClr val="bg1"/>
                    </a:solidFill>
                    <a:latin typeface="Aptos Light" panose="020B0004020202020204" pitchFamily="34" charset="0"/>
                  </a:rPr>
                  <a:t>Bilbao, ES</a:t>
                </a:r>
              </a:p>
              <a:p>
                <a:pPr>
                  <a:lnSpc>
                    <a:spcPct val="110000"/>
                  </a:lnSpc>
                  <a:buSzPct val="100000"/>
                </a:pPr>
                <a:r>
                  <a:rPr lang="en-US" sz="1000">
                    <a:solidFill>
                      <a:schemeClr val="bg1"/>
                    </a:solidFill>
                    <a:latin typeface="Aptos Light" panose="020B0004020202020204" pitchFamily="34" charset="0"/>
                  </a:rPr>
                  <a:t>Salamanca, ES</a:t>
                </a:r>
              </a:p>
              <a:p>
                <a:pPr>
                  <a:lnSpc>
                    <a:spcPct val="110000"/>
                  </a:lnSpc>
                  <a:buSzPct val="100000"/>
                </a:pPr>
                <a:r>
                  <a:rPr lang="en-US" sz="1000">
                    <a:solidFill>
                      <a:schemeClr val="bg1"/>
                    </a:solidFill>
                    <a:latin typeface="Aptos Light" panose="020B0004020202020204" pitchFamily="34" charset="0"/>
                  </a:rPr>
                  <a:t>Valencia, ES</a:t>
                </a:r>
              </a:p>
              <a:p>
                <a:pPr>
                  <a:lnSpc>
                    <a:spcPct val="110000"/>
                  </a:lnSpc>
                  <a:buSzPct val="100000"/>
                </a:pPr>
                <a:r>
                  <a:rPr lang="en-US" sz="1000">
                    <a:solidFill>
                      <a:schemeClr val="bg1"/>
                    </a:solidFill>
                    <a:latin typeface="Aptos Light" panose="020B0004020202020204" pitchFamily="34" charset="0"/>
                  </a:rPr>
                  <a:t>Zaragoza, ES</a:t>
                </a:r>
              </a:p>
              <a:p>
                <a:pPr>
                  <a:lnSpc>
                    <a:spcPct val="110000"/>
                  </a:lnSpc>
                  <a:buSzPct val="100000"/>
                </a:pPr>
                <a:r>
                  <a:rPr lang="en-US" sz="1000">
                    <a:solidFill>
                      <a:schemeClr val="bg1"/>
                    </a:solidFill>
                    <a:latin typeface="Aptos Light" panose="020B0004020202020204" pitchFamily="34" charset="0"/>
                  </a:rPr>
                  <a:t>Copenhagen, DK</a:t>
                </a:r>
              </a:p>
              <a:p>
                <a:pPr>
                  <a:lnSpc>
                    <a:spcPct val="110000"/>
                  </a:lnSpc>
                  <a:buSzPct val="100000"/>
                </a:pPr>
                <a:r>
                  <a:rPr lang="en-US" sz="1000">
                    <a:solidFill>
                      <a:schemeClr val="bg1"/>
                    </a:solidFill>
                    <a:latin typeface="Aptos Light" panose="020B0004020202020204" pitchFamily="34" charset="0"/>
                  </a:rPr>
                  <a:t>Zurich, CH</a:t>
                </a:r>
              </a:p>
              <a:p>
                <a:pPr>
                  <a:lnSpc>
                    <a:spcPct val="110000"/>
                  </a:lnSpc>
                  <a:buSzPct val="100000"/>
                </a:pPr>
                <a:r>
                  <a:rPr lang="en-US" sz="1000">
                    <a:solidFill>
                      <a:schemeClr val="bg1"/>
                    </a:solidFill>
                    <a:latin typeface="Aptos Light" panose="020B0004020202020204" pitchFamily="34" charset="0"/>
                  </a:rPr>
                  <a:t>Kyiv, UA</a:t>
                </a:r>
              </a:p>
              <a:p>
                <a:pPr>
                  <a:lnSpc>
                    <a:spcPct val="110000"/>
                  </a:lnSpc>
                  <a:buSzPct val="100000"/>
                </a:pPr>
                <a:r>
                  <a:rPr lang="en-US" sz="1000">
                    <a:solidFill>
                      <a:schemeClr val="bg1"/>
                    </a:solidFill>
                    <a:latin typeface="Aptos Light" panose="020B0004020202020204" pitchFamily="34" charset="0"/>
                  </a:rPr>
                  <a:t>Prague, CZ</a:t>
                </a:r>
              </a:p>
              <a:p>
                <a:pPr>
                  <a:lnSpc>
                    <a:spcPct val="110000"/>
                  </a:lnSpc>
                  <a:buSzPct val="100000"/>
                </a:pPr>
                <a:r>
                  <a:rPr lang="en-US" sz="1000">
                    <a:solidFill>
                      <a:schemeClr val="bg1"/>
                    </a:solidFill>
                    <a:latin typeface="Aptos Light" panose="020B0004020202020204" pitchFamily="34" charset="0"/>
                  </a:rPr>
                  <a:t>Cape Town, ZA</a:t>
                </a:r>
              </a:p>
            </p:txBody>
          </p:sp>
          <p:sp>
            <p:nvSpPr>
              <p:cNvPr id="17" name="World">
                <a:extLst>
                  <a:ext uri="{FF2B5EF4-FFF2-40B4-BE49-F238E27FC236}">
                    <a16:creationId xmlns:a16="http://schemas.microsoft.com/office/drawing/2014/main" id="{47A138E8-0C37-D073-948B-A8924787D675}"/>
                  </a:ext>
                </a:extLst>
              </p:cNvPr>
              <p:cNvSpPr>
                <a:spLocks noChangeAspect="1" noEditPoints="1"/>
              </p:cNvSpPr>
              <p:nvPr/>
            </p:nvSpPr>
            <p:spPr bwMode="auto">
              <a:xfrm>
                <a:off x="3054484" y="1020802"/>
                <a:ext cx="8644084" cy="4481044"/>
              </a:xfrm>
              <a:custGeom>
                <a:avLst/>
                <a:gdLst>
                  <a:gd name="T0" fmla="*/ 7449 w 8611"/>
                  <a:gd name="T1" fmla="*/ 1277 h 4463"/>
                  <a:gd name="T2" fmla="*/ 6996 w 8611"/>
                  <a:gd name="T3" fmla="*/ 2869 h 4463"/>
                  <a:gd name="T4" fmla="*/ 6945 w 8611"/>
                  <a:gd name="T5" fmla="*/ 3360 h 4463"/>
                  <a:gd name="T6" fmla="*/ 7246 w 8611"/>
                  <a:gd name="T7" fmla="*/ 3672 h 4463"/>
                  <a:gd name="T8" fmla="*/ 7447 w 8611"/>
                  <a:gd name="T9" fmla="*/ 3150 h 4463"/>
                  <a:gd name="T10" fmla="*/ 6989 w 8611"/>
                  <a:gd name="T11" fmla="*/ 2545 h 4463"/>
                  <a:gd name="T12" fmla="*/ 6997 w 8611"/>
                  <a:gd name="T13" fmla="*/ 2386 h 4463"/>
                  <a:gd name="T14" fmla="*/ 8358 w 8611"/>
                  <a:gd name="T15" fmla="*/ 3894 h 4463"/>
                  <a:gd name="T16" fmla="*/ 7529 w 8611"/>
                  <a:gd name="T17" fmla="*/ 3121 h 4463"/>
                  <a:gd name="T18" fmla="*/ 7859 w 8611"/>
                  <a:gd name="T19" fmla="*/ 432 h 4463"/>
                  <a:gd name="T20" fmla="*/ 6732 w 8611"/>
                  <a:gd name="T21" fmla="*/ 0 h 4463"/>
                  <a:gd name="T22" fmla="*/ 5643 w 8611"/>
                  <a:gd name="T23" fmla="*/ 489 h 4463"/>
                  <a:gd name="T24" fmla="*/ 4919 w 8611"/>
                  <a:gd name="T25" fmla="*/ 675 h 4463"/>
                  <a:gd name="T26" fmla="*/ 4128 w 8611"/>
                  <a:gd name="T27" fmla="*/ 1077 h 4463"/>
                  <a:gd name="T28" fmla="*/ 4567 w 8611"/>
                  <a:gd name="T29" fmla="*/ 714 h 4463"/>
                  <a:gd name="T30" fmla="*/ 4468 w 8611"/>
                  <a:gd name="T31" fmla="*/ 1236 h 4463"/>
                  <a:gd name="T32" fmla="*/ 3784 w 8611"/>
                  <a:gd name="T33" fmla="*/ 1867 h 4463"/>
                  <a:gd name="T34" fmla="*/ 4307 w 8611"/>
                  <a:gd name="T35" fmla="*/ 1650 h 4463"/>
                  <a:gd name="T36" fmla="*/ 4649 w 8611"/>
                  <a:gd name="T37" fmla="*/ 1844 h 4463"/>
                  <a:gd name="T38" fmla="*/ 4283 w 8611"/>
                  <a:gd name="T39" fmla="*/ 1920 h 4463"/>
                  <a:gd name="T40" fmla="*/ 4212 w 8611"/>
                  <a:gd name="T41" fmla="*/ 2695 h 4463"/>
                  <a:gd name="T42" fmla="*/ 4439 w 8611"/>
                  <a:gd name="T43" fmla="*/ 3737 h 4463"/>
                  <a:gd name="T44" fmla="*/ 4992 w 8611"/>
                  <a:gd name="T45" fmla="*/ 2911 h 4463"/>
                  <a:gd name="T46" fmla="*/ 4875 w 8611"/>
                  <a:gd name="T47" fmla="*/ 2277 h 4463"/>
                  <a:gd name="T48" fmla="*/ 5263 w 8611"/>
                  <a:gd name="T49" fmla="*/ 2068 h 4463"/>
                  <a:gd name="T50" fmla="*/ 5779 w 8611"/>
                  <a:gd name="T51" fmla="*/ 2505 h 4463"/>
                  <a:gd name="T52" fmla="*/ 6218 w 8611"/>
                  <a:gd name="T53" fmla="*/ 2289 h 4463"/>
                  <a:gd name="T54" fmla="*/ 6583 w 8611"/>
                  <a:gd name="T55" fmla="*/ 2651 h 4463"/>
                  <a:gd name="T56" fmla="*/ 6749 w 8611"/>
                  <a:gd name="T57" fmla="*/ 2316 h 4463"/>
                  <a:gd name="T58" fmla="*/ 7091 w 8611"/>
                  <a:gd name="T59" fmla="*/ 1918 h 4463"/>
                  <a:gd name="T60" fmla="*/ 7450 w 8611"/>
                  <a:gd name="T61" fmla="*/ 1021 h 4463"/>
                  <a:gd name="T62" fmla="*/ 7799 w 8611"/>
                  <a:gd name="T63" fmla="*/ 1162 h 4463"/>
                  <a:gd name="T64" fmla="*/ 8431 w 8611"/>
                  <a:gd name="T65" fmla="*/ 699 h 4463"/>
                  <a:gd name="T66" fmla="*/ 7254 w 8611"/>
                  <a:gd name="T67" fmla="*/ 1916 h 4463"/>
                  <a:gd name="T68" fmla="*/ 7254 w 8611"/>
                  <a:gd name="T69" fmla="*/ 1916 h 4463"/>
                  <a:gd name="T70" fmla="*/ 7541 w 8611"/>
                  <a:gd name="T71" fmla="*/ 3946 h 4463"/>
                  <a:gd name="T72" fmla="*/ 5208 w 8611"/>
                  <a:gd name="T73" fmla="*/ 3193 h 4463"/>
                  <a:gd name="T74" fmla="*/ 2242 w 8611"/>
                  <a:gd name="T75" fmla="*/ 2576 h 4463"/>
                  <a:gd name="T76" fmla="*/ 2373 w 8611"/>
                  <a:gd name="T77" fmla="*/ 4463 h 4463"/>
                  <a:gd name="T78" fmla="*/ 2975 w 8611"/>
                  <a:gd name="T79" fmla="*/ 2956 h 4463"/>
                  <a:gd name="T80" fmla="*/ 2114 w 8611"/>
                  <a:gd name="T81" fmla="*/ 811 h 4463"/>
                  <a:gd name="T82" fmla="*/ 2633 w 8611"/>
                  <a:gd name="T83" fmla="*/ 128 h 4463"/>
                  <a:gd name="T84" fmla="*/ 3050 w 8611"/>
                  <a:gd name="T85" fmla="*/ 531 h 4463"/>
                  <a:gd name="T86" fmla="*/ 3901 w 8611"/>
                  <a:gd name="T87" fmla="*/ 1399 h 4463"/>
                  <a:gd name="T88" fmla="*/ 3761 w 8611"/>
                  <a:gd name="T89" fmla="*/ 1173 h 4463"/>
                  <a:gd name="T90" fmla="*/ 6870 w 8611"/>
                  <a:gd name="T91" fmla="*/ 2711 h 4463"/>
                  <a:gd name="T92" fmla="*/ 6870 w 8611"/>
                  <a:gd name="T93" fmla="*/ 2932 h 4463"/>
                  <a:gd name="T94" fmla="*/ 1714 w 8611"/>
                  <a:gd name="T95" fmla="*/ 2085 h 4463"/>
                  <a:gd name="T96" fmla="*/ 2611 w 8611"/>
                  <a:gd name="T97" fmla="*/ 1404 h 4463"/>
                  <a:gd name="T98" fmla="*/ 2171 w 8611"/>
                  <a:gd name="T99" fmla="*/ 883 h 4463"/>
                  <a:gd name="T100" fmla="*/ 2362 w 8611"/>
                  <a:gd name="T101" fmla="*/ 841 h 4463"/>
                  <a:gd name="T102" fmla="*/ 1050 w 8611"/>
                  <a:gd name="T103" fmla="*/ 396 h 4463"/>
                  <a:gd name="T104" fmla="*/ 380 w 8611"/>
                  <a:gd name="T105" fmla="*/ 1112 h 4463"/>
                  <a:gd name="T106" fmla="*/ 1651 w 8611"/>
                  <a:gd name="T107" fmla="*/ 2481 h 4463"/>
                  <a:gd name="T108" fmla="*/ 6560 w 8611"/>
                  <a:gd name="T109" fmla="*/ 2743 h 4463"/>
                  <a:gd name="T110" fmla="*/ 6523 w 8611"/>
                  <a:gd name="T111" fmla="*/ 2780 h 4463"/>
                  <a:gd name="T112" fmla="*/ 6579 w 8611"/>
                  <a:gd name="T113" fmla="*/ 2979 h 4463"/>
                  <a:gd name="T114" fmla="*/ 5948 w 8611"/>
                  <a:gd name="T115" fmla="*/ 2706 h 4463"/>
                  <a:gd name="T116" fmla="*/ 3654 w 8611"/>
                  <a:gd name="T117" fmla="*/ 811 h 4463"/>
                  <a:gd name="T118" fmla="*/ 3654 w 8611"/>
                  <a:gd name="T119" fmla="*/ 811 h 44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8611" h="4463">
                    <a:moveTo>
                      <a:pt x="7449" y="1700"/>
                    </a:moveTo>
                    <a:lnTo>
                      <a:pt x="7449" y="1700"/>
                    </a:lnTo>
                    <a:lnTo>
                      <a:pt x="7510" y="1700"/>
                    </a:lnTo>
                    <a:lnTo>
                      <a:pt x="7510" y="1277"/>
                    </a:lnTo>
                    <a:lnTo>
                      <a:pt x="7449" y="1277"/>
                    </a:lnTo>
                    <a:lnTo>
                      <a:pt x="7449" y="1700"/>
                    </a:lnTo>
                    <a:close/>
                    <a:moveTo>
                      <a:pt x="6916" y="2980"/>
                    </a:moveTo>
                    <a:lnTo>
                      <a:pt x="6916" y="2980"/>
                    </a:lnTo>
                    <a:lnTo>
                      <a:pt x="6996" y="2980"/>
                    </a:lnTo>
                    <a:lnTo>
                      <a:pt x="6996" y="2869"/>
                    </a:lnTo>
                    <a:lnTo>
                      <a:pt x="6916" y="2869"/>
                    </a:lnTo>
                    <a:lnTo>
                      <a:pt x="6916" y="2980"/>
                    </a:lnTo>
                    <a:close/>
                    <a:moveTo>
                      <a:pt x="7155" y="3150"/>
                    </a:moveTo>
                    <a:lnTo>
                      <a:pt x="7155" y="3150"/>
                    </a:lnTo>
                    <a:lnTo>
                      <a:pt x="6945" y="3360"/>
                    </a:lnTo>
                    <a:lnTo>
                      <a:pt x="6803" y="3360"/>
                    </a:lnTo>
                    <a:lnTo>
                      <a:pt x="6803" y="3741"/>
                    </a:lnTo>
                    <a:lnTo>
                      <a:pt x="7014" y="3741"/>
                    </a:lnTo>
                    <a:lnTo>
                      <a:pt x="7083" y="3672"/>
                    </a:lnTo>
                    <a:lnTo>
                      <a:pt x="7246" y="3672"/>
                    </a:lnTo>
                    <a:lnTo>
                      <a:pt x="7428" y="3854"/>
                    </a:lnTo>
                    <a:lnTo>
                      <a:pt x="7578" y="3854"/>
                    </a:lnTo>
                    <a:lnTo>
                      <a:pt x="7751" y="3682"/>
                    </a:lnTo>
                    <a:lnTo>
                      <a:pt x="7751" y="3453"/>
                    </a:lnTo>
                    <a:lnTo>
                      <a:pt x="7447" y="3150"/>
                    </a:lnTo>
                    <a:lnTo>
                      <a:pt x="7155" y="3150"/>
                    </a:lnTo>
                    <a:close/>
                    <a:moveTo>
                      <a:pt x="6938" y="2386"/>
                    </a:moveTo>
                    <a:lnTo>
                      <a:pt x="6938" y="2386"/>
                    </a:lnTo>
                    <a:lnTo>
                      <a:pt x="6938" y="2494"/>
                    </a:lnTo>
                    <a:lnTo>
                      <a:pt x="6989" y="2545"/>
                    </a:lnTo>
                    <a:lnTo>
                      <a:pt x="6989" y="2707"/>
                    </a:lnTo>
                    <a:lnTo>
                      <a:pt x="7091" y="2707"/>
                    </a:lnTo>
                    <a:lnTo>
                      <a:pt x="7091" y="2566"/>
                    </a:lnTo>
                    <a:lnTo>
                      <a:pt x="6997" y="2472"/>
                    </a:lnTo>
                    <a:lnTo>
                      <a:pt x="6997" y="2386"/>
                    </a:lnTo>
                    <a:lnTo>
                      <a:pt x="6938" y="2386"/>
                    </a:lnTo>
                    <a:close/>
                    <a:moveTo>
                      <a:pt x="8059" y="4075"/>
                    </a:moveTo>
                    <a:lnTo>
                      <a:pt x="8059" y="4075"/>
                    </a:lnTo>
                    <a:lnTo>
                      <a:pt x="8118" y="4134"/>
                    </a:lnTo>
                    <a:lnTo>
                      <a:pt x="8358" y="3894"/>
                    </a:lnTo>
                    <a:lnTo>
                      <a:pt x="8299" y="3835"/>
                    </a:lnTo>
                    <a:lnTo>
                      <a:pt x="8059" y="4075"/>
                    </a:lnTo>
                    <a:close/>
                    <a:moveTo>
                      <a:pt x="7322" y="2914"/>
                    </a:moveTo>
                    <a:lnTo>
                      <a:pt x="7322" y="2914"/>
                    </a:lnTo>
                    <a:lnTo>
                      <a:pt x="7529" y="3121"/>
                    </a:lnTo>
                    <a:lnTo>
                      <a:pt x="7598" y="3053"/>
                    </a:lnTo>
                    <a:lnTo>
                      <a:pt x="7390" y="2845"/>
                    </a:lnTo>
                    <a:lnTo>
                      <a:pt x="7322" y="2914"/>
                    </a:lnTo>
                    <a:close/>
                    <a:moveTo>
                      <a:pt x="7859" y="432"/>
                    </a:moveTo>
                    <a:lnTo>
                      <a:pt x="7859" y="432"/>
                    </a:lnTo>
                    <a:lnTo>
                      <a:pt x="7690" y="263"/>
                    </a:lnTo>
                    <a:lnTo>
                      <a:pt x="7189" y="263"/>
                    </a:lnTo>
                    <a:lnTo>
                      <a:pt x="7117" y="191"/>
                    </a:lnTo>
                    <a:lnTo>
                      <a:pt x="6732" y="191"/>
                    </a:lnTo>
                    <a:lnTo>
                      <a:pt x="6732" y="0"/>
                    </a:lnTo>
                    <a:lnTo>
                      <a:pt x="6062" y="0"/>
                    </a:lnTo>
                    <a:lnTo>
                      <a:pt x="5852" y="209"/>
                    </a:lnTo>
                    <a:lnTo>
                      <a:pt x="5697" y="209"/>
                    </a:lnTo>
                    <a:lnTo>
                      <a:pt x="5643" y="262"/>
                    </a:lnTo>
                    <a:lnTo>
                      <a:pt x="5643" y="489"/>
                    </a:lnTo>
                    <a:lnTo>
                      <a:pt x="5243" y="489"/>
                    </a:lnTo>
                    <a:lnTo>
                      <a:pt x="4953" y="779"/>
                    </a:lnTo>
                    <a:lnTo>
                      <a:pt x="4867" y="779"/>
                    </a:lnTo>
                    <a:lnTo>
                      <a:pt x="4865" y="675"/>
                    </a:lnTo>
                    <a:lnTo>
                      <a:pt x="4919" y="675"/>
                    </a:lnTo>
                    <a:lnTo>
                      <a:pt x="5004" y="590"/>
                    </a:lnTo>
                    <a:lnTo>
                      <a:pt x="4777" y="363"/>
                    </a:lnTo>
                    <a:lnTo>
                      <a:pt x="4578" y="363"/>
                    </a:lnTo>
                    <a:lnTo>
                      <a:pt x="4128" y="813"/>
                    </a:lnTo>
                    <a:lnTo>
                      <a:pt x="4128" y="1077"/>
                    </a:lnTo>
                    <a:lnTo>
                      <a:pt x="4216" y="1077"/>
                    </a:lnTo>
                    <a:lnTo>
                      <a:pt x="4341" y="1201"/>
                    </a:lnTo>
                    <a:lnTo>
                      <a:pt x="4434" y="1108"/>
                    </a:lnTo>
                    <a:lnTo>
                      <a:pt x="4434" y="848"/>
                    </a:lnTo>
                    <a:lnTo>
                      <a:pt x="4567" y="714"/>
                    </a:lnTo>
                    <a:lnTo>
                      <a:pt x="4599" y="745"/>
                    </a:lnTo>
                    <a:lnTo>
                      <a:pt x="4494" y="849"/>
                    </a:lnTo>
                    <a:lnTo>
                      <a:pt x="4494" y="1009"/>
                    </a:lnTo>
                    <a:lnTo>
                      <a:pt x="4695" y="1009"/>
                    </a:lnTo>
                    <a:lnTo>
                      <a:pt x="4468" y="1236"/>
                    </a:lnTo>
                    <a:lnTo>
                      <a:pt x="4208" y="1237"/>
                    </a:lnTo>
                    <a:lnTo>
                      <a:pt x="3961" y="1484"/>
                    </a:lnTo>
                    <a:lnTo>
                      <a:pt x="3961" y="1645"/>
                    </a:lnTo>
                    <a:lnTo>
                      <a:pt x="3784" y="1645"/>
                    </a:lnTo>
                    <a:lnTo>
                      <a:pt x="3784" y="1867"/>
                    </a:lnTo>
                    <a:lnTo>
                      <a:pt x="3946" y="1868"/>
                    </a:lnTo>
                    <a:lnTo>
                      <a:pt x="4188" y="1625"/>
                    </a:lnTo>
                    <a:lnTo>
                      <a:pt x="4377" y="1813"/>
                    </a:lnTo>
                    <a:lnTo>
                      <a:pt x="4424" y="1767"/>
                    </a:lnTo>
                    <a:lnTo>
                      <a:pt x="4307" y="1650"/>
                    </a:lnTo>
                    <a:lnTo>
                      <a:pt x="4307" y="1580"/>
                    </a:lnTo>
                    <a:lnTo>
                      <a:pt x="4476" y="1749"/>
                    </a:lnTo>
                    <a:lnTo>
                      <a:pt x="4476" y="1788"/>
                    </a:lnTo>
                    <a:lnTo>
                      <a:pt x="4532" y="1844"/>
                    </a:lnTo>
                    <a:lnTo>
                      <a:pt x="4649" y="1844"/>
                    </a:lnTo>
                    <a:lnTo>
                      <a:pt x="4727" y="1922"/>
                    </a:lnTo>
                    <a:lnTo>
                      <a:pt x="4864" y="1922"/>
                    </a:lnTo>
                    <a:lnTo>
                      <a:pt x="4864" y="2062"/>
                    </a:lnTo>
                    <a:lnTo>
                      <a:pt x="4425" y="2062"/>
                    </a:lnTo>
                    <a:lnTo>
                      <a:pt x="4283" y="1920"/>
                    </a:lnTo>
                    <a:lnTo>
                      <a:pt x="3886" y="1920"/>
                    </a:lnTo>
                    <a:lnTo>
                      <a:pt x="3577" y="2229"/>
                    </a:lnTo>
                    <a:lnTo>
                      <a:pt x="3577" y="2540"/>
                    </a:lnTo>
                    <a:lnTo>
                      <a:pt x="3732" y="2695"/>
                    </a:lnTo>
                    <a:lnTo>
                      <a:pt x="4212" y="2695"/>
                    </a:lnTo>
                    <a:lnTo>
                      <a:pt x="4212" y="2859"/>
                    </a:lnTo>
                    <a:lnTo>
                      <a:pt x="4315" y="2961"/>
                    </a:lnTo>
                    <a:lnTo>
                      <a:pt x="4315" y="3459"/>
                    </a:lnTo>
                    <a:lnTo>
                      <a:pt x="4439" y="3583"/>
                    </a:lnTo>
                    <a:lnTo>
                      <a:pt x="4439" y="3737"/>
                    </a:lnTo>
                    <a:lnTo>
                      <a:pt x="4552" y="3737"/>
                    </a:lnTo>
                    <a:lnTo>
                      <a:pt x="4795" y="3494"/>
                    </a:lnTo>
                    <a:lnTo>
                      <a:pt x="4795" y="3425"/>
                    </a:lnTo>
                    <a:lnTo>
                      <a:pt x="4992" y="3228"/>
                    </a:lnTo>
                    <a:lnTo>
                      <a:pt x="4992" y="2911"/>
                    </a:lnTo>
                    <a:lnTo>
                      <a:pt x="5215" y="2687"/>
                    </a:lnTo>
                    <a:lnTo>
                      <a:pt x="5215" y="2591"/>
                    </a:lnTo>
                    <a:lnTo>
                      <a:pt x="5101" y="2591"/>
                    </a:lnTo>
                    <a:lnTo>
                      <a:pt x="4831" y="2321"/>
                    </a:lnTo>
                    <a:lnTo>
                      <a:pt x="4875" y="2277"/>
                    </a:lnTo>
                    <a:lnTo>
                      <a:pt x="5112" y="2514"/>
                    </a:lnTo>
                    <a:lnTo>
                      <a:pt x="5267" y="2514"/>
                    </a:lnTo>
                    <a:lnTo>
                      <a:pt x="5461" y="2320"/>
                    </a:lnTo>
                    <a:lnTo>
                      <a:pt x="5237" y="2094"/>
                    </a:lnTo>
                    <a:lnTo>
                      <a:pt x="5263" y="2068"/>
                    </a:lnTo>
                    <a:lnTo>
                      <a:pt x="5395" y="2200"/>
                    </a:lnTo>
                    <a:lnTo>
                      <a:pt x="5600" y="2200"/>
                    </a:lnTo>
                    <a:lnTo>
                      <a:pt x="5715" y="2314"/>
                    </a:lnTo>
                    <a:lnTo>
                      <a:pt x="5779" y="2314"/>
                    </a:lnTo>
                    <a:lnTo>
                      <a:pt x="5779" y="2505"/>
                    </a:lnTo>
                    <a:lnTo>
                      <a:pt x="5907" y="2632"/>
                    </a:lnTo>
                    <a:lnTo>
                      <a:pt x="5963" y="2575"/>
                    </a:lnTo>
                    <a:lnTo>
                      <a:pt x="5963" y="2445"/>
                    </a:lnTo>
                    <a:lnTo>
                      <a:pt x="6162" y="2289"/>
                    </a:lnTo>
                    <a:lnTo>
                      <a:pt x="6218" y="2289"/>
                    </a:lnTo>
                    <a:lnTo>
                      <a:pt x="6307" y="2378"/>
                    </a:lnTo>
                    <a:cubicBezTo>
                      <a:pt x="6307" y="2378"/>
                      <a:pt x="6300" y="2447"/>
                      <a:pt x="6307" y="2447"/>
                    </a:cubicBezTo>
                    <a:lnTo>
                      <a:pt x="6379" y="2447"/>
                    </a:lnTo>
                    <a:lnTo>
                      <a:pt x="6579" y="2647"/>
                    </a:lnTo>
                    <a:lnTo>
                      <a:pt x="6583" y="2651"/>
                    </a:lnTo>
                    <a:lnTo>
                      <a:pt x="6669" y="2564"/>
                    </a:lnTo>
                    <a:lnTo>
                      <a:pt x="6669" y="2478"/>
                    </a:lnTo>
                    <a:lnTo>
                      <a:pt x="6567" y="2376"/>
                    </a:lnTo>
                    <a:lnTo>
                      <a:pt x="6628" y="2316"/>
                    </a:lnTo>
                    <a:lnTo>
                      <a:pt x="6749" y="2316"/>
                    </a:lnTo>
                    <a:lnTo>
                      <a:pt x="6965" y="2099"/>
                    </a:lnTo>
                    <a:lnTo>
                      <a:pt x="6965" y="1959"/>
                    </a:lnTo>
                    <a:lnTo>
                      <a:pt x="6863" y="1857"/>
                    </a:lnTo>
                    <a:lnTo>
                      <a:pt x="6947" y="1774"/>
                    </a:lnTo>
                    <a:lnTo>
                      <a:pt x="7091" y="1918"/>
                    </a:lnTo>
                    <a:lnTo>
                      <a:pt x="7153" y="1918"/>
                    </a:lnTo>
                    <a:lnTo>
                      <a:pt x="7153" y="1799"/>
                    </a:lnTo>
                    <a:lnTo>
                      <a:pt x="7371" y="1582"/>
                    </a:lnTo>
                    <a:lnTo>
                      <a:pt x="7371" y="1100"/>
                    </a:lnTo>
                    <a:lnTo>
                      <a:pt x="7450" y="1021"/>
                    </a:lnTo>
                    <a:lnTo>
                      <a:pt x="7770" y="1021"/>
                    </a:lnTo>
                    <a:lnTo>
                      <a:pt x="7883" y="908"/>
                    </a:lnTo>
                    <a:lnTo>
                      <a:pt x="8002" y="908"/>
                    </a:lnTo>
                    <a:lnTo>
                      <a:pt x="8002" y="958"/>
                    </a:lnTo>
                    <a:lnTo>
                      <a:pt x="7799" y="1162"/>
                    </a:lnTo>
                    <a:lnTo>
                      <a:pt x="7799" y="1388"/>
                    </a:lnTo>
                    <a:lnTo>
                      <a:pt x="7842" y="1388"/>
                    </a:lnTo>
                    <a:lnTo>
                      <a:pt x="7985" y="1244"/>
                    </a:lnTo>
                    <a:lnTo>
                      <a:pt x="7985" y="1119"/>
                    </a:lnTo>
                    <a:cubicBezTo>
                      <a:pt x="7985" y="1119"/>
                      <a:pt x="8427" y="699"/>
                      <a:pt x="8431" y="699"/>
                    </a:cubicBezTo>
                    <a:lnTo>
                      <a:pt x="8526" y="794"/>
                    </a:lnTo>
                    <a:lnTo>
                      <a:pt x="8611" y="709"/>
                    </a:lnTo>
                    <a:lnTo>
                      <a:pt x="8334" y="432"/>
                    </a:lnTo>
                    <a:lnTo>
                      <a:pt x="7859" y="432"/>
                    </a:lnTo>
                    <a:close/>
                    <a:moveTo>
                      <a:pt x="7254" y="1916"/>
                    </a:moveTo>
                    <a:lnTo>
                      <a:pt x="7254" y="1916"/>
                    </a:lnTo>
                    <a:lnTo>
                      <a:pt x="7311" y="1974"/>
                    </a:lnTo>
                    <a:lnTo>
                      <a:pt x="7498" y="1787"/>
                    </a:lnTo>
                    <a:lnTo>
                      <a:pt x="7441" y="1729"/>
                    </a:lnTo>
                    <a:lnTo>
                      <a:pt x="7254" y="1916"/>
                    </a:lnTo>
                    <a:close/>
                    <a:moveTo>
                      <a:pt x="7541" y="4030"/>
                    </a:moveTo>
                    <a:lnTo>
                      <a:pt x="7541" y="4030"/>
                    </a:lnTo>
                    <a:lnTo>
                      <a:pt x="7639" y="4030"/>
                    </a:lnTo>
                    <a:lnTo>
                      <a:pt x="7639" y="3946"/>
                    </a:lnTo>
                    <a:lnTo>
                      <a:pt x="7541" y="3946"/>
                    </a:lnTo>
                    <a:lnTo>
                      <a:pt x="7541" y="4030"/>
                    </a:lnTo>
                    <a:close/>
                    <a:moveTo>
                      <a:pt x="5088" y="3476"/>
                    </a:moveTo>
                    <a:lnTo>
                      <a:pt x="5088" y="3476"/>
                    </a:lnTo>
                    <a:lnTo>
                      <a:pt x="5208" y="3476"/>
                    </a:lnTo>
                    <a:lnTo>
                      <a:pt x="5208" y="3193"/>
                    </a:lnTo>
                    <a:lnTo>
                      <a:pt x="5088" y="3193"/>
                    </a:lnTo>
                    <a:lnTo>
                      <a:pt x="5088" y="3476"/>
                    </a:lnTo>
                    <a:close/>
                    <a:moveTo>
                      <a:pt x="2594" y="2576"/>
                    </a:moveTo>
                    <a:lnTo>
                      <a:pt x="2594" y="2576"/>
                    </a:lnTo>
                    <a:lnTo>
                      <a:pt x="2242" y="2576"/>
                    </a:lnTo>
                    <a:lnTo>
                      <a:pt x="2071" y="2747"/>
                    </a:lnTo>
                    <a:lnTo>
                      <a:pt x="2071" y="2999"/>
                    </a:lnTo>
                    <a:lnTo>
                      <a:pt x="2265" y="3193"/>
                    </a:lnTo>
                    <a:lnTo>
                      <a:pt x="2265" y="4354"/>
                    </a:lnTo>
                    <a:lnTo>
                      <a:pt x="2373" y="4463"/>
                    </a:lnTo>
                    <a:lnTo>
                      <a:pt x="2429" y="4463"/>
                    </a:lnTo>
                    <a:lnTo>
                      <a:pt x="2429" y="4071"/>
                    </a:lnTo>
                    <a:lnTo>
                      <a:pt x="3166" y="3334"/>
                    </a:lnTo>
                    <a:lnTo>
                      <a:pt x="3166" y="2956"/>
                    </a:lnTo>
                    <a:lnTo>
                      <a:pt x="2975" y="2956"/>
                    </a:lnTo>
                    <a:lnTo>
                      <a:pt x="2594" y="2576"/>
                    </a:lnTo>
                    <a:close/>
                    <a:moveTo>
                      <a:pt x="1937" y="787"/>
                    </a:moveTo>
                    <a:lnTo>
                      <a:pt x="1937" y="787"/>
                    </a:lnTo>
                    <a:lnTo>
                      <a:pt x="2037" y="887"/>
                    </a:lnTo>
                    <a:lnTo>
                      <a:pt x="2114" y="811"/>
                    </a:lnTo>
                    <a:lnTo>
                      <a:pt x="2013" y="710"/>
                    </a:lnTo>
                    <a:lnTo>
                      <a:pt x="1937" y="787"/>
                    </a:lnTo>
                    <a:close/>
                    <a:moveTo>
                      <a:pt x="3552" y="128"/>
                    </a:moveTo>
                    <a:lnTo>
                      <a:pt x="3552" y="128"/>
                    </a:lnTo>
                    <a:lnTo>
                      <a:pt x="2633" y="128"/>
                    </a:lnTo>
                    <a:lnTo>
                      <a:pt x="2633" y="262"/>
                    </a:lnTo>
                    <a:lnTo>
                      <a:pt x="2784" y="262"/>
                    </a:lnTo>
                    <a:cubicBezTo>
                      <a:pt x="2784" y="262"/>
                      <a:pt x="2787" y="688"/>
                      <a:pt x="2784" y="685"/>
                    </a:cubicBezTo>
                    <a:lnTo>
                      <a:pt x="2896" y="685"/>
                    </a:lnTo>
                    <a:lnTo>
                      <a:pt x="3050" y="531"/>
                    </a:lnTo>
                    <a:lnTo>
                      <a:pt x="3270" y="531"/>
                    </a:lnTo>
                    <a:lnTo>
                      <a:pt x="3552" y="249"/>
                    </a:lnTo>
                    <a:lnTo>
                      <a:pt x="3552" y="128"/>
                    </a:lnTo>
                    <a:close/>
                    <a:moveTo>
                      <a:pt x="3901" y="1399"/>
                    </a:moveTo>
                    <a:lnTo>
                      <a:pt x="3901" y="1399"/>
                    </a:lnTo>
                    <a:lnTo>
                      <a:pt x="4001" y="1399"/>
                    </a:lnTo>
                    <a:lnTo>
                      <a:pt x="4001" y="1208"/>
                    </a:lnTo>
                    <a:lnTo>
                      <a:pt x="3873" y="1080"/>
                    </a:lnTo>
                    <a:lnTo>
                      <a:pt x="3855" y="1080"/>
                    </a:lnTo>
                    <a:lnTo>
                      <a:pt x="3761" y="1173"/>
                    </a:lnTo>
                    <a:lnTo>
                      <a:pt x="3761" y="1342"/>
                    </a:lnTo>
                    <a:lnTo>
                      <a:pt x="3843" y="1342"/>
                    </a:lnTo>
                    <a:lnTo>
                      <a:pt x="3901" y="1399"/>
                    </a:lnTo>
                    <a:close/>
                    <a:moveTo>
                      <a:pt x="6870" y="2711"/>
                    </a:moveTo>
                    <a:lnTo>
                      <a:pt x="6870" y="2711"/>
                    </a:lnTo>
                    <a:lnTo>
                      <a:pt x="6830" y="2672"/>
                    </a:lnTo>
                    <a:lnTo>
                      <a:pt x="6671" y="2831"/>
                    </a:lnTo>
                    <a:lnTo>
                      <a:pt x="6671" y="2876"/>
                    </a:lnTo>
                    <a:lnTo>
                      <a:pt x="6727" y="2932"/>
                    </a:lnTo>
                    <a:lnTo>
                      <a:pt x="6870" y="2932"/>
                    </a:lnTo>
                    <a:lnTo>
                      <a:pt x="6870" y="2711"/>
                    </a:lnTo>
                    <a:close/>
                    <a:moveTo>
                      <a:pt x="1815" y="2319"/>
                    </a:moveTo>
                    <a:lnTo>
                      <a:pt x="1815" y="2319"/>
                    </a:lnTo>
                    <a:lnTo>
                      <a:pt x="1713" y="2319"/>
                    </a:lnTo>
                    <a:lnTo>
                      <a:pt x="1714" y="2085"/>
                    </a:lnTo>
                    <a:lnTo>
                      <a:pt x="2032" y="2085"/>
                    </a:lnTo>
                    <a:lnTo>
                      <a:pt x="2034" y="2177"/>
                    </a:lnTo>
                    <a:lnTo>
                      <a:pt x="2115" y="2177"/>
                    </a:lnTo>
                    <a:lnTo>
                      <a:pt x="2115" y="1900"/>
                    </a:lnTo>
                    <a:lnTo>
                      <a:pt x="2611" y="1404"/>
                    </a:lnTo>
                    <a:lnTo>
                      <a:pt x="2696" y="1404"/>
                    </a:lnTo>
                    <a:lnTo>
                      <a:pt x="2697" y="1282"/>
                    </a:lnTo>
                    <a:lnTo>
                      <a:pt x="2691" y="1277"/>
                    </a:lnTo>
                    <a:lnTo>
                      <a:pt x="2297" y="883"/>
                    </a:lnTo>
                    <a:lnTo>
                      <a:pt x="2171" y="883"/>
                    </a:lnTo>
                    <a:lnTo>
                      <a:pt x="2171" y="1188"/>
                    </a:lnTo>
                    <a:lnTo>
                      <a:pt x="1812" y="1188"/>
                    </a:lnTo>
                    <a:lnTo>
                      <a:pt x="1812" y="864"/>
                    </a:lnTo>
                    <a:lnTo>
                      <a:pt x="2099" y="578"/>
                    </a:lnTo>
                    <a:lnTo>
                      <a:pt x="2362" y="841"/>
                    </a:lnTo>
                    <a:lnTo>
                      <a:pt x="2432" y="841"/>
                    </a:lnTo>
                    <a:cubicBezTo>
                      <a:pt x="2432" y="841"/>
                      <a:pt x="2594" y="676"/>
                      <a:pt x="2594" y="676"/>
                    </a:cubicBezTo>
                    <a:lnTo>
                      <a:pt x="2182" y="265"/>
                    </a:lnTo>
                    <a:lnTo>
                      <a:pt x="1181" y="265"/>
                    </a:lnTo>
                    <a:lnTo>
                      <a:pt x="1050" y="396"/>
                    </a:lnTo>
                    <a:lnTo>
                      <a:pt x="163" y="396"/>
                    </a:lnTo>
                    <a:lnTo>
                      <a:pt x="0" y="560"/>
                    </a:lnTo>
                    <a:lnTo>
                      <a:pt x="0" y="953"/>
                    </a:lnTo>
                    <a:lnTo>
                      <a:pt x="159" y="1112"/>
                    </a:lnTo>
                    <a:lnTo>
                      <a:pt x="380" y="1112"/>
                    </a:lnTo>
                    <a:lnTo>
                      <a:pt x="380" y="978"/>
                    </a:lnTo>
                    <a:lnTo>
                      <a:pt x="577" y="978"/>
                    </a:lnTo>
                    <a:lnTo>
                      <a:pt x="1000" y="1401"/>
                    </a:lnTo>
                    <a:lnTo>
                      <a:pt x="1000" y="1829"/>
                    </a:lnTo>
                    <a:lnTo>
                      <a:pt x="1651" y="2481"/>
                    </a:lnTo>
                    <a:lnTo>
                      <a:pt x="1808" y="2481"/>
                    </a:lnTo>
                    <a:lnTo>
                      <a:pt x="1999" y="2671"/>
                    </a:lnTo>
                    <a:lnTo>
                      <a:pt x="2083" y="2587"/>
                    </a:lnTo>
                    <a:lnTo>
                      <a:pt x="1815" y="2319"/>
                    </a:lnTo>
                    <a:close/>
                    <a:moveTo>
                      <a:pt x="6560" y="2743"/>
                    </a:moveTo>
                    <a:lnTo>
                      <a:pt x="6560" y="2743"/>
                    </a:lnTo>
                    <a:lnTo>
                      <a:pt x="6539" y="2722"/>
                    </a:lnTo>
                    <a:lnTo>
                      <a:pt x="6406" y="2589"/>
                    </a:lnTo>
                    <a:cubicBezTo>
                      <a:pt x="6407" y="2588"/>
                      <a:pt x="6369" y="2625"/>
                      <a:pt x="6369" y="2625"/>
                    </a:cubicBezTo>
                    <a:lnTo>
                      <a:pt x="6523" y="2780"/>
                    </a:lnTo>
                    <a:lnTo>
                      <a:pt x="6560" y="2743"/>
                    </a:lnTo>
                    <a:close/>
                    <a:moveTo>
                      <a:pt x="6393" y="2695"/>
                    </a:moveTo>
                    <a:lnTo>
                      <a:pt x="6393" y="2695"/>
                    </a:lnTo>
                    <a:cubicBezTo>
                      <a:pt x="6395" y="2693"/>
                      <a:pt x="6346" y="2743"/>
                      <a:pt x="6346" y="2743"/>
                    </a:cubicBezTo>
                    <a:lnTo>
                      <a:pt x="6579" y="2979"/>
                    </a:lnTo>
                    <a:lnTo>
                      <a:pt x="6628" y="2930"/>
                    </a:lnTo>
                    <a:lnTo>
                      <a:pt x="6595" y="2896"/>
                    </a:lnTo>
                    <a:lnTo>
                      <a:pt x="6393" y="2695"/>
                    </a:lnTo>
                    <a:close/>
                    <a:moveTo>
                      <a:pt x="5948" y="2706"/>
                    </a:moveTo>
                    <a:lnTo>
                      <a:pt x="5948" y="2706"/>
                    </a:lnTo>
                    <a:lnTo>
                      <a:pt x="6008" y="2706"/>
                    </a:lnTo>
                    <a:lnTo>
                      <a:pt x="6008" y="2622"/>
                    </a:lnTo>
                    <a:lnTo>
                      <a:pt x="5948" y="2622"/>
                    </a:lnTo>
                    <a:lnTo>
                      <a:pt x="5948" y="2706"/>
                    </a:lnTo>
                    <a:close/>
                    <a:moveTo>
                      <a:pt x="3654" y="811"/>
                    </a:moveTo>
                    <a:lnTo>
                      <a:pt x="3654" y="811"/>
                    </a:lnTo>
                    <a:lnTo>
                      <a:pt x="3436" y="811"/>
                    </a:lnTo>
                    <a:lnTo>
                      <a:pt x="3436" y="660"/>
                    </a:lnTo>
                    <a:lnTo>
                      <a:pt x="3654" y="660"/>
                    </a:lnTo>
                    <a:lnTo>
                      <a:pt x="3654" y="811"/>
                    </a:lnTo>
                    <a:close/>
                  </a:path>
                </a:pathLst>
              </a:custGeom>
              <a:solidFill>
                <a:srgbClr val="ECECE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bg1"/>
                  </a:solidFill>
                  <a:latin typeface="Aptos Light" panose="020B0004020202020204" pitchFamily="34" charset="0"/>
                </a:endParaRPr>
              </a:p>
            </p:txBody>
          </p:sp>
          <p:sp>
            <p:nvSpPr>
              <p:cNvPr id="18" name="Square">
                <a:extLst>
                  <a:ext uri="{FF2B5EF4-FFF2-40B4-BE49-F238E27FC236}">
                    <a16:creationId xmlns:a16="http://schemas.microsoft.com/office/drawing/2014/main" id="{5847BC9B-8B43-050D-7C97-801BE3148132}"/>
                  </a:ext>
                </a:extLst>
              </p:cNvPr>
              <p:cNvSpPr>
                <a:spLocks noChangeAspect="1"/>
              </p:cNvSpPr>
              <p:nvPr/>
            </p:nvSpPr>
            <p:spPr bwMode="auto">
              <a:xfrm>
                <a:off x="4051148" y="2799766"/>
                <a:ext cx="114384" cy="114243"/>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bg1"/>
                  </a:solidFill>
                  <a:latin typeface="Aptos Light" panose="020B0004020202020204" pitchFamily="34" charset="0"/>
                </a:endParaRPr>
              </a:p>
            </p:txBody>
          </p:sp>
          <p:sp>
            <p:nvSpPr>
              <p:cNvPr id="19" name="Square">
                <a:extLst>
                  <a:ext uri="{FF2B5EF4-FFF2-40B4-BE49-F238E27FC236}">
                    <a16:creationId xmlns:a16="http://schemas.microsoft.com/office/drawing/2014/main" id="{3DF3F5E9-C726-60FB-41D0-49289ADD3A79}"/>
                  </a:ext>
                </a:extLst>
              </p:cNvPr>
              <p:cNvSpPr>
                <a:spLocks noChangeAspect="1"/>
              </p:cNvSpPr>
              <p:nvPr/>
            </p:nvSpPr>
            <p:spPr bwMode="auto">
              <a:xfrm>
                <a:off x="4931739" y="2404629"/>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bg1"/>
                  </a:solidFill>
                  <a:latin typeface="Aptos Light" panose="020B0004020202020204" pitchFamily="34" charset="0"/>
                </a:endParaRPr>
              </a:p>
            </p:txBody>
          </p:sp>
          <p:sp>
            <p:nvSpPr>
              <p:cNvPr id="20" name="Square">
                <a:extLst>
                  <a:ext uri="{FF2B5EF4-FFF2-40B4-BE49-F238E27FC236}">
                    <a16:creationId xmlns:a16="http://schemas.microsoft.com/office/drawing/2014/main" id="{01D203D4-444C-7AC7-D491-346102FD6B23}"/>
                  </a:ext>
                </a:extLst>
              </p:cNvPr>
              <p:cNvSpPr>
                <a:spLocks noChangeAspect="1"/>
              </p:cNvSpPr>
              <p:nvPr/>
            </p:nvSpPr>
            <p:spPr bwMode="auto">
              <a:xfrm>
                <a:off x="5151701" y="2780725"/>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bg1"/>
                  </a:solidFill>
                  <a:latin typeface="Aptos Light" panose="020B0004020202020204" pitchFamily="34" charset="0"/>
                </a:endParaRPr>
              </a:p>
            </p:txBody>
          </p:sp>
          <p:sp>
            <p:nvSpPr>
              <p:cNvPr id="21" name="Square">
                <a:extLst>
                  <a:ext uri="{FF2B5EF4-FFF2-40B4-BE49-F238E27FC236}">
                    <a16:creationId xmlns:a16="http://schemas.microsoft.com/office/drawing/2014/main" id="{0C7828C6-767F-1CBE-EAA9-7BA8F91906E1}"/>
                  </a:ext>
                </a:extLst>
              </p:cNvPr>
              <p:cNvSpPr>
                <a:spLocks noChangeAspect="1"/>
              </p:cNvSpPr>
              <p:nvPr/>
            </p:nvSpPr>
            <p:spPr bwMode="auto">
              <a:xfrm>
                <a:off x="4839521" y="2780725"/>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bg1"/>
                  </a:solidFill>
                  <a:latin typeface="Aptos Light" panose="020B0004020202020204" pitchFamily="34" charset="0"/>
                </a:endParaRPr>
              </a:p>
            </p:txBody>
          </p:sp>
          <p:sp>
            <p:nvSpPr>
              <p:cNvPr id="22" name="Square">
                <a:extLst>
                  <a:ext uri="{FF2B5EF4-FFF2-40B4-BE49-F238E27FC236}">
                    <a16:creationId xmlns:a16="http://schemas.microsoft.com/office/drawing/2014/main" id="{988B8213-ED98-B313-1398-91D8E4A9B83A}"/>
                  </a:ext>
                </a:extLst>
              </p:cNvPr>
              <p:cNvSpPr>
                <a:spLocks noChangeAspect="1"/>
              </p:cNvSpPr>
              <p:nvPr/>
            </p:nvSpPr>
            <p:spPr bwMode="auto">
              <a:xfrm>
                <a:off x="5117220" y="2557549"/>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bg1"/>
                  </a:solidFill>
                  <a:latin typeface="Aptos Light" panose="020B0004020202020204" pitchFamily="34" charset="0"/>
                </a:endParaRPr>
              </a:p>
            </p:txBody>
          </p:sp>
          <p:sp>
            <p:nvSpPr>
              <p:cNvPr id="23" name="Square">
                <a:extLst>
                  <a:ext uri="{FF2B5EF4-FFF2-40B4-BE49-F238E27FC236}">
                    <a16:creationId xmlns:a16="http://schemas.microsoft.com/office/drawing/2014/main" id="{35B93D11-453C-91A0-0A15-AFB526527342}"/>
                  </a:ext>
                </a:extLst>
              </p:cNvPr>
              <p:cNvSpPr>
                <a:spLocks noChangeAspect="1"/>
              </p:cNvSpPr>
              <p:nvPr/>
            </p:nvSpPr>
            <p:spPr bwMode="auto">
              <a:xfrm>
                <a:off x="4990497" y="2899125"/>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bg1"/>
                  </a:solidFill>
                  <a:latin typeface="Aptos Light" panose="020B0004020202020204" pitchFamily="34" charset="0"/>
                </a:endParaRPr>
              </a:p>
            </p:txBody>
          </p:sp>
          <p:sp>
            <p:nvSpPr>
              <p:cNvPr id="24" name="Square">
                <a:extLst>
                  <a:ext uri="{FF2B5EF4-FFF2-40B4-BE49-F238E27FC236}">
                    <a16:creationId xmlns:a16="http://schemas.microsoft.com/office/drawing/2014/main" id="{883F8AB5-954E-0222-B1D6-81DE0D1CE63F}"/>
                  </a:ext>
                </a:extLst>
              </p:cNvPr>
              <p:cNvSpPr>
                <a:spLocks noChangeAspect="1"/>
              </p:cNvSpPr>
              <p:nvPr/>
            </p:nvSpPr>
            <p:spPr bwMode="auto">
              <a:xfrm>
                <a:off x="4760996" y="2942697"/>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bg1"/>
                  </a:solidFill>
                  <a:latin typeface="Aptos Light" panose="020B0004020202020204" pitchFamily="34" charset="0"/>
                </a:endParaRPr>
              </a:p>
            </p:txBody>
          </p:sp>
          <p:sp>
            <p:nvSpPr>
              <p:cNvPr id="25" name="Square">
                <a:extLst>
                  <a:ext uri="{FF2B5EF4-FFF2-40B4-BE49-F238E27FC236}">
                    <a16:creationId xmlns:a16="http://schemas.microsoft.com/office/drawing/2014/main" id="{CEBA9CC5-7F9C-E796-DA9D-8D37C9F6A8DF}"/>
                  </a:ext>
                </a:extLst>
              </p:cNvPr>
              <p:cNvSpPr>
                <a:spLocks noChangeAspect="1"/>
              </p:cNvSpPr>
              <p:nvPr/>
            </p:nvSpPr>
            <p:spPr bwMode="auto">
              <a:xfrm>
                <a:off x="4586118" y="2431901"/>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bg1"/>
                  </a:solidFill>
                  <a:latin typeface="Aptos Light" panose="020B0004020202020204" pitchFamily="34" charset="0"/>
                </a:endParaRPr>
              </a:p>
            </p:txBody>
          </p:sp>
          <p:sp>
            <p:nvSpPr>
              <p:cNvPr id="26" name="Square">
                <a:extLst>
                  <a:ext uri="{FF2B5EF4-FFF2-40B4-BE49-F238E27FC236}">
                    <a16:creationId xmlns:a16="http://schemas.microsoft.com/office/drawing/2014/main" id="{79654B77-1EDA-AF01-3AF4-FE30E1033186}"/>
                  </a:ext>
                </a:extLst>
              </p:cNvPr>
              <p:cNvSpPr>
                <a:spLocks noChangeAspect="1"/>
              </p:cNvSpPr>
              <p:nvPr/>
            </p:nvSpPr>
            <p:spPr bwMode="auto">
              <a:xfrm>
                <a:off x="5297034" y="2298468"/>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bg1"/>
                  </a:solidFill>
                  <a:latin typeface="Aptos Light" panose="020B0004020202020204" pitchFamily="34" charset="0"/>
                </a:endParaRPr>
              </a:p>
            </p:txBody>
          </p:sp>
          <p:sp>
            <p:nvSpPr>
              <p:cNvPr id="27" name="Square">
                <a:extLst>
                  <a:ext uri="{FF2B5EF4-FFF2-40B4-BE49-F238E27FC236}">
                    <a16:creationId xmlns:a16="http://schemas.microsoft.com/office/drawing/2014/main" id="{9422645B-2F16-ADD4-8E4B-1E6AE76FEC2A}"/>
                  </a:ext>
                </a:extLst>
              </p:cNvPr>
              <p:cNvSpPr>
                <a:spLocks noChangeAspect="1"/>
              </p:cNvSpPr>
              <p:nvPr/>
            </p:nvSpPr>
            <p:spPr bwMode="auto">
              <a:xfrm>
                <a:off x="4799123" y="3403782"/>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bg1"/>
                  </a:solidFill>
                  <a:latin typeface="Aptos Light" panose="020B0004020202020204" pitchFamily="34" charset="0"/>
                </a:endParaRPr>
              </a:p>
            </p:txBody>
          </p:sp>
          <p:sp>
            <p:nvSpPr>
              <p:cNvPr id="28" name="Square">
                <a:extLst>
                  <a:ext uri="{FF2B5EF4-FFF2-40B4-BE49-F238E27FC236}">
                    <a16:creationId xmlns:a16="http://schemas.microsoft.com/office/drawing/2014/main" id="{91905A9D-A790-90C5-FBAD-715170700818}"/>
                  </a:ext>
                </a:extLst>
              </p:cNvPr>
              <p:cNvSpPr>
                <a:spLocks noChangeAspect="1"/>
              </p:cNvSpPr>
              <p:nvPr/>
            </p:nvSpPr>
            <p:spPr bwMode="auto">
              <a:xfrm>
                <a:off x="4645418" y="3326071"/>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bg1"/>
                  </a:solidFill>
                  <a:latin typeface="Aptos Light" panose="020B0004020202020204" pitchFamily="34" charset="0"/>
                </a:endParaRPr>
              </a:p>
            </p:txBody>
          </p:sp>
          <p:sp>
            <p:nvSpPr>
              <p:cNvPr id="29" name="Square">
                <a:extLst>
                  <a:ext uri="{FF2B5EF4-FFF2-40B4-BE49-F238E27FC236}">
                    <a16:creationId xmlns:a16="http://schemas.microsoft.com/office/drawing/2014/main" id="{0F1A11E0-943B-9061-39B5-2E6D5BCB391B}"/>
                  </a:ext>
                </a:extLst>
              </p:cNvPr>
              <p:cNvSpPr>
                <a:spLocks noChangeAspect="1"/>
              </p:cNvSpPr>
              <p:nvPr/>
            </p:nvSpPr>
            <p:spPr bwMode="auto">
              <a:xfrm>
                <a:off x="4936641" y="3488662"/>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bg1"/>
                  </a:solidFill>
                  <a:latin typeface="Aptos Light" panose="020B0004020202020204" pitchFamily="34" charset="0"/>
                </a:endParaRPr>
              </a:p>
            </p:txBody>
          </p:sp>
          <p:sp>
            <p:nvSpPr>
              <p:cNvPr id="30" name="Square">
                <a:extLst>
                  <a:ext uri="{FF2B5EF4-FFF2-40B4-BE49-F238E27FC236}">
                    <a16:creationId xmlns:a16="http://schemas.microsoft.com/office/drawing/2014/main" id="{54F650A8-127B-9C5D-ED78-F47ED8D2A432}"/>
                  </a:ext>
                </a:extLst>
              </p:cNvPr>
              <p:cNvSpPr>
                <a:spLocks noChangeAspect="1"/>
              </p:cNvSpPr>
              <p:nvPr/>
            </p:nvSpPr>
            <p:spPr bwMode="auto">
              <a:xfrm>
                <a:off x="5319945" y="4641946"/>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bg1"/>
                  </a:solidFill>
                  <a:latin typeface="Aptos Light" panose="020B0004020202020204" pitchFamily="34" charset="0"/>
                </a:endParaRPr>
              </a:p>
            </p:txBody>
          </p:sp>
          <p:sp>
            <p:nvSpPr>
              <p:cNvPr id="31" name="Square">
                <a:extLst>
                  <a:ext uri="{FF2B5EF4-FFF2-40B4-BE49-F238E27FC236}">
                    <a16:creationId xmlns:a16="http://schemas.microsoft.com/office/drawing/2014/main" id="{69ED5173-CB04-8662-C249-81C64EAAFC29}"/>
                  </a:ext>
                </a:extLst>
              </p:cNvPr>
              <p:cNvSpPr>
                <a:spLocks noChangeAspect="1"/>
              </p:cNvSpPr>
              <p:nvPr/>
            </p:nvSpPr>
            <p:spPr bwMode="auto">
              <a:xfrm>
                <a:off x="5220779" y="4079065"/>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bg1"/>
                  </a:solidFill>
                  <a:latin typeface="Aptos Light" panose="020B0004020202020204" pitchFamily="34" charset="0"/>
                </a:endParaRPr>
              </a:p>
            </p:txBody>
          </p:sp>
          <p:sp>
            <p:nvSpPr>
              <p:cNvPr id="32" name="Square">
                <a:extLst>
                  <a:ext uri="{FF2B5EF4-FFF2-40B4-BE49-F238E27FC236}">
                    <a16:creationId xmlns:a16="http://schemas.microsoft.com/office/drawing/2014/main" id="{12467494-30D4-8054-E152-7898B628D48F}"/>
                  </a:ext>
                </a:extLst>
              </p:cNvPr>
              <p:cNvSpPr>
                <a:spLocks noChangeAspect="1"/>
              </p:cNvSpPr>
              <p:nvPr/>
            </p:nvSpPr>
            <p:spPr bwMode="auto">
              <a:xfrm>
                <a:off x="5872653" y="4583489"/>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bg1"/>
                  </a:solidFill>
                  <a:latin typeface="Aptos Light" panose="020B0004020202020204" pitchFamily="34" charset="0"/>
                </a:endParaRPr>
              </a:p>
            </p:txBody>
          </p:sp>
          <p:sp>
            <p:nvSpPr>
              <p:cNvPr id="33" name="Square">
                <a:extLst>
                  <a:ext uri="{FF2B5EF4-FFF2-40B4-BE49-F238E27FC236}">
                    <a16:creationId xmlns:a16="http://schemas.microsoft.com/office/drawing/2014/main" id="{D40376CE-219F-B291-2B5D-E3AF0B86AAD0}"/>
                  </a:ext>
                </a:extLst>
              </p:cNvPr>
              <p:cNvSpPr>
                <a:spLocks noChangeAspect="1"/>
              </p:cNvSpPr>
              <p:nvPr/>
            </p:nvSpPr>
            <p:spPr bwMode="auto">
              <a:xfrm>
                <a:off x="6966396" y="2329034"/>
                <a:ext cx="114384" cy="114243"/>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bg1"/>
                  </a:solidFill>
                  <a:latin typeface="Aptos Light" panose="020B0004020202020204" pitchFamily="34" charset="0"/>
                </a:endParaRPr>
              </a:p>
            </p:txBody>
          </p:sp>
          <p:sp>
            <p:nvSpPr>
              <p:cNvPr id="34" name="Square">
                <a:extLst>
                  <a:ext uri="{FF2B5EF4-FFF2-40B4-BE49-F238E27FC236}">
                    <a16:creationId xmlns:a16="http://schemas.microsoft.com/office/drawing/2014/main" id="{A258BF9D-D337-7BDD-77FD-DB335B116F8D}"/>
                  </a:ext>
                </a:extLst>
              </p:cNvPr>
              <p:cNvSpPr>
                <a:spLocks noChangeAspect="1"/>
              </p:cNvSpPr>
              <p:nvPr/>
            </p:nvSpPr>
            <p:spPr bwMode="auto">
              <a:xfrm>
                <a:off x="8861447" y="3594187"/>
                <a:ext cx="114384" cy="114243"/>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bg1"/>
                  </a:solidFill>
                  <a:latin typeface="Aptos Light" panose="020B0004020202020204" pitchFamily="34" charset="0"/>
                </a:endParaRPr>
              </a:p>
            </p:txBody>
          </p:sp>
          <p:sp>
            <p:nvSpPr>
              <p:cNvPr id="35" name="Square">
                <a:extLst>
                  <a:ext uri="{FF2B5EF4-FFF2-40B4-BE49-F238E27FC236}">
                    <a16:creationId xmlns:a16="http://schemas.microsoft.com/office/drawing/2014/main" id="{2F2D7B5F-9FED-6D73-42DC-8CDAAC1463FE}"/>
                  </a:ext>
                </a:extLst>
              </p:cNvPr>
              <p:cNvSpPr>
                <a:spLocks noChangeAspect="1"/>
              </p:cNvSpPr>
              <p:nvPr/>
            </p:nvSpPr>
            <p:spPr bwMode="auto">
              <a:xfrm>
                <a:off x="9490780" y="3619314"/>
                <a:ext cx="114384" cy="114243"/>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bg1"/>
                  </a:solidFill>
                  <a:latin typeface="Aptos Light" panose="020B0004020202020204" pitchFamily="34" charset="0"/>
                </a:endParaRPr>
              </a:p>
            </p:txBody>
          </p:sp>
          <p:sp>
            <p:nvSpPr>
              <p:cNvPr id="36" name="Square">
                <a:extLst>
                  <a:ext uri="{FF2B5EF4-FFF2-40B4-BE49-F238E27FC236}">
                    <a16:creationId xmlns:a16="http://schemas.microsoft.com/office/drawing/2014/main" id="{54FD6D57-9FEF-3E0D-55F1-28A153E08FD3}"/>
                  </a:ext>
                </a:extLst>
              </p:cNvPr>
              <p:cNvSpPr>
                <a:spLocks noChangeAspect="1"/>
              </p:cNvSpPr>
              <p:nvPr/>
            </p:nvSpPr>
            <p:spPr bwMode="auto">
              <a:xfrm>
                <a:off x="6947333" y="2220804"/>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bg1"/>
                  </a:solidFill>
                  <a:latin typeface="Aptos Light" panose="020B0004020202020204" pitchFamily="34" charset="0"/>
                </a:endParaRPr>
              </a:p>
            </p:txBody>
          </p:sp>
          <p:sp>
            <p:nvSpPr>
              <p:cNvPr id="37" name="Square">
                <a:extLst>
                  <a:ext uri="{FF2B5EF4-FFF2-40B4-BE49-F238E27FC236}">
                    <a16:creationId xmlns:a16="http://schemas.microsoft.com/office/drawing/2014/main" id="{52632040-B9EC-689C-F714-F1B902B4D6AD}"/>
                  </a:ext>
                </a:extLst>
              </p:cNvPr>
              <p:cNvSpPr>
                <a:spLocks noChangeAspect="1"/>
              </p:cNvSpPr>
              <p:nvPr/>
            </p:nvSpPr>
            <p:spPr bwMode="auto">
              <a:xfrm>
                <a:off x="10072856" y="3557674"/>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bg1"/>
                  </a:solidFill>
                  <a:latin typeface="Aptos Light" panose="020B0004020202020204" pitchFamily="34" charset="0"/>
                </a:endParaRPr>
              </a:p>
            </p:txBody>
          </p:sp>
          <p:sp>
            <p:nvSpPr>
              <p:cNvPr id="38" name="Square">
                <a:extLst>
                  <a:ext uri="{FF2B5EF4-FFF2-40B4-BE49-F238E27FC236}">
                    <a16:creationId xmlns:a16="http://schemas.microsoft.com/office/drawing/2014/main" id="{4BE1A4BF-492D-732A-625F-10583092E161}"/>
                  </a:ext>
                </a:extLst>
              </p:cNvPr>
              <p:cNvSpPr>
                <a:spLocks noChangeAspect="1"/>
              </p:cNvSpPr>
              <p:nvPr/>
            </p:nvSpPr>
            <p:spPr bwMode="auto">
              <a:xfrm>
                <a:off x="10761695" y="4621570"/>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bg1"/>
                  </a:solidFill>
                  <a:latin typeface="Aptos Light" panose="020B0004020202020204" pitchFamily="34" charset="0"/>
                </a:endParaRPr>
              </a:p>
            </p:txBody>
          </p:sp>
          <p:sp>
            <p:nvSpPr>
              <p:cNvPr id="39" name="Square">
                <a:extLst>
                  <a:ext uri="{FF2B5EF4-FFF2-40B4-BE49-F238E27FC236}">
                    <a16:creationId xmlns:a16="http://schemas.microsoft.com/office/drawing/2014/main" id="{A43DE392-23AC-A41A-FDDE-D0F26AE9199B}"/>
                  </a:ext>
                </a:extLst>
              </p:cNvPr>
              <p:cNvSpPr>
                <a:spLocks noChangeAspect="1"/>
              </p:cNvSpPr>
              <p:nvPr/>
            </p:nvSpPr>
            <p:spPr bwMode="auto">
              <a:xfrm>
                <a:off x="10761695" y="4466992"/>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bg1"/>
                  </a:solidFill>
                  <a:latin typeface="Aptos Light" panose="020B0004020202020204" pitchFamily="34" charset="0"/>
                </a:endParaRPr>
              </a:p>
            </p:txBody>
          </p:sp>
          <p:sp>
            <p:nvSpPr>
              <p:cNvPr id="40" name="Square">
                <a:extLst>
                  <a:ext uri="{FF2B5EF4-FFF2-40B4-BE49-F238E27FC236}">
                    <a16:creationId xmlns:a16="http://schemas.microsoft.com/office/drawing/2014/main" id="{4C902FE7-9B25-3978-DFF5-863A46E0499A}"/>
                  </a:ext>
                </a:extLst>
              </p:cNvPr>
              <p:cNvSpPr>
                <a:spLocks noChangeAspect="1"/>
              </p:cNvSpPr>
              <p:nvPr/>
            </p:nvSpPr>
            <p:spPr bwMode="auto">
              <a:xfrm>
                <a:off x="9565034" y="3732731"/>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bg1"/>
                  </a:solidFill>
                  <a:latin typeface="Aptos Light" panose="020B0004020202020204" pitchFamily="34" charset="0"/>
                </a:endParaRPr>
              </a:p>
            </p:txBody>
          </p:sp>
          <p:sp>
            <p:nvSpPr>
              <p:cNvPr id="41" name="Square">
                <a:extLst>
                  <a:ext uri="{FF2B5EF4-FFF2-40B4-BE49-F238E27FC236}">
                    <a16:creationId xmlns:a16="http://schemas.microsoft.com/office/drawing/2014/main" id="{876DC727-1493-350A-1C79-7A53B3538ECF}"/>
                  </a:ext>
                </a:extLst>
              </p:cNvPr>
              <p:cNvSpPr>
                <a:spLocks noChangeAspect="1"/>
              </p:cNvSpPr>
              <p:nvPr/>
            </p:nvSpPr>
            <p:spPr bwMode="auto">
              <a:xfrm>
                <a:off x="9946198" y="3107911"/>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bg1"/>
                  </a:solidFill>
                  <a:latin typeface="Aptos Light" panose="020B0004020202020204" pitchFamily="34" charset="0"/>
                </a:endParaRPr>
              </a:p>
            </p:txBody>
          </p:sp>
          <p:sp>
            <p:nvSpPr>
              <p:cNvPr id="42" name="Square">
                <a:extLst>
                  <a:ext uri="{FF2B5EF4-FFF2-40B4-BE49-F238E27FC236}">
                    <a16:creationId xmlns:a16="http://schemas.microsoft.com/office/drawing/2014/main" id="{387DFFB9-14C3-0B58-3801-3121AC48D882}"/>
                  </a:ext>
                </a:extLst>
              </p:cNvPr>
              <p:cNvSpPr>
                <a:spLocks noChangeAspect="1"/>
              </p:cNvSpPr>
              <p:nvPr/>
            </p:nvSpPr>
            <p:spPr bwMode="auto">
              <a:xfrm>
                <a:off x="9783772" y="3271627"/>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bg1"/>
                  </a:solidFill>
                  <a:latin typeface="Aptos Light" panose="020B0004020202020204" pitchFamily="34" charset="0"/>
                </a:endParaRPr>
              </a:p>
            </p:txBody>
          </p:sp>
          <p:sp>
            <p:nvSpPr>
              <p:cNvPr id="43" name="Square">
                <a:extLst>
                  <a:ext uri="{FF2B5EF4-FFF2-40B4-BE49-F238E27FC236}">
                    <a16:creationId xmlns:a16="http://schemas.microsoft.com/office/drawing/2014/main" id="{21047AD3-6C84-7CF9-88F9-63C576A3ECC5}"/>
                  </a:ext>
                </a:extLst>
              </p:cNvPr>
              <p:cNvSpPr>
                <a:spLocks noChangeAspect="1"/>
              </p:cNvSpPr>
              <p:nvPr/>
            </p:nvSpPr>
            <p:spPr bwMode="auto">
              <a:xfrm>
                <a:off x="7168798" y="2397849"/>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bg1"/>
                  </a:solidFill>
                  <a:latin typeface="Aptos Light" panose="020B0004020202020204" pitchFamily="34" charset="0"/>
                </a:endParaRPr>
              </a:p>
            </p:txBody>
          </p:sp>
          <p:sp>
            <p:nvSpPr>
              <p:cNvPr id="44" name="Square">
                <a:extLst>
                  <a:ext uri="{FF2B5EF4-FFF2-40B4-BE49-F238E27FC236}">
                    <a16:creationId xmlns:a16="http://schemas.microsoft.com/office/drawing/2014/main" id="{0EC56701-C278-20C0-C24F-6BF6F13F6A4D}"/>
                  </a:ext>
                </a:extLst>
              </p:cNvPr>
              <p:cNvSpPr>
                <a:spLocks noChangeAspect="1"/>
              </p:cNvSpPr>
              <p:nvPr/>
            </p:nvSpPr>
            <p:spPr bwMode="auto">
              <a:xfrm>
                <a:off x="6854597" y="2752017"/>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bg1"/>
                  </a:solidFill>
                  <a:latin typeface="Aptos Light" panose="020B0004020202020204" pitchFamily="34" charset="0"/>
                </a:endParaRPr>
              </a:p>
            </p:txBody>
          </p:sp>
          <p:sp>
            <p:nvSpPr>
              <p:cNvPr id="45" name="Square">
                <a:extLst>
                  <a:ext uri="{FF2B5EF4-FFF2-40B4-BE49-F238E27FC236}">
                    <a16:creationId xmlns:a16="http://schemas.microsoft.com/office/drawing/2014/main" id="{A3461AF7-0080-E2D3-5BFE-EDF6BD154C30}"/>
                  </a:ext>
                </a:extLst>
              </p:cNvPr>
              <p:cNvSpPr>
                <a:spLocks noChangeAspect="1"/>
              </p:cNvSpPr>
              <p:nvPr/>
            </p:nvSpPr>
            <p:spPr bwMode="auto">
              <a:xfrm>
                <a:off x="7114847" y="2502484"/>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bg1"/>
                  </a:solidFill>
                  <a:latin typeface="Aptos Light" panose="020B0004020202020204" pitchFamily="34" charset="0"/>
                </a:endParaRPr>
              </a:p>
            </p:txBody>
          </p:sp>
          <p:sp>
            <p:nvSpPr>
              <p:cNvPr id="46" name="Square">
                <a:extLst>
                  <a:ext uri="{FF2B5EF4-FFF2-40B4-BE49-F238E27FC236}">
                    <a16:creationId xmlns:a16="http://schemas.microsoft.com/office/drawing/2014/main" id="{30FDACC4-2951-BC4C-AADE-203DB339E21A}"/>
                  </a:ext>
                </a:extLst>
              </p:cNvPr>
              <p:cNvSpPr>
                <a:spLocks noChangeAspect="1"/>
              </p:cNvSpPr>
              <p:nvPr/>
            </p:nvSpPr>
            <p:spPr bwMode="auto">
              <a:xfrm>
                <a:off x="7425211" y="2267991"/>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bg1"/>
                  </a:solidFill>
                  <a:latin typeface="Aptos Light" panose="020B0004020202020204" pitchFamily="34" charset="0"/>
                </a:endParaRPr>
              </a:p>
            </p:txBody>
          </p:sp>
          <p:sp>
            <p:nvSpPr>
              <p:cNvPr id="47" name="Square">
                <a:extLst>
                  <a:ext uri="{FF2B5EF4-FFF2-40B4-BE49-F238E27FC236}">
                    <a16:creationId xmlns:a16="http://schemas.microsoft.com/office/drawing/2014/main" id="{FAA39BAC-3970-0DF8-D1E4-ED4EFCBE159B}"/>
                  </a:ext>
                </a:extLst>
              </p:cNvPr>
              <p:cNvSpPr>
                <a:spLocks noChangeAspect="1"/>
              </p:cNvSpPr>
              <p:nvPr/>
            </p:nvSpPr>
            <p:spPr bwMode="auto">
              <a:xfrm>
                <a:off x="8116379" y="2628205"/>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bg1"/>
                  </a:solidFill>
                  <a:latin typeface="Aptos Light" panose="020B0004020202020204" pitchFamily="34" charset="0"/>
                </a:endParaRPr>
              </a:p>
            </p:txBody>
          </p:sp>
          <p:sp>
            <p:nvSpPr>
              <p:cNvPr id="48" name="Square">
                <a:extLst>
                  <a:ext uri="{FF2B5EF4-FFF2-40B4-BE49-F238E27FC236}">
                    <a16:creationId xmlns:a16="http://schemas.microsoft.com/office/drawing/2014/main" id="{24AA3A11-393F-5CFF-5C5B-404549438D66}"/>
                  </a:ext>
                </a:extLst>
              </p:cNvPr>
              <p:cNvSpPr>
                <a:spLocks noChangeAspect="1"/>
              </p:cNvSpPr>
              <p:nvPr/>
            </p:nvSpPr>
            <p:spPr bwMode="auto">
              <a:xfrm>
                <a:off x="8024873" y="2717892"/>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bg1"/>
                  </a:solidFill>
                  <a:latin typeface="Aptos Light" panose="020B0004020202020204" pitchFamily="34" charset="0"/>
                </a:endParaRPr>
              </a:p>
            </p:txBody>
          </p:sp>
          <p:sp>
            <p:nvSpPr>
              <p:cNvPr id="49" name="Square">
                <a:extLst>
                  <a:ext uri="{FF2B5EF4-FFF2-40B4-BE49-F238E27FC236}">
                    <a16:creationId xmlns:a16="http://schemas.microsoft.com/office/drawing/2014/main" id="{AC36EE27-080E-2B8D-F58C-9767C8E1E4BC}"/>
                  </a:ext>
                </a:extLst>
              </p:cNvPr>
              <p:cNvSpPr>
                <a:spLocks noChangeAspect="1"/>
              </p:cNvSpPr>
              <p:nvPr/>
            </p:nvSpPr>
            <p:spPr bwMode="auto">
              <a:xfrm>
                <a:off x="8833524" y="3492846"/>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bg1"/>
                  </a:solidFill>
                  <a:latin typeface="Aptos Light" panose="020B0004020202020204" pitchFamily="34" charset="0"/>
                </a:endParaRPr>
              </a:p>
            </p:txBody>
          </p:sp>
          <p:sp>
            <p:nvSpPr>
              <p:cNvPr id="50" name="Square">
                <a:extLst>
                  <a:ext uri="{FF2B5EF4-FFF2-40B4-BE49-F238E27FC236}">
                    <a16:creationId xmlns:a16="http://schemas.microsoft.com/office/drawing/2014/main" id="{82F593DC-3A4B-5EB3-3311-B365C9389CE1}"/>
                  </a:ext>
                </a:extLst>
              </p:cNvPr>
              <p:cNvSpPr>
                <a:spLocks noChangeAspect="1"/>
              </p:cNvSpPr>
              <p:nvPr/>
            </p:nvSpPr>
            <p:spPr bwMode="auto">
              <a:xfrm>
                <a:off x="8931926" y="3350762"/>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bg1"/>
                  </a:solidFill>
                  <a:latin typeface="Aptos Light" panose="020B0004020202020204" pitchFamily="34" charset="0"/>
                </a:endParaRPr>
              </a:p>
            </p:txBody>
          </p:sp>
          <p:sp>
            <p:nvSpPr>
              <p:cNvPr id="51" name="Square">
                <a:extLst>
                  <a:ext uri="{FF2B5EF4-FFF2-40B4-BE49-F238E27FC236}">
                    <a16:creationId xmlns:a16="http://schemas.microsoft.com/office/drawing/2014/main" id="{29E2F895-FFE3-03E2-4075-8363FBC1F804}"/>
                  </a:ext>
                </a:extLst>
              </p:cNvPr>
              <p:cNvSpPr>
                <a:spLocks noChangeAspect="1"/>
              </p:cNvSpPr>
              <p:nvPr/>
            </p:nvSpPr>
            <p:spPr bwMode="auto">
              <a:xfrm>
                <a:off x="8785192" y="3121953"/>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bg1"/>
                  </a:solidFill>
                  <a:latin typeface="Aptos Light" panose="020B0004020202020204" pitchFamily="34" charset="0"/>
                </a:endParaRPr>
              </a:p>
            </p:txBody>
          </p:sp>
          <p:sp>
            <p:nvSpPr>
              <p:cNvPr id="55" name="Square">
                <a:extLst>
                  <a:ext uri="{FF2B5EF4-FFF2-40B4-BE49-F238E27FC236}">
                    <a16:creationId xmlns:a16="http://schemas.microsoft.com/office/drawing/2014/main" id="{63572D2A-8883-789C-A8D2-D9CD833EFB29}"/>
                  </a:ext>
                </a:extLst>
              </p:cNvPr>
              <p:cNvSpPr>
                <a:spLocks noChangeAspect="1"/>
              </p:cNvSpPr>
              <p:nvPr/>
            </p:nvSpPr>
            <p:spPr bwMode="auto">
              <a:xfrm>
                <a:off x="6801823" y="2298467"/>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bg1"/>
                  </a:solidFill>
                  <a:latin typeface="Aptos Light" panose="020B0004020202020204" pitchFamily="34" charset="0"/>
                </a:endParaRPr>
              </a:p>
            </p:txBody>
          </p:sp>
          <p:sp>
            <p:nvSpPr>
              <p:cNvPr id="106" name="Square">
                <a:extLst>
                  <a:ext uri="{FF2B5EF4-FFF2-40B4-BE49-F238E27FC236}">
                    <a16:creationId xmlns:a16="http://schemas.microsoft.com/office/drawing/2014/main" id="{F550BD35-AB10-2450-4088-5895855574A1}"/>
                  </a:ext>
                </a:extLst>
              </p:cNvPr>
              <p:cNvSpPr>
                <a:spLocks noChangeAspect="1"/>
              </p:cNvSpPr>
              <p:nvPr/>
            </p:nvSpPr>
            <p:spPr bwMode="auto">
              <a:xfrm>
                <a:off x="7904611" y="3083872"/>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bg1"/>
                  </a:solidFill>
                  <a:latin typeface="Aptos Light" panose="020B0004020202020204" pitchFamily="34" charset="0"/>
                </a:endParaRPr>
              </a:p>
            </p:txBody>
          </p:sp>
          <p:sp>
            <p:nvSpPr>
              <p:cNvPr id="107" name="Square">
                <a:extLst>
                  <a:ext uri="{FF2B5EF4-FFF2-40B4-BE49-F238E27FC236}">
                    <a16:creationId xmlns:a16="http://schemas.microsoft.com/office/drawing/2014/main" id="{25794D53-5866-6A9B-66B0-BFF75C319163}"/>
                  </a:ext>
                </a:extLst>
              </p:cNvPr>
              <p:cNvSpPr>
                <a:spLocks noChangeAspect="1"/>
              </p:cNvSpPr>
              <p:nvPr/>
            </p:nvSpPr>
            <p:spPr bwMode="auto">
              <a:xfrm>
                <a:off x="10543292" y="4762314"/>
                <a:ext cx="114384" cy="114243"/>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latin typeface="Aptos Light" panose="020B0004020202020204" pitchFamily="34" charset="0"/>
                </a:endParaRPr>
              </a:p>
            </p:txBody>
          </p:sp>
          <p:sp>
            <p:nvSpPr>
              <p:cNvPr id="108" name="Square">
                <a:extLst>
                  <a:ext uri="{FF2B5EF4-FFF2-40B4-BE49-F238E27FC236}">
                    <a16:creationId xmlns:a16="http://schemas.microsoft.com/office/drawing/2014/main" id="{67BCB87E-079D-E783-0000-5AB1E1264815}"/>
                  </a:ext>
                </a:extLst>
              </p:cNvPr>
              <p:cNvSpPr>
                <a:spLocks noChangeAspect="1"/>
              </p:cNvSpPr>
              <p:nvPr/>
            </p:nvSpPr>
            <p:spPr bwMode="auto">
              <a:xfrm>
                <a:off x="10479645" y="2739156"/>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bg1"/>
                  </a:solidFill>
                  <a:latin typeface="Aptos Light" panose="020B0004020202020204" pitchFamily="34" charset="0"/>
                </a:endParaRPr>
              </a:p>
            </p:txBody>
          </p:sp>
          <p:sp>
            <p:nvSpPr>
              <p:cNvPr id="109" name="Square">
                <a:extLst>
                  <a:ext uri="{FF2B5EF4-FFF2-40B4-BE49-F238E27FC236}">
                    <a16:creationId xmlns:a16="http://schemas.microsoft.com/office/drawing/2014/main" id="{FC7D943B-D8CB-5A25-9D50-0546A43D346A}"/>
                  </a:ext>
                </a:extLst>
              </p:cNvPr>
              <p:cNvSpPr>
                <a:spLocks noChangeAspect="1"/>
              </p:cNvSpPr>
              <p:nvPr/>
            </p:nvSpPr>
            <p:spPr bwMode="auto">
              <a:xfrm>
                <a:off x="4019380" y="2398563"/>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bg1"/>
                  </a:solidFill>
                  <a:latin typeface="Aptos Light" panose="020B0004020202020204" pitchFamily="34" charset="0"/>
                </a:endParaRPr>
              </a:p>
            </p:txBody>
          </p:sp>
          <p:sp>
            <p:nvSpPr>
              <p:cNvPr id="110" name="Square">
                <a:extLst>
                  <a:ext uri="{FF2B5EF4-FFF2-40B4-BE49-F238E27FC236}">
                    <a16:creationId xmlns:a16="http://schemas.microsoft.com/office/drawing/2014/main" id="{A250E003-BC35-51E9-7B6C-5AE91D351011}"/>
                  </a:ext>
                </a:extLst>
              </p:cNvPr>
              <p:cNvSpPr>
                <a:spLocks noChangeAspect="1"/>
              </p:cNvSpPr>
              <p:nvPr/>
            </p:nvSpPr>
            <p:spPr bwMode="auto">
              <a:xfrm>
                <a:off x="5150929" y="3764740"/>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bg1"/>
                  </a:solidFill>
                  <a:latin typeface="Aptos Light" panose="020B0004020202020204" pitchFamily="34" charset="0"/>
                </a:endParaRPr>
              </a:p>
            </p:txBody>
          </p:sp>
          <p:sp>
            <p:nvSpPr>
              <p:cNvPr id="111" name="Square">
                <a:extLst>
                  <a:ext uri="{FF2B5EF4-FFF2-40B4-BE49-F238E27FC236}">
                    <a16:creationId xmlns:a16="http://schemas.microsoft.com/office/drawing/2014/main" id="{3F6B9E58-2D2C-A1CB-DAA6-8C8993F201D4}"/>
                  </a:ext>
                </a:extLst>
              </p:cNvPr>
              <p:cNvSpPr>
                <a:spLocks noChangeAspect="1"/>
              </p:cNvSpPr>
              <p:nvPr/>
            </p:nvSpPr>
            <p:spPr bwMode="auto">
              <a:xfrm>
                <a:off x="9616458" y="3507190"/>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bg1"/>
                  </a:solidFill>
                  <a:latin typeface="Aptos Light" panose="020B0004020202020204" pitchFamily="34" charset="0"/>
                </a:endParaRPr>
              </a:p>
            </p:txBody>
          </p:sp>
        </p:grpSp>
        <p:sp>
          <p:nvSpPr>
            <p:cNvPr id="12" name="TextBox 11">
              <a:extLst>
                <a:ext uri="{FF2B5EF4-FFF2-40B4-BE49-F238E27FC236}">
                  <a16:creationId xmlns:a16="http://schemas.microsoft.com/office/drawing/2014/main" id="{8A3C19C5-5458-D194-2025-C8CADCD455F0}"/>
                </a:ext>
              </a:extLst>
            </p:cNvPr>
            <p:cNvSpPr txBox="1"/>
            <p:nvPr/>
          </p:nvSpPr>
          <p:spPr>
            <a:xfrm>
              <a:off x="10845129" y="2428150"/>
              <a:ext cx="1022540" cy="2193806"/>
            </a:xfrm>
            <a:prstGeom prst="rect">
              <a:avLst/>
            </a:prstGeom>
            <a:noFill/>
          </p:spPr>
          <p:txBody>
            <a:bodyPr wrap="square" lIns="0" tIns="0" rIns="0" bIns="0" rtlCol="0">
              <a:spAutoFit/>
            </a:bodyPr>
            <a:lstStyle/>
            <a:p>
              <a:pPr>
                <a:lnSpc>
                  <a:spcPct val="110000"/>
                </a:lnSpc>
                <a:buSzPct val="100000"/>
              </a:pPr>
              <a:r>
                <a:rPr lang="en-US" sz="1000" b="1">
                  <a:solidFill>
                    <a:schemeClr val="bg1"/>
                  </a:solidFill>
                  <a:latin typeface="Aptos Light" panose="020B0004020202020204" pitchFamily="34" charset="0"/>
                </a:rPr>
                <a:t>APAC</a:t>
              </a:r>
            </a:p>
            <a:p>
              <a:pPr>
                <a:lnSpc>
                  <a:spcPct val="110000"/>
                </a:lnSpc>
                <a:buSzPct val="100000"/>
              </a:pPr>
              <a:r>
                <a:rPr lang="en-US" sz="1000">
                  <a:solidFill>
                    <a:schemeClr val="accent3"/>
                  </a:solidFill>
                  <a:latin typeface="Aptos Light" panose="020B0004020202020204" pitchFamily="34" charset="0"/>
                </a:rPr>
                <a:t>Singapore, SG</a:t>
              </a:r>
            </a:p>
            <a:p>
              <a:pPr>
                <a:lnSpc>
                  <a:spcPct val="110000"/>
                </a:lnSpc>
                <a:buSzPct val="100000"/>
              </a:pPr>
              <a:r>
                <a:rPr lang="en-US" sz="1000">
                  <a:solidFill>
                    <a:schemeClr val="bg1"/>
                  </a:solidFill>
                  <a:latin typeface="Aptos Light" panose="020B0004020202020204" pitchFamily="34" charset="0"/>
                </a:rPr>
                <a:t>Manila, PH</a:t>
              </a:r>
            </a:p>
            <a:p>
              <a:pPr>
                <a:lnSpc>
                  <a:spcPct val="110000"/>
                </a:lnSpc>
                <a:buSzPct val="100000"/>
              </a:pPr>
              <a:r>
                <a:rPr lang="en-US" sz="1000">
                  <a:solidFill>
                    <a:schemeClr val="bg1"/>
                  </a:solidFill>
                  <a:latin typeface="Aptos Light" panose="020B0004020202020204" pitchFamily="34" charset="0"/>
                </a:rPr>
                <a:t>Sydney, AU</a:t>
              </a:r>
            </a:p>
            <a:p>
              <a:pPr>
                <a:lnSpc>
                  <a:spcPct val="110000"/>
                </a:lnSpc>
                <a:buSzPct val="100000"/>
              </a:pPr>
              <a:r>
                <a:rPr lang="en-US" sz="1000">
                  <a:solidFill>
                    <a:schemeClr val="bg1"/>
                  </a:solidFill>
                  <a:latin typeface="Aptos Light" panose="020B0004020202020204" pitchFamily="34" charset="0"/>
                </a:rPr>
                <a:t>Melbourne, AU</a:t>
              </a:r>
            </a:p>
            <a:p>
              <a:pPr marL="0" marR="0" lvl="0" indent="0" algn="l" defTabSz="914400" rtl="0" eaLnBrk="1" fontAlgn="auto" latinLnBrk="0" hangingPunct="1">
                <a:lnSpc>
                  <a:spcPct val="110000"/>
                </a:lnSpc>
                <a:spcBef>
                  <a:spcPts val="0"/>
                </a:spcBef>
                <a:spcAft>
                  <a:spcPts val="0"/>
                </a:spcAft>
                <a:buClrTx/>
                <a:buSzPct val="100000"/>
                <a:buFontTx/>
                <a:buNone/>
                <a:tabLst/>
                <a:defRPr/>
              </a:pPr>
              <a:r>
                <a:rPr lang="en-US" sz="1000">
                  <a:solidFill>
                    <a:schemeClr val="bg1"/>
                  </a:solidFill>
                  <a:latin typeface="Aptos Light" panose="020B0004020202020204" pitchFamily="34" charset="0"/>
                </a:rPr>
                <a:t>Brisbane, AU</a:t>
              </a:r>
            </a:p>
            <a:p>
              <a:pPr>
                <a:lnSpc>
                  <a:spcPct val="110000"/>
                </a:lnSpc>
                <a:buSzPct val="100000"/>
              </a:pPr>
              <a:r>
                <a:rPr lang="en-US" sz="1000">
                  <a:solidFill>
                    <a:schemeClr val="bg1"/>
                  </a:solidFill>
                  <a:latin typeface="Aptos Light" panose="020B0004020202020204" pitchFamily="34" charset="0"/>
                </a:rPr>
                <a:t>Penang, MY</a:t>
              </a:r>
            </a:p>
            <a:p>
              <a:pPr>
                <a:lnSpc>
                  <a:spcPct val="110000"/>
                </a:lnSpc>
                <a:buSzPct val="100000"/>
              </a:pPr>
              <a:r>
                <a:rPr lang="en-US" sz="1000">
                  <a:solidFill>
                    <a:schemeClr val="bg1"/>
                  </a:solidFill>
                  <a:latin typeface="Aptos Light" panose="020B0004020202020204" pitchFamily="34" charset="0"/>
                </a:rPr>
                <a:t>Kuala Lumpur, MY</a:t>
              </a:r>
            </a:p>
            <a:p>
              <a:pPr>
                <a:lnSpc>
                  <a:spcPct val="110000"/>
                </a:lnSpc>
                <a:buSzPct val="100000"/>
              </a:pPr>
              <a:r>
                <a:rPr lang="en-US" sz="1000">
                  <a:solidFill>
                    <a:schemeClr val="bg1"/>
                  </a:solidFill>
                  <a:latin typeface="Aptos Light" panose="020B0004020202020204" pitchFamily="34" charset="0"/>
                </a:rPr>
                <a:t>Shanghai, CN</a:t>
              </a:r>
            </a:p>
            <a:p>
              <a:pPr>
                <a:lnSpc>
                  <a:spcPct val="110000"/>
                </a:lnSpc>
                <a:buSzPct val="100000"/>
              </a:pPr>
              <a:r>
                <a:rPr lang="en-US" sz="1000">
                  <a:solidFill>
                    <a:schemeClr val="bg1"/>
                  </a:solidFill>
                  <a:latin typeface="Aptos Light" panose="020B0004020202020204" pitchFamily="34" charset="0"/>
                </a:rPr>
                <a:t>Taipei, TW</a:t>
              </a:r>
            </a:p>
            <a:p>
              <a:pPr>
                <a:lnSpc>
                  <a:spcPct val="110000"/>
                </a:lnSpc>
                <a:buSzPct val="100000"/>
              </a:pPr>
              <a:r>
                <a:rPr lang="en-US" sz="1000">
                  <a:solidFill>
                    <a:schemeClr val="bg1"/>
                  </a:solidFill>
                  <a:latin typeface="Aptos Light" panose="020B0004020202020204" pitchFamily="34" charset="0"/>
                </a:rPr>
                <a:t>Hong Kong, HK</a:t>
              </a:r>
            </a:p>
            <a:p>
              <a:pPr>
                <a:lnSpc>
                  <a:spcPct val="110000"/>
                </a:lnSpc>
                <a:buSzPct val="100000"/>
              </a:pPr>
              <a:r>
                <a:rPr lang="en-US" sz="1000">
                  <a:solidFill>
                    <a:schemeClr val="bg1"/>
                  </a:solidFill>
                  <a:latin typeface="Aptos Light" panose="020B0004020202020204" pitchFamily="34" charset="0"/>
                </a:rPr>
                <a:t>Tokyo, JP</a:t>
              </a:r>
            </a:p>
            <a:p>
              <a:pPr>
                <a:lnSpc>
                  <a:spcPct val="110000"/>
                </a:lnSpc>
                <a:buSzPct val="100000"/>
              </a:pPr>
              <a:r>
                <a:rPr lang="en-US" sz="1000">
                  <a:solidFill>
                    <a:schemeClr val="bg1"/>
                  </a:solidFill>
                  <a:latin typeface="Aptos Light" panose="020B0004020202020204" pitchFamily="34" charset="0"/>
                </a:rPr>
                <a:t>Ho chin min, VN</a:t>
              </a:r>
            </a:p>
          </p:txBody>
        </p:sp>
      </p:grpSp>
    </p:spTree>
    <p:extLst>
      <p:ext uri="{BB962C8B-B14F-4D97-AF65-F5344CB8AC3E}">
        <p14:creationId xmlns:p14="http://schemas.microsoft.com/office/powerpoint/2010/main" val="195047260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1494"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Boundless Impact">
    <p:bg>
      <p:bgRef idx="1001">
        <a:schemeClr val="bg2"/>
      </p:bgRef>
    </p:bg>
    <p:spTree>
      <p:nvGrpSpPr>
        <p:cNvPr id="1" name=""/>
        <p:cNvGrpSpPr/>
        <p:nvPr/>
      </p:nvGrpSpPr>
      <p:grpSpPr>
        <a:xfrm>
          <a:off x="0" y="0"/>
          <a:ext cx="0" cy="0"/>
          <a:chOff x="0" y="0"/>
          <a:chExt cx="0" cy="0"/>
        </a:xfrm>
      </p:grpSpPr>
      <p:sp>
        <p:nvSpPr>
          <p:cNvPr id="3" name="Rectangle: Rounded Corners 4">
            <a:extLst>
              <a:ext uri="{FF2B5EF4-FFF2-40B4-BE49-F238E27FC236}">
                <a16:creationId xmlns:a16="http://schemas.microsoft.com/office/drawing/2014/main" id="{44A18571-BA59-2444-8AD2-3A332C2E7293}"/>
              </a:ext>
            </a:extLst>
          </p:cNvPr>
          <p:cNvSpPr/>
          <p:nvPr/>
        </p:nvSpPr>
        <p:spPr>
          <a:xfrm>
            <a:off x="0" y="1280160"/>
            <a:ext cx="7189470" cy="3488788"/>
          </a:xfrm>
          <a:prstGeom prst="roundRect">
            <a:avLst>
              <a:gd name="adj" fmla="val 0"/>
            </a:avLst>
          </a:prstGeom>
          <a:solidFill>
            <a:schemeClr val="tx1"/>
          </a:solidFill>
          <a:ln>
            <a:noFill/>
          </a:ln>
        </p:spPr>
        <p:style>
          <a:lnRef idx="0">
            <a:schemeClr val="accent1"/>
          </a:lnRef>
          <a:fillRef idx="1">
            <a:schemeClr val="accent1"/>
          </a:fillRef>
          <a:effectRef idx="0">
            <a:srgbClr val="000000"/>
          </a:effectRef>
          <a:fontRef idx="minor">
            <a:schemeClr val="bg1"/>
          </a:fontRef>
        </p:style>
        <p:txBody>
          <a:bodyPr lIns="548640" tIns="182880" rtlCol="0" anchor="ctr" anchorCtr="0"/>
          <a:lstStyle/>
          <a:p>
            <a:pPr lvl="0">
              <a:defRPr/>
            </a:pPr>
            <a:r>
              <a:rPr lang="en-US" sz="2000" b="1">
                <a:latin typeface="Aptos Light" panose="020B0004020202020204" pitchFamily="34" charset="0"/>
              </a:rPr>
              <a:t>We transform lives through the power of technology. </a:t>
            </a:r>
          </a:p>
          <a:p>
            <a:pPr lvl="0">
              <a:defRPr/>
            </a:pPr>
            <a:endParaRPr lang="en-US" sz="2000" b="1">
              <a:latin typeface="Aptos Light" panose="020B0004020202020204" pitchFamily="34" charset="0"/>
            </a:endParaRPr>
          </a:p>
          <a:p>
            <a:pPr lvl="0">
              <a:defRPr/>
            </a:pPr>
            <a:r>
              <a:rPr lang="en-US" sz="2000" b="1">
                <a:latin typeface="Aptos Light" panose="020B0004020202020204" pitchFamily="34" charset="0"/>
              </a:rPr>
              <a:t>We do it collaboratively, in partnership with our clients and communities. </a:t>
            </a:r>
          </a:p>
          <a:p>
            <a:pPr lvl="0">
              <a:defRPr/>
            </a:pPr>
            <a:endParaRPr lang="en-US" sz="2000" b="1">
              <a:latin typeface="Aptos Light" panose="020B0004020202020204" pitchFamily="34" charset="0"/>
            </a:endParaRPr>
          </a:p>
          <a:p>
            <a:pPr lvl="0">
              <a:defRPr/>
            </a:pPr>
            <a:r>
              <a:rPr lang="en-US" sz="2000" b="1">
                <a:latin typeface="Aptos Light" panose="020B0004020202020204" pitchFamily="34" charset="0"/>
              </a:rPr>
              <a:t>And we do it sustainably, building enduring, boundless impact.</a:t>
            </a:r>
          </a:p>
          <a:p>
            <a:pPr marL="0" marR="0" lvl="0" indent="0"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a:ln>
                <a:noFill/>
              </a:ln>
              <a:solidFill>
                <a:srgbClr val="FFFFFF"/>
              </a:solidFill>
              <a:effectLst/>
              <a:uLnTx/>
              <a:uFillTx/>
              <a:latin typeface="Aptos Light" panose="020B0004020202020204" pitchFamily="34" charset="0"/>
              <a:ea typeface="+mn-ea"/>
              <a:cs typeface="+mn-cs"/>
            </a:endParaRPr>
          </a:p>
          <a:p>
            <a:pPr marL="0" marR="0" lvl="0" indent="0"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a:ln>
                <a:noFill/>
              </a:ln>
              <a:solidFill>
                <a:srgbClr val="FFFFFF"/>
              </a:solidFill>
              <a:effectLst/>
              <a:uLnTx/>
              <a:uFillTx/>
              <a:latin typeface="Aptos Light" panose="020B0004020202020204" pitchFamily="34" charset="0"/>
              <a:ea typeface="+mn-ea"/>
              <a:cs typeface="+mn-cs"/>
            </a:endParaRPr>
          </a:p>
          <a:p>
            <a:pPr marL="0" marR="0" lvl="0" indent="0"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srgbClr val="FFFFFF"/>
              </a:solidFill>
              <a:effectLst/>
              <a:uLnTx/>
              <a:uFillTx/>
              <a:latin typeface="Aptos Light" panose="020B0004020202020204" pitchFamily="34" charset="0"/>
              <a:ea typeface="+mn-ea"/>
              <a:cs typeface="+mn-cs"/>
            </a:endParaRPr>
          </a:p>
        </p:txBody>
      </p:sp>
      <p:grpSp>
        <p:nvGrpSpPr>
          <p:cNvPr id="2" name="Group 1">
            <a:extLst>
              <a:ext uri="{FF2B5EF4-FFF2-40B4-BE49-F238E27FC236}">
                <a16:creationId xmlns:a16="http://schemas.microsoft.com/office/drawing/2014/main" id="{7D8D21BF-8F0E-964C-A7AE-A80D8349B265}"/>
              </a:ext>
            </a:extLst>
          </p:cNvPr>
          <p:cNvGrpSpPr/>
          <p:nvPr/>
        </p:nvGrpSpPr>
        <p:grpSpPr>
          <a:xfrm>
            <a:off x="234660" y="4004750"/>
            <a:ext cx="6377233" cy="389951"/>
            <a:chOff x="234660" y="3540516"/>
            <a:chExt cx="6377233" cy="389951"/>
          </a:xfrm>
        </p:grpSpPr>
        <p:sp>
          <p:nvSpPr>
            <p:cNvPr id="4" name="Rectangle: Rounded Corners 2">
              <a:extLst>
                <a:ext uri="{FF2B5EF4-FFF2-40B4-BE49-F238E27FC236}">
                  <a16:creationId xmlns:a16="http://schemas.microsoft.com/office/drawing/2014/main" id="{D1F04FD5-573C-3440-9424-B9A4AAA92C48}"/>
                </a:ext>
              </a:extLst>
            </p:cNvPr>
            <p:cNvSpPr/>
            <p:nvPr/>
          </p:nvSpPr>
          <p:spPr>
            <a:xfrm>
              <a:off x="234660" y="3540516"/>
              <a:ext cx="1497281" cy="361765"/>
            </a:xfrm>
            <a:prstGeom prst="roundRect">
              <a:avLst>
                <a:gd name="adj" fmla="val 50000"/>
              </a:avLst>
            </a:prstGeom>
            <a:noFill/>
            <a:ln>
              <a:noFill/>
            </a:ln>
          </p:spPr>
          <p:style>
            <a:lnRef idx="0">
              <a:schemeClr val="accent1"/>
            </a:lnRef>
            <a:fillRef idx="1">
              <a:schemeClr val="accent1"/>
            </a:fillRef>
            <a:effectRef idx="0">
              <a:srgbClr val="000000"/>
            </a:effectRef>
            <a:fontRef idx="minor">
              <a:schemeClr val="bg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Aptos Light" panose="020B0004020202020204" pitchFamily="34" charset="0"/>
                  <a:ea typeface="+mn-ea"/>
                  <a:cs typeface="+mn-cs"/>
                </a:rPr>
                <a:t>Customers</a:t>
              </a:r>
              <a:endParaRPr kumimoji="0" lang="en-IN" sz="1400" b="0" i="0" u="none" strike="noStrike" kern="1200" cap="none" spc="0" normalizeH="0" baseline="0" noProof="0">
                <a:ln>
                  <a:noFill/>
                </a:ln>
                <a:solidFill>
                  <a:srgbClr val="FFFFFF"/>
                </a:solidFill>
                <a:effectLst/>
                <a:uLnTx/>
                <a:uFillTx/>
                <a:latin typeface="Aptos Light" panose="020B0004020202020204" pitchFamily="34" charset="0"/>
                <a:ea typeface="+mn-ea"/>
                <a:cs typeface="+mn-cs"/>
              </a:endParaRPr>
            </a:p>
          </p:txBody>
        </p:sp>
        <p:sp>
          <p:nvSpPr>
            <p:cNvPr id="5" name="Rectangle: Rounded Corners 8">
              <a:extLst>
                <a:ext uri="{FF2B5EF4-FFF2-40B4-BE49-F238E27FC236}">
                  <a16:creationId xmlns:a16="http://schemas.microsoft.com/office/drawing/2014/main" id="{1F491FC2-AA9D-3843-9CC8-FA217D2FFE73}"/>
                </a:ext>
              </a:extLst>
            </p:cNvPr>
            <p:cNvSpPr/>
            <p:nvPr/>
          </p:nvSpPr>
          <p:spPr>
            <a:xfrm>
              <a:off x="1833890" y="3568702"/>
              <a:ext cx="1497280" cy="361765"/>
            </a:xfrm>
            <a:prstGeom prst="roundRect">
              <a:avLst>
                <a:gd name="adj" fmla="val 50000"/>
              </a:avLst>
            </a:prstGeom>
            <a:noFill/>
            <a:ln>
              <a:noFill/>
            </a:ln>
          </p:spPr>
          <p:style>
            <a:lnRef idx="0">
              <a:schemeClr val="accent1"/>
            </a:lnRef>
            <a:fillRef idx="1">
              <a:schemeClr val="accent1"/>
            </a:fillRef>
            <a:effectRef idx="0">
              <a:srgbClr val="000000"/>
            </a:effectRef>
            <a:fontRef idx="minor">
              <a:schemeClr val="bg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Aptos Light" panose="020B0004020202020204" pitchFamily="34" charset="0"/>
                  <a:ea typeface="+mn-ea"/>
                  <a:cs typeface="+mn-cs"/>
                </a:rPr>
                <a:t>Consumers</a:t>
              </a:r>
              <a:endParaRPr kumimoji="0" lang="en-IN" sz="1400" b="0" i="0" u="none" strike="noStrike" kern="1200" cap="none" spc="0" normalizeH="0" baseline="0" noProof="0">
                <a:ln>
                  <a:noFill/>
                </a:ln>
                <a:solidFill>
                  <a:srgbClr val="FFFFFF"/>
                </a:solidFill>
                <a:effectLst/>
                <a:uLnTx/>
                <a:uFillTx/>
                <a:latin typeface="Aptos Light" panose="020B0004020202020204" pitchFamily="34" charset="0"/>
                <a:ea typeface="+mn-ea"/>
                <a:cs typeface="+mn-cs"/>
              </a:endParaRPr>
            </a:p>
          </p:txBody>
        </p:sp>
        <p:sp>
          <p:nvSpPr>
            <p:cNvPr id="6" name="Rectangle: Rounded Corners 9">
              <a:extLst>
                <a:ext uri="{FF2B5EF4-FFF2-40B4-BE49-F238E27FC236}">
                  <a16:creationId xmlns:a16="http://schemas.microsoft.com/office/drawing/2014/main" id="{2581A3A2-45A1-8B45-8F61-741CB0247053}"/>
                </a:ext>
              </a:extLst>
            </p:cNvPr>
            <p:cNvSpPr/>
            <p:nvPr/>
          </p:nvSpPr>
          <p:spPr>
            <a:xfrm>
              <a:off x="3370635" y="3568701"/>
              <a:ext cx="1497279" cy="361765"/>
            </a:xfrm>
            <a:prstGeom prst="roundRect">
              <a:avLst>
                <a:gd name="adj" fmla="val 50000"/>
              </a:avLst>
            </a:prstGeom>
            <a:noFill/>
            <a:ln>
              <a:noFill/>
            </a:ln>
          </p:spPr>
          <p:style>
            <a:lnRef idx="0">
              <a:schemeClr val="accent1"/>
            </a:lnRef>
            <a:fillRef idx="1">
              <a:schemeClr val="accent1"/>
            </a:fillRef>
            <a:effectRef idx="0">
              <a:srgbClr val="000000"/>
            </a:effectRef>
            <a:fontRef idx="minor">
              <a:schemeClr val="bg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Aptos Light" panose="020B0004020202020204" pitchFamily="34" charset="0"/>
                  <a:ea typeface="+mn-ea"/>
                  <a:cs typeface="+mn-cs"/>
                </a:rPr>
                <a:t>Employees</a:t>
              </a:r>
              <a:endParaRPr kumimoji="0" lang="en-IN" sz="1400" b="0" i="0" u="none" strike="noStrike" kern="1200" cap="none" spc="0" normalizeH="0" baseline="0" noProof="0">
                <a:ln>
                  <a:noFill/>
                </a:ln>
                <a:solidFill>
                  <a:srgbClr val="FFFFFF"/>
                </a:solidFill>
                <a:effectLst/>
                <a:uLnTx/>
                <a:uFillTx/>
                <a:latin typeface="Aptos Light" panose="020B0004020202020204" pitchFamily="34" charset="0"/>
                <a:ea typeface="+mn-ea"/>
                <a:cs typeface="+mn-cs"/>
              </a:endParaRPr>
            </a:p>
          </p:txBody>
        </p:sp>
        <p:sp>
          <p:nvSpPr>
            <p:cNvPr id="7" name="Rectangle: Rounded Corners 11">
              <a:extLst>
                <a:ext uri="{FF2B5EF4-FFF2-40B4-BE49-F238E27FC236}">
                  <a16:creationId xmlns:a16="http://schemas.microsoft.com/office/drawing/2014/main" id="{586D6AF1-EF91-AC40-8335-17C5301FC94D}"/>
                </a:ext>
              </a:extLst>
            </p:cNvPr>
            <p:cNvSpPr/>
            <p:nvPr/>
          </p:nvSpPr>
          <p:spPr>
            <a:xfrm>
              <a:off x="4907380" y="3568700"/>
              <a:ext cx="1704513" cy="361765"/>
            </a:xfrm>
            <a:prstGeom prst="roundRect">
              <a:avLst>
                <a:gd name="adj" fmla="val 50000"/>
              </a:avLst>
            </a:prstGeom>
            <a:noFill/>
            <a:ln>
              <a:noFill/>
            </a:ln>
          </p:spPr>
          <p:style>
            <a:lnRef idx="0">
              <a:schemeClr val="accent1"/>
            </a:lnRef>
            <a:fillRef idx="1">
              <a:schemeClr val="accent1"/>
            </a:fillRef>
            <a:effectRef idx="0">
              <a:srgbClr val="000000"/>
            </a:effectRef>
            <a:fontRef idx="minor">
              <a:schemeClr val="bg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Aptos Light" panose="020B0004020202020204" pitchFamily="34" charset="0"/>
                  <a:ea typeface="+mn-ea"/>
                  <a:cs typeface="+mn-cs"/>
                </a:rPr>
                <a:t>Communities</a:t>
              </a:r>
              <a:endParaRPr kumimoji="0" lang="en-IN" sz="1400" b="0" i="0" u="none" strike="noStrike" kern="1200" cap="none" spc="0" normalizeH="0" baseline="0" noProof="0">
                <a:ln>
                  <a:noFill/>
                </a:ln>
                <a:solidFill>
                  <a:srgbClr val="FFFFFF"/>
                </a:solidFill>
                <a:effectLst/>
                <a:uLnTx/>
                <a:uFillTx/>
                <a:latin typeface="Aptos Light" panose="020B0004020202020204" pitchFamily="34" charset="0"/>
                <a:ea typeface="+mn-ea"/>
                <a:cs typeface="+mn-cs"/>
              </a:endParaRPr>
            </a:p>
          </p:txBody>
        </p:sp>
        <p:cxnSp>
          <p:nvCxnSpPr>
            <p:cNvPr id="8" name="Straight Connector 7">
              <a:extLst>
                <a:ext uri="{FF2B5EF4-FFF2-40B4-BE49-F238E27FC236}">
                  <a16:creationId xmlns:a16="http://schemas.microsoft.com/office/drawing/2014/main" id="{870061C9-1270-C944-A44A-6A8B31081D98}"/>
                </a:ext>
              </a:extLst>
            </p:cNvPr>
            <p:cNvCxnSpPr/>
            <p:nvPr/>
          </p:nvCxnSpPr>
          <p:spPr>
            <a:xfrm>
              <a:off x="1598337" y="3749582"/>
              <a:ext cx="407963" cy="0"/>
            </a:xfrm>
            <a:prstGeom prst="line">
              <a:avLst/>
            </a:prstGeom>
            <a:ln w="12700" cap="sq">
              <a:solidFill>
                <a:schemeClr val="bg1"/>
              </a:solidFill>
            </a:ln>
          </p:spPr>
          <p:style>
            <a:lnRef idx="1">
              <a:schemeClr val="accent1"/>
            </a:lnRef>
            <a:fillRef idx="0">
              <a:schemeClr val="accent1"/>
            </a:fillRef>
            <a:effectRef idx="0">
              <a:srgbClr val="000000"/>
            </a:effectRef>
            <a:fontRef idx="minor">
              <a:schemeClr val="bg1"/>
            </a:fontRef>
          </p:style>
        </p:cxnSp>
        <p:cxnSp>
          <p:nvCxnSpPr>
            <p:cNvPr id="9" name="Straight Connector 8">
              <a:extLst>
                <a:ext uri="{FF2B5EF4-FFF2-40B4-BE49-F238E27FC236}">
                  <a16:creationId xmlns:a16="http://schemas.microsoft.com/office/drawing/2014/main" id="{FC7B019A-09C6-B04D-AF37-291938490C8E}"/>
                </a:ext>
              </a:extLst>
            </p:cNvPr>
            <p:cNvCxnSpPr/>
            <p:nvPr/>
          </p:nvCxnSpPr>
          <p:spPr>
            <a:xfrm>
              <a:off x="3145783" y="3749582"/>
              <a:ext cx="407963" cy="0"/>
            </a:xfrm>
            <a:prstGeom prst="line">
              <a:avLst/>
            </a:prstGeom>
            <a:ln w="12700" cap="sq">
              <a:solidFill>
                <a:schemeClr val="bg1"/>
              </a:solidFill>
            </a:ln>
          </p:spPr>
          <p:style>
            <a:lnRef idx="1">
              <a:schemeClr val="accent1"/>
            </a:lnRef>
            <a:fillRef idx="0">
              <a:schemeClr val="accent1"/>
            </a:fillRef>
            <a:effectRef idx="0">
              <a:srgbClr val="000000"/>
            </a:effectRef>
            <a:fontRef idx="minor">
              <a:schemeClr val="bg1"/>
            </a:fontRef>
          </p:style>
        </p:cxnSp>
        <p:cxnSp>
          <p:nvCxnSpPr>
            <p:cNvPr id="10" name="Straight Connector 9">
              <a:extLst>
                <a:ext uri="{FF2B5EF4-FFF2-40B4-BE49-F238E27FC236}">
                  <a16:creationId xmlns:a16="http://schemas.microsoft.com/office/drawing/2014/main" id="{69B59662-ADDE-9347-97E1-46BE8F654601}"/>
                </a:ext>
              </a:extLst>
            </p:cNvPr>
            <p:cNvCxnSpPr/>
            <p:nvPr/>
          </p:nvCxnSpPr>
          <p:spPr>
            <a:xfrm>
              <a:off x="4693229" y="3749582"/>
              <a:ext cx="407963" cy="0"/>
            </a:xfrm>
            <a:prstGeom prst="line">
              <a:avLst/>
            </a:prstGeom>
            <a:ln w="12700" cap="sq">
              <a:solidFill>
                <a:schemeClr val="bg1"/>
              </a:solidFill>
            </a:ln>
          </p:spPr>
          <p:style>
            <a:lnRef idx="1">
              <a:schemeClr val="accent1"/>
            </a:lnRef>
            <a:fillRef idx="0">
              <a:schemeClr val="accent1"/>
            </a:fillRef>
            <a:effectRef idx="0">
              <a:srgbClr val="000000"/>
            </a:effectRef>
            <a:fontRef idx="minor">
              <a:schemeClr val="bg1"/>
            </a:fontRef>
          </p:style>
        </p:cxnSp>
      </p:grpSp>
      <p:pic>
        <p:nvPicPr>
          <p:cNvPr id="11" name="Picture 10" descr="Qr code&#10;&#10;Description automatically generated">
            <a:extLst>
              <a:ext uri="{FF2B5EF4-FFF2-40B4-BE49-F238E27FC236}">
                <a16:creationId xmlns:a16="http://schemas.microsoft.com/office/drawing/2014/main" id="{9271F48D-275A-3849-ABCD-3640C100CCDD}"/>
              </a:ext>
            </a:extLst>
          </p:cNvPr>
          <p:cNvPicPr>
            <a:picLocks noChangeAspect="1"/>
          </p:cNvPicPr>
          <p:nvPr/>
        </p:nvPicPr>
        <p:blipFill>
          <a:blip r:embed="rId2"/>
          <a:stretch>
            <a:fillRect/>
          </a:stretch>
        </p:blipFill>
        <p:spPr>
          <a:xfrm>
            <a:off x="7849772" y="2789896"/>
            <a:ext cx="3113461" cy="3113461"/>
          </a:xfrm>
          <a:prstGeom prst="rect">
            <a:avLst/>
          </a:prstGeom>
        </p:spPr>
      </p:pic>
      <p:sp>
        <p:nvSpPr>
          <p:cNvPr id="12" name="Title 1">
            <a:extLst>
              <a:ext uri="{FF2B5EF4-FFF2-40B4-BE49-F238E27FC236}">
                <a16:creationId xmlns:a16="http://schemas.microsoft.com/office/drawing/2014/main" id="{13062D16-F0D5-7845-B702-64122E8F9AAF}"/>
              </a:ext>
            </a:extLst>
          </p:cNvPr>
          <p:cNvSpPr txBox="1">
            <a:spLocks/>
          </p:cNvSpPr>
          <p:nvPr/>
        </p:nvSpPr>
        <p:spPr>
          <a:xfrm>
            <a:off x="365760" y="365760"/>
            <a:ext cx="9972040" cy="914400"/>
          </a:xfrm>
          <a:prstGeom prst="rect">
            <a:avLst/>
          </a:prstGeom>
        </p:spPr>
        <p:txBody>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r>
              <a:rPr lang="en-US" b="0">
                <a:latin typeface="Aptos Light" panose="020B0004020202020204" pitchFamily="34" charset="0"/>
              </a:rPr>
              <a:t>Together, we build for boundless impact</a:t>
            </a:r>
          </a:p>
        </p:txBody>
      </p:sp>
    </p:spTree>
    <p:extLst>
      <p:ext uri="{BB962C8B-B14F-4D97-AF65-F5344CB8AC3E}">
        <p14:creationId xmlns:p14="http://schemas.microsoft.com/office/powerpoint/2010/main" val="64788899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152" userDrawn="1">
          <p15:clr>
            <a:srgbClr val="FBAE40"/>
          </p15:clr>
        </p15:guide>
        <p15:guide id="2" orient="horz" pos="3832" userDrawn="1">
          <p15:clr>
            <a:srgbClr val="FBAE40"/>
          </p15:clr>
        </p15:guide>
        <p15:guide id="3" orient="horz" pos="4148"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1_Timeline histo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F17620-E0BF-8F22-1ABA-4F56EF9B6DA9}"/>
              </a:ext>
            </a:extLst>
          </p:cNvPr>
          <p:cNvSpPr txBox="1">
            <a:spLocks/>
          </p:cNvSpPr>
          <p:nvPr/>
        </p:nvSpPr>
        <p:spPr>
          <a:xfrm>
            <a:off x="365760" y="365760"/>
            <a:ext cx="4070449" cy="914400"/>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r>
              <a:rPr lang="en-US" b="0">
                <a:latin typeface="Aptos Light" panose="020B0004020202020204" pitchFamily="34" charset="0"/>
              </a:rPr>
              <a:t>UST’s evolution</a:t>
            </a:r>
          </a:p>
          <a:p>
            <a:r>
              <a:rPr lang="en-US" sz="2400" b="0">
                <a:latin typeface="Aptos Light" panose="020B0004020202020204" pitchFamily="34" charset="0"/>
              </a:rPr>
              <a:t>Digital from day one</a:t>
            </a:r>
          </a:p>
        </p:txBody>
      </p:sp>
      <p:grpSp>
        <p:nvGrpSpPr>
          <p:cNvPr id="65" name="Group 64">
            <a:extLst>
              <a:ext uri="{FF2B5EF4-FFF2-40B4-BE49-F238E27FC236}">
                <a16:creationId xmlns:a16="http://schemas.microsoft.com/office/drawing/2014/main" id="{28C48847-6561-AA2C-BC40-605C76F001CA}"/>
              </a:ext>
            </a:extLst>
          </p:cNvPr>
          <p:cNvGrpSpPr/>
          <p:nvPr/>
        </p:nvGrpSpPr>
        <p:grpSpPr>
          <a:xfrm>
            <a:off x="1" y="0"/>
            <a:ext cx="12191998" cy="6172314"/>
            <a:chOff x="1" y="0"/>
            <a:chExt cx="12191998" cy="6172314"/>
          </a:xfrm>
        </p:grpSpPr>
        <p:sp>
          <p:nvSpPr>
            <p:cNvPr id="84" name="Rectangle 83">
              <a:extLst>
                <a:ext uri="{FF2B5EF4-FFF2-40B4-BE49-F238E27FC236}">
                  <a16:creationId xmlns:a16="http://schemas.microsoft.com/office/drawing/2014/main" id="{94E188C1-8FFF-91C6-1EE4-555EFC5F22B4}"/>
                </a:ext>
              </a:extLst>
            </p:cNvPr>
            <p:cNvSpPr/>
            <p:nvPr/>
          </p:nvSpPr>
          <p:spPr>
            <a:xfrm>
              <a:off x="5258260" y="0"/>
              <a:ext cx="6933739" cy="6172314"/>
            </a:xfrm>
            <a:prstGeom prst="rect">
              <a:avLst/>
            </a:prstGeom>
            <a:solidFill>
              <a:srgbClr val="C2BCBE"/>
            </a:solidFill>
            <a:ln>
              <a:noFill/>
            </a:ln>
          </p:spPr>
          <p:style>
            <a:lnRef idx="0">
              <a:schemeClr val="accent1"/>
            </a:lnRef>
            <a:fillRef idx="1">
              <a:schemeClr val="accent1"/>
            </a:fillRef>
            <a:effectRef idx="0">
              <a:srgbClr val="000000"/>
            </a:effectRef>
            <a:fontRef idx="minor">
              <a:schemeClr val="bg1"/>
            </a:fontRef>
          </p:style>
          <p:txBody>
            <a:bodyPr rtlCol="0" anchor="ctr"/>
            <a:lstStyle/>
            <a:p>
              <a:pPr>
                <a:lnSpc>
                  <a:spcPct val="100000"/>
                </a:lnSpc>
              </a:pPr>
              <a:endParaRPr lang="en-US" sz="1800">
                <a:latin typeface="+mn-lt"/>
              </a:endParaRPr>
            </a:p>
          </p:txBody>
        </p:sp>
        <p:sp>
          <p:nvSpPr>
            <p:cNvPr id="86" name="Rectangle 85">
              <a:extLst>
                <a:ext uri="{FF2B5EF4-FFF2-40B4-BE49-F238E27FC236}">
                  <a16:creationId xmlns:a16="http://schemas.microsoft.com/office/drawing/2014/main" id="{C72C5F71-9C51-C51B-6509-229174D32C00}"/>
                </a:ext>
              </a:extLst>
            </p:cNvPr>
            <p:cNvSpPr/>
            <p:nvPr/>
          </p:nvSpPr>
          <p:spPr>
            <a:xfrm>
              <a:off x="2183622" y="1764129"/>
              <a:ext cx="3077784" cy="4408185"/>
            </a:xfrm>
            <a:prstGeom prst="rect">
              <a:avLst/>
            </a:prstGeom>
            <a:solidFill>
              <a:srgbClr val="D7E0E3"/>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latin typeface="+mn-lt"/>
              </a:endParaRPr>
            </a:p>
          </p:txBody>
        </p:sp>
        <p:sp>
          <p:nvSpPr>
            <p:cNvPr id="88" name="Rectangle 87">
              <a:extLst>
                <a:ext uri="{FF2B5EF4-FFF2-40B4-BE49-F238E27FC236}">
                  <a16:creationId xmlns:a16="http://schemas.microsoft.com/office/drawing/2014/main" id="{E56AE2D7-6C3B-BAE4-64E0-16E3B4394DAB}"/>
                </a:ext>
              </a:extLst>
            </p:cNvPr>
            <p:cNvSpPr/>
            <p:nvPr/>
          </p:nvSpPr>
          <p:spPr>
            <a:xfrm>
              <a:off x="1" y="2734540"/>
              <a:ext cx="2187188" cy="3437774"/>
            </a:xfrm>
            <a:prstGeom prst="rect">
              <a:avLst/>
            </a:prstGeom>
            <a:solidFill>
              <a:srgbClr val="F2F7F8"/>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latin typeface="+mn-lt"/>
              </a:endParaRPr>
            </a:p>
          </p:txBody>
        </p:sp>
        <p:sp>
          <p:nvSpPr>
            <p:cNvPr id="89" name="TextBox 88">
              <a:extLst>
                <a:ext uri="{FF2B5EF4-FFF2-40B4-BE49-F238E27FC236}">
                  <a16:creationId xmlns:a16="http://schemas.microsoft.com/office/drawing/2014/main" id="{58AC481D-0F9E-29FD-2C39-8C442F8CBEE9}"/>
                </a:ext>
              </a:extLst>
            </p:cNvPr>
            <p:cNvSpPr txBox="1"/>
            <p:nvPr/>
          </p:nvSpPr>
          <p:spPr>
            <a:xfrm>
              <a:off x="328336" y="3068582"/>
              <a:ext cx="1176306" cy="281523"/>
            </a:xfrm>
            <a:prstGeom prst="rect">
              <a:avLst/>
            </a:prstGeom>
            <a:noFill/>
          </p:spPr>
          <p:txBody>
            <a:bodyPr wrap="square" lIns="0" tIns="0" rIns="0" bIns="0" rtlCol="0">
              <a:noAutofit/>
            </a:bodyPr>
            <a:lstStyle/>
            <a:p>
              <a:pPr>
                <a:lnSpc>
                  <a:spcPct val="100000"/>
                </a:lnSpc>
                <a:spcBef>
                  <a:spcPts val="1200"/>
                </a:spcBef>
                <a:buSzPct val="100000"/>
              </a:pPr>
              <a:r>
                <a:rPr lang="en-US" sz="1800" b="1">
                  <a:latin typeface="+mn-lt"/>
                </a:rPr>
                <a:t>1999 – 2005</a:t>
              </a:r>
            </a:p>
          </p:txBody>
        </p:sp>
        <p:sp>
          <p:nvSpPr>
            <p:cNvPr id="90" name="TextBox 89">
              <a:extLst>
                <a:ext uri="{FF2B5EF4-FFF2-40B4-BE49-F238E27FC236}">
                  <a16:creationId xmlns:a16="http://schemas.microsoft.com/office/drawing/2014/main" id="{D1E01C31-31EC-FB86-C3AD-AFE8A7307B63}"/>
                </a:ext>
              </a:extLst>
            </p:cNvPr>
            <p:cNvSpPr txBox="1"/>
            <p:nvPr/>
          </p:nvSpPr>
          <p:spPr>
            <a:xfrm>
              <a:off x="2416036" y="2043150"/>
              <a:ext cx="1176306" cy="281523"/>
            </a:xfrm>
            <a:prstGeom prst="rect">
              <a:avLst/>
            </a:prstGeom>
            <a:noFill/>
          </p:spPr>
          <p:txBody>
            <a:bodyPr wrap="square" lIns="0" tIns="0" rIns="0" bIns="0" rtlCol="0">
              <a:noAutofit/>
            </a:bodyPr>
            <a:lstStyle>
              <a:defPPr>
                <a:defRPr lang="en-US"/>
              </a:defPPr>
              <a:lvl1pPr>
                <a:lnSpc>
                  <a:spcPct val="100000"/>
                </a:lnSpc>
                <a:spcBef>
                  <a:spcPts val="1200"/>
                </a:spcBef>
                <a:buSzPct val="100000"/>
                <a:defRPr b="1"/>
              </a:lvl1pPr>
            </a:lstStyle>
            <a:p>
              <a:pPr lvl="0"/>
              <a:r>
                <a:rPr lang="en-US">
                  <a:latin typeface="+mn-lt"/>
                </a:rPr>
                <a:t>2006 – 2016 </a:t>
              </a:r>
            </a:p>
          </p:txBody>
        </p:sp>
        <p:sp>
          <p:nvSpPr>
            <p:cNvPr id="91" name="TextBox 90">
              <a:extLst>
                <a:ext uri="{FF2B5EF4-FFF2-40B4-BE49-F238E27FC236}">
                  <a16:creationId xmlns:a16="http://schemas.microsoft.com/office/drawing/2014/main" id="{997E6D62-5286-7685-73B2-3F7ED08B727D}"/>
                </a:ext>
              </a:extLst>
            </p:cNvPr>
            <p:cNvSpPr txBox="1"/>
            <p:nvPr/>
          </p:nvSpPr>
          <p:spPr>
            <a:xfrm>
              <a:off x="5511911" y="340426"/>
              <a:ext cx="1176306" cy="281523"/>
            </a:xfrm>
            <a:prstGeom prst="rect">
              <a:avLst/>
            </a:prstGeom>
            <a:noFill/>
          </p:spPr>
          <p:txBody>
            <a:bodyPr wrap="square" lIns="0" tIns="0" rIns="0" bIns="0" rtlCol="0">
              <a:noAutofit/>
            </a:bodyPr>
            <a:lstStyle>
              <a:defPPr>
                <a:defRPr lang="en-US"/>
              </a:defPPr>
              <a:lvl1pPr lvl="0">
                <a:lnSpc>
                  <a:spcPct val="100000"/>
                </a:lnSpc>
                <a:spcBef>
                  <a:spcPts val="1200"/>
                </a:spcBef>
                <a:buSzPct val="100000"/>
                <a:defRPr b="1"/>
              </a:lvl1pPr>
            </a:lstStyle>
            <a:p>
              <a:pPr lvl="0"/>
              <a:r>
                <a:rPr lang="en-US">
                  <a:latin typeface="+mn-lt"/>
                </a:rPr>
                <a:t>2017 – 2025</a:t>
              </a:r>
            </a:p>
          </p:txBody>
        </p:sp>
        <p:cxnSp>
          <p:nvCxnSpPr>
            <p:cNvPr id="92" name="Straight Connector 91">
              <a:extLst>
                <a:ext uri="{FF2B5EF4-FFF2-40B4-BE49-F238E27FC236}">
                  <a16:creationId xmlns:a16="http://schemas.microsoft.com/office/drawing/2014/main" id="{3E25B22E-703A-807D-7F6A-DB5F7758B4B0}"/>
                </a:ext>
              </a:extLst>
            </p:cNvPr>
            <p:cNvCxnSpPr>
              <a:cxnSpLocks/>
            </p:cNvCxnSpPr>
            <p:nvPr/>
          </p:nvCxnSpPr>
          <p:spPr>
            <a:xfrm flipV="1">
              <a:off x="6426804" y="2788084"/>
              <a:ext cx="0" cy="593940"/>
            </a:xfrm>
            <a:prstGeom prst="line">
              <a:avLst/>
            </a:prstGeom>
            <a:ln>
              <a:solidFill>
                <a:srgbClr val="231F20"/>
              </a:solidFill>
            </a:ln>
          </p:spPr>
          <p:style>
            <a:lnRef idx="1">
              <a:schemeClr val="accent1"/>
            </a:lnRef>
            <a:fillRef idx="0">
              <a:schemeClr val="accent1"/>
            </a:fillRef>
            <a:effectRef idx="0">
              <a:srgbClr val="000000"/>
            </a:effectRef>
            <a:fontRef idx="minor">
              <a:schemeClr val="bg1"/>
            </a:fontRef>
          </p:style>
        </p:cxnSp>
        <p:cxnSp>
          <p:nvCxnSpPr>
            <p:cNvPr id="93" name="Straight Connector 92">
              <a:extLst>
                <a:ext uri="{FF2B5EF4-FFF2-40B4-BE49-F238E27FC236}">
                  <a16:creationId xmlns:a16="http://schemas.microsoft.com/office/drawing/2014/main" id="{5380D837-8AA5-D89B-5893-B1C78D65B6A5}"/>
                </a:ext>
              </a:extLst>
            </p:cNvPr>
            <p:cNvCxnSpPr>
              <a:cxnSpLocks/>
            </p:cNvCxnSpPr>
            <p:nvPr/>
          </p:nvCxnSpPr>
          <p:spPr>
            <a:xfrm flipV="1">
              <a:off x="6118713" y="2338739"/>
              <a:ext cx="0" cy="404141"/>
            </a:xfrm>
            <a:prstGeom prst="line">
              <a:avLst/>
            </a:prstGeom>
            <a:ln>
              <a:solidFill>
                <a:srgbClr val="231F20"/>
              </a:solidFill>
            </a:ln>
          </p:spPr>
          <p:style>
            <a:lnRef idx="1">
              <a:schemeClr val="accent1"/>
            </a:lnRef>
            <a:fillRef idx="0">
              <a:schemeClr val="accent1"/>
            </a:fillRef>
            <a:effectRef idx="0">
              <a:srgbClr val="000000"/>
            </a:effectRef>
            <a:fontRef idx="minor">
              <a:schemeClr val="bg1"/>
            </a:fontRef>
          </p:style>
        </p:cxnSp>
        <p:sp>
          <p:nvSpPr>
            <p:cNvPr id="94" name="TextBox 93">
              <a:extLst>
                <a:ext uri="{FF2B5EF4-FFF2-40B4-BE49-F238E27FC236}">
                  <a16:creationId xmlns:a16="http://schemas.microsoft.com/office/drawing/2014/main" id="{3EA4C5FC-CAD5-1CC4-CD47-61BA1DF27982}"/>
                </a:ext>
              </a:extLst>
            </p:cNvPr>
            <p:cNvSpPr txBox="1"/>
            <p:nvPr/>
          </p:nvSpPr>
          <p:spPr>
            <a:xfrm>
              <a:off x="2731139" y="3301316"/>
              <a:ext cx="828420" cy="46985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00" b="1" i="0" u="none" strike="noStrike" kern="1200" cap="none" spc="0" normalizeH="0" baseline="0" noProof="0">
                  <a:ln>
                    <a:noFill/>
                  </a:ln>
                  <a:solidFill>
                    <a:srgbClr val="231F20"/>
                  </a:solidFill>
                  <a:effectLst/>
                  <a:uLnTx/>
                  <a:uFillTx/>
                  <a:latin typeface="+mn-lt"/>
                  <a:ea typeface="+mn-ea"/>
                  <a:cs typeface="+mn-cs"/>
                </a:rPr>
                <a:t>2009</a:t>
              </a:r>
            </a:p>
            <a:p>
              <a:pPr marL="0" algn="l" defTabSz="914400" rtl="0" eaLnBrk="1" latinLnBrk="0" hangingPunct="1"/>
              <a:r>
                <a:rPr lang="en-US" sz="1000" kern="1200">
                  <a:solidFill>
                    <a:schemeClr val="tx1"/>
                  </a:solidFill>
                  <a:latin typeface="+mn-lt"/>
                  <a:ea typeface="+mn-ea"/>
                  <a:cs typeface="+mn-cs"/>
                </a:rPr>
                <a:t>Expanded into Latin America</a:t>
              </a:r>
            </a:p>
          </p:txBody>
        </p:sp>
        <p:cxnSp>
          <p:nvCxnSpPr>
            <p:cNvPr id="95" name="Straight Connector 94">
              <a:extLst>
                <a:ext uri="{FF2B5EF4-FFF2-40B4-BE49-F238E27FC236}">
                  <a16:creationId xmlns:a16="http://schemas.microsoft.com/office/drawing/2014/main" id="{0990FAB2-4677-3CBA-9385-0A1206167C37}"/>
                </a:ext>
              </a:extLst>
            </p:cNvPr>
            <p:cNvCxnSpPr>
              <a:cxnSpLocks/>
            </p:cNvCxnSpPr>
            <p:nvPr/>
          </p:nvCxnSpPr>
          <p:spPr>
            <a:xfrm flipV="1">
              <a:off x="2795527" y="3848942"/>
              <a:ext cx="0" cy="532511"/>
            </a:xfrm>
            <a:prstGeom prst="line">
              <a:avLst/>
            </a:prstGeom>
            <a:ln>
              <a:solidFill>
                <a:srgbClr val="231F20"/>
              </a:solidFill>
            </a:ln>
          </p:spPr>
          <p:style>
            <a:lnRef idx="1">
              <a:schemeClr val="accent1"/>
            </a:lnRef>
            <a:fillRef idx="0">
              <a:schemeClr val="accent1"/>
            </a:fillRef>
            <a:effectRef idx="0">
              <a:srgbClr val="000000"/>
            </a:effectRef>
            <a:fontRef idx="minor">
              <a:schemeClr val="bg1"/>
            </a:fontRef>
          </p:style>
        </p:cxnSp>
        <p:cxnSp>
          <p:nvCxnSpPr>
            <p:cNvPr id="96" name="Straight Connector 95">
              <a:extLst>
                <a:ext uri="{FF2B5EF4-FFF2-40B4-BE49-F238E27FC236}">
                  <a16:creationId xmlns:a16="http://schemas.microsoft.com/office/drawing/2014/main" id="{CF799DF0-E63C-3F6F-C51F-11EE40EAA530}"/>
                </a:ext>
              </a:extLst>
            </p:cNvPr>
            <p:cNvCxnSpPr>
              <a:cxnSpLocks/>
            </p:cNvCxnSpPr>
            <p:nvPr/>
          </p:nvCxnSpPr>
          <p:spPr>
            <a:xfrm flipV="1">
              <a:off x="2472420" y="4522438"/>
              <a:ext cx="0" cy="780473"/>
            </a:xfrm>
            <a:prstGeom prst="line">
              <a:avLst/>
            </a:prstGeom>
            <a:ln>
              <a:solidFill>
                <a:srgbClr val="231F20"/>
              </a:solidFill>
            </a:ln>
          </p:spPr>
          <p:style>
            <a:lnRef idx="1">
              <a:schemeClr val="accent1"/>
            </a:lnRef>
            <a:fillRef idx="0">
              <a:schemeClr val="accent1"/>
            </a:fillRef>
            <a:effectRef idx="0">
              <a:srgbClr val="000000"/>
            </a:effectRef>
            <a:fontRef idx="minor">
              <a:schemeClr val="bg1"/>
            </a:fontRef>
          </p:style>
        </p:cxnSp>
        <p:cxnSp>
          <p:nvCxnSpPr>
            <p:cNvPr id="97" name="Straight Connector 96">
              <a:extLst>
                <a:ext uri="{FF2B5EF4-FFF2-40B4-BE49-F238E27FC236}">
                  <a16:creationId xmlns:a16="http://schemas.microsoft.com/office/drawing/2014/main" id="{18B59D8A-5DC4-C2E2-A213-AAA569111797}"/>
                </a:ext>
              </a:extLst>
            </p:cNvPr>
            <p:cNvCxnSpPr>
              <a:cxnSpLocks/>
            </p:cNvCxnSpPr>
            <p:nvPr/>
          </p:nvCxnSpPr>
          <p:spPr>
            <a:xfrm flipV="1">
              <a:off x="1139979" y="4743865"/>
              <a:ext cx="0" cy="102558"/>
            </a:xfrm>
            <a:prstGeom prst="line">
              <a:avLst/>
            </a:prstGeom>
            <a:ln w="12700" cap="sq">
              <a:solidFill>
                <a:srgbClr val="231F20"/>
              </a:solidFill>
            </a:ln>
          </p:spPr>
          <p:style>
            <a:lnRef idx="1">
              <a:schemeClr val="accent1"/>
            </a:lnRef>
            <a:fillRef idx="0">
              <a:schemeClr val="accent1"/>
            </a:fillRef>
            <a:effectRef idx="0">
              <a:srgbClr val="000000"/>
            </a:effectRef>
            <a:fontRef idx="minor">
              <a:schemeClr val="bg1"/>
            </a:fontRef>
          </p:style>
        </p:cxnSp>
        <p:sp>
          <p:nvSpPr>
            <p:cNvPr id="98" name="TextBox 97">
              <a:extLst>
                <a:ext uri="{FF2B5EF4-FFF2-40B4-BE49-F238E27FC236}">
                  <a16:creationId xmlns:a16="http://schemas.microsoft.com/office/drawing/2014/main" id="{0AD2DAFC-FD68-5105-9C5D-932882CA7E4A}"/>
                </a:ext>
              </a:extLst>
            </p:cNvPr>
            <p:cNvSpPr txBox="1"/>
            <p:nvPr/>
          </p:nvSpPr>
          <p:spPr>
            <a:xfrm>
              <a:off x="2416818" y="5363583"/>
              <a:ext cx="1608295" cy="46985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00" b="1" i="0" u="none" strike="noStrike" kern="1200" cap="none" spc="0" normalizeH="0" baseline="0">
                  <a:ln>
                    <a:noFill/>
                  </a:ln>
                  <a:solidFill>
                    <a:srgbClr val="231F20"/>
                  </a:solidFill>
                  <a:effectLst/>
                  <a:uLnTx/>
                  <a:uFillTx/>
                  <a:latin typeface="+mn-lt"/>
                  <a:ea typeface="+mn-ea"/>
                  <a:cs typeface="+mn-cs"/>
                </a:rPr>
                <a:t>2006</a:t>
              </a:r>
              <a:endParaRPr kumimoji="0" lang="en-US" sz="1100" b="1" i="0" u="none" strike="noStrike" kern="1200" cap="none" spc="0" normalizeH="0" baseline="0" noProof="0">
                <a:ln>
                  <a:noFill/>
                </a:ln>
                <a:solidFill>
                  <a:srgbClr val="231F20"/>
                </a:solidFill>
                <a:effectLst/>
                <a:uLnTx/>
                <a:uFillTx/>
                <a:latin typeface="+mn-lt"/>
                <a:ea typeface="+mn-ea"/>
                <a:cs typeface="+mn-cs"/>
              </a:endParaRPr>
            </a:p>
            <a:p>
              <a:pPr marL="0" algn="l" defTabSz="914400" rtl="0" eaLnBrk="1" latinLnBrk="0" hangingPunct="1"/>
              <a:r>
                <a:rPr lang="en-US" sz="1000" kern="1200">
                  <a:solidFill>
                    <a:schemeClr val="tx1"/>
                  </a:solidFill>
                  <a:latin typeface="+mn-lt"/>
                  <a:ea typeface="+mn-ea"/>
                  <a:cs typeface="+mn-cs"/>
                </a:rPr>
                <a:t>Opened operations in the UK, expanding its EU footprint</a:t>
              </a:r>
            </a:p>
          </p:txBody>
        </p:sp>
        <p:sp>
          <p:nvSpPr>
            <p:cNvPr id="99" name="TextBox 98">
              <a:extLst>
                <a:ext uri="{FF2B5EF4-FFF2-40B4-BE49-F238E27FC236}">
                  <a16:creationId xmlns:a16="http://schemas.microsoft.com/office/drawing/2014/main" id="{4486703B-CCA5-DB59-3066-79975FE25591}"/>
                </a:ext>
              </a:extLst>
            </p:cNvPr>
            <p:cNvSpPr txBox="1"/>
            <p:nvPr/>
          </p:nvSpPr>
          <p:spPr>
            <a:xfrm>
              <a:off x="3105258" y="4932445"/>
              <a:ext cx="989101" cy="326020"/>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00" b="1" i="0" u="none" strike="noStrike" kern="1200" cap="none" spc="0" normalizeH="0" baseline="0" noProof="0">
                  <a:ln>
                    <a:noFill/>
                  </a:ln>
                  <a:solidFill>
                    <a:srgbClr val="231F20"/>
                  </a:solidFill>
                  <a:effectLst/>
                  <a:uLnTx/>
                  <a:uFillTx/>
                  <a:latin typeface="+mn-lt"/>
                  <a:ea typeface="+mn-ea"/>
                  <a:cs typeface="+mn-cs"/>
                </a:rPr>
                <a:t>2013</a:t>
              </a:r>
            </a:p>
            <a:p>
              <a:pPr marL="0" marR="0" lvl="0" indent="0" algn="l" defTabSz="914400" rtl="0" eaLnBrk="1" fontAlgn="auto" latinLnBrk="0" hangingPunct="1">
                <a:lnSpc>
                  <a:spcPct val="100000"/>
                </a:lnSpc>
                <a:spcAft>
                  <a:spcPts val="200"/>
                </a:spcAft>
                <a:buClrTx/>
                <a:buSzTx/>
                <a:buFontTx/>
                <a:buNone/>
                <a:tabLst/>
                <a:defRPr/>
              </a:pPr>
              <a:r>
                <a:rPr lang="en-US" sz="1000" kern="1200">
                  <a:solidFill>
                    <a:schemeClr val="tx1"/>
                  </a:solidFill>
                  <a:latin typeface="+mn-lt"/>
                  <a:ea typeface="+mn-ea"/>
                  <a:cs typeface="+mn-cs"/>
                </a:rPr>
                <a:t>10,000 employees</a:t>
              </a:r>
            </a:p>
          </p:txBody>
        </p:sp>
        <p:sp>
          <p:nvSpPr>
            <p:cNvPr id="100" name="TextBox 99">
              <a:extLst>
                <a:ext uri="{FF2B5EF4-FFF2-40B4-BE49-F238E27FC236}">
                  <a16:creationId xmlns:a16="http://schemas.microsoft.com/office/drawing/2014/main" id="{EE9CF0AF-CCE8-7BE5-E6D6-1F4EFC201448}"/>
                </a:ext>
              </a:extLst>
            </p:cNvPr>
            <p:cNvSpPr txBox="1"/>
            <p:nvPr/>
          </p:nvSpPr>
          <p:spPr>
            <a:xfrm>
              <a:off x="6053240" y="1809997"/>
              <a:ext cx="915860" cy="46985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00" b="1" i="0" u="none" strike="noStrike" kern="1200" cap="none" spc="0" normalizeH="0" baseline="0" noProof="0">
                  <a:ln>
                    <a:noFill/>
                  </a:ln>
                  <a:solidFill>
                    <a:srgbClr val="231F20"/>
                  </a:solidFill>
                  <a:effectLst/>
                  <a:uLnTx/>
                  <a:uFillTx/>
                  <a:latin typeface="+mn-lt"/>
                  <a:ea typeface="+mn-ea"/>
                  <a:cs typeface="+mn-cs"/>
                </a:rPr>
                <a:t>2018</a:t>
              </a:r>
            </a:p>
            <a:p>
              <a:r>
                <a:rPr lang="en-US" sz="1000" b="0">
                  <a:solidFill>
                    <a:srgbClr val="231F20"/>
                  </a:solidFill>
                  <a:latin typeface="+mn-lt"/>
                </a:rPr>
                <a:t>Temasek invested $250M</a:t>
              </a:r>
            </a:p>
          </p:txBody>
        </p:sp>
        <p:sp>
          <p:nvSpPr>
            <p:cNvPr id="101" name="TextBox 100">
              <a:extLst>
                <a:ext uri="{FF2B5EF4-FFF2-40B4-BE49-F238E27FC236}">
                  <a16:creationId xmlns:a16="http://schemas.microsoft.com/office/drawing/2014/main" id="{91FE6EBC-72A6-6DB2-CABB-20BE9E1C7959}"/>
                </a:ext>
              </a:extLst>
            </p:cNvPr>
            <p:cNvSpPr txBox="1"/>
            <p:nvPr/>
          </p:nvSpPr>
          <p:spPr>
            <a:xfrm>
              <a:off x="6361657" y="3427651"/>
              <a:ext cx="904308" cy="46985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00" b="1" i="0" u="none" strike="noStrike" kern="1200" cap="none" spc="0" normalizeH="0" baseline="0" noProof="0">
                  <a:ln>
                    <a:noFill/>
                  </a:ln>
                  <a:solidFill>
                    <a:srgbClr val="231F20"/>
                  </a:solidFill>
                  <a:effectLst/>
                  <a:uLnTx/>
                  <a:uFillTx/>
                  <a:latin typeface="+mn-lt"/>
                  <a:ea typeface="+mn-ea"/>
                  <a:cs typeface="+mn-cs"/>
                </a:rPr>
                <a:t>2018</a:t>
              </a:r>
            </a:p>
            <a:p>
              <a:r>
                <a:rPr lang="en-US" sz="1000">
                  <a:latin typeface="+mn-lt"/>
                </a:rPr>
                <a:t>Reached 20,000 employees</a:t>
              </a:r>
            </a:p>
          </p:txBody>
        </p:sp>
        <p:sp>
          <p:nvSpPr>
            <p:cNvPr id="102" name="TextBox 101">
              <a:extLst>
                <a:ext uri="{FF2B5EF4-FFF2-40B4-BE49-F238E27FC236}">
                  <a16:creationId xmlns:a16="http://schemas.microsoft.com/office/drawing/2014/main" id="{2B0132BB-EB64-CFA8-8AFC-E75A0933DE44}"/>
                </a:ext>
              </a:extLst>
            </p:cNvPr>
            <p:cNvSpPr txBox="1"/>
            <p:nvPr/>
          </p:nvSpPr>
          <p:spPr>
            <a:xfrm>
              <a:off x="3573406" y="2859614"/>
              <a:ext cx="854262" cy="46985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00" b="1" i="0" u="none" strike="noStrike" kern="1200" cap="none" spc="0" normalizeH="0" baseline="0" noProof="0">
                  <a:ln>
                    <a:noFill/>
                  </a:ln>
                  <a:solidFill>
                    <a:srgbClr val="231F20"/>
                  </a:solidFill>
                  <a:effectLst/>
                  <a:uLnTx/>
                  <a:uFillTx/>
                  <a:latin typeface="+mn-lt"/>
                  <a:ea typeface="+mn-ea"/>
                  <a:cs typeface="+mn-cs"/>
                </a:rPr>
                <a:t>2013</a:t>
              </a:r>
            </a:p>
            <a:p>
              <a:pPr marL="0" algn="l" defTabSz="914400" rtl="0" eaLnBrk="1" latinLnBrk="0" hangingPunct="1"/>
              <a:r>
                <a:rPr lang="en-US" sz="1000" kern="1200">
                  <a:solidFill>
                    <a:schemeClr val="tx1"/>
                  </a:solidFill>
                  <a:latin typeface="+mn-lt"/>
                  <a:ea typeface="+mn-ea"/>
                  <a:cs typeface="+mn-cs"/>
                </a:rPr>
                <a:t>Launched Step IT Up America</a:t>
              </a:r>
            </a:p>
          </p:txBody>
        </p:sp>
        <p:sp>
          <p:nvSpPr>
            <p:cNvPr id="103" name="Freeform 9">
              <a:extLst>
                <a:ext uri="{FF2B5EF4-FFF2-40B4-BE49-F238E27FC236}">
                  <a16:creationId xmlns:a16="http://schemas.microsoft.com/office/drawing/2014/main" id="{825762AF-6702-B5E2-56C6-CCAC02688CED}"/>
                </a:ext>
              </a:extLst>
            </p:cNvPr>
            <p:cNvSpPr/>
            <p:nvPr/>
          </p:nvSpPr>
          <p:spPr>
            <a:xfrm>
              <a:off x="343694" y="221010"/>
              <a:ext cx="11185664" cy="4735396"/>
            </a:xfrm>
            <a:custGeom>
              <a:avLst/>
              <a:gdLst>
                <a:gd name="connsiteX0" fmla="*/ 0 w 6256421"/>
                <a:gd name="connsiteY0" fmla="*/ 3850105 h 3850105"/>
                <a:gd name="connsiteX1" fmla="*/ 613611 w 6256421"/>
                <a:gd name="connsiteY1" fmla="*/ 3272590 h 3850105"/>
                <a:gd name="connsiteX2" fmla="*/ 1732548 w 6256421"/>
                <a:gd name="connsiteY2" fmla="*/ 3164305 h 3850105"/>
                <a:gd name="connsiteX3" fmla="*/ 2598821 w 6256421"/>
                <a:gd name="connsiteY3" fmla="*/ 2334126 h 3850105"/>
                <a:gd name="connsiteX4" fmla="*/ 4535906 w 6256421"/>
                <a:gd name="connsiteY4" fmla="*/ 1876926 h 3850105"/>
                <a:gd name="connsiteX5" fmla="*/ 4860758 w 6256421"/>
                <a:gd name="connsiteY5" fmla="*/ 938463 h 3850105"/>
                <a:gd name="connsiteX6" fmla="*/ 6256421 w 6256421"/>
                <a:gd name="connsiteY6" fmla="*/ 0 h 3850105"/>
                <a:gd name="connsiteX0" fmla="*/ 0 w 7430542"/>
                <a:gd name="connsiteY0" fmla="*/ 4126142 h 4126142"/>
                <a:gd name="connsiteX1" fmla="*/ 613611 w 7430542"/>
                <a:gd name="connsiteY1" fmla="*/ 3548627 h 4126142"/>
                <a:gd name="connsiteX2" fmla="*/ 1732548 w 7430542"/>
                <a:gd name="connsiteY2" fmla="*/ 3440342 h 4126142"/>
                <a:gd name="connsiteX3" fmla="*/ 2598821 w 7430542"/>
                <a:gd name="connsiteY3" fmla="*/ 2610163 h 4126142"/>
                <a:gd name="connsiteX4" fmla="*/ 4535906 w 7430542"/>
                <a:gd name="connsiteY4" fmla="*/ 2152963 h 4126142"/>
                <a:gd name="connsiteX5" fmla="*/ 4860758 w 7430542"/>
                <a:gd name="connsiteY5" fmla="*/ 1214500 h 4126142"/>
                <a:gd name="connsiteX6" fmla="*/ 7430542 w 7430542"/>
                <a:gd name="connsiteY6" fmla="*/ 0 h 4126142"/>
                <a:gd name="connsiteX0" fmla="*/ 0 w 7430542"/>
                <a:gd name="connsiteY0" fmla="*/ 4126142 h 4126142"/>
                <a:gd name="connsiteX1" fmla="*/ 613611 w 7430542"/>
                <a:gd name="connsiteY1" fmla="*/ 3548627 h 4126142"/>
                <a:gd name="connsiteX2" fmla="*/ 1732548 w 7430542"/>
                <a:gd name="connsiteY2" fmla="*/ 3440342 h 4126142"/>
                <a:gd name="connsiteX3" fmla="*/ 2598821 w 7430542"/>
                <a:gd name="connsiteY3" fmla="*/ 2610163 h 4126142"/>
                <a:gd name="connsiteX4" fmla="*/ 4535906 w 7430542"/>
                <a:gd name="connsiteY4" fmla="*/ 2152963 h 4126142"/>
                <a:gd name="connsiteX5" fmla="*/ 4860758 w 7430542"/>
                <a:gd name="connsiteY5" fmla="*/ 1214500 h 4126142"/>
                <a:gd name="connsiteX6" fmla="*/ 7430542 w 7430542"/>
                <a:gd name="connsiteY6" fmla="*/ 0 h 4126142"/>
                <a:gd name="connsiteX0" fmla="*/ 0 w 7430542"/>
                <a:gd name="connsiteY0" fmla="*/ 4126142 h 4126142"/>
                <a:gd name="connsiteX1" fmla="*/ 613611 w 7430542"/>
                <a:gd name="connsiteY1" fmla="*/ 3548627 h 4126142"/>
                <a:gd name="connsiteX2" fmla="*/ 1732548 w 7430542"/>
                <a:gd name="connsiteY2" fmla="*/ 3440342 h 4126142"/>
                <a:gd name="connsiteX3" fmla="*/ 2598821 w 7430542"/>
                <a:gd name="connsiteY3" fmla="*/ 2610163 h 4126142"/>
                <a:gd name="connsiteX4" fmla="*/ 4535906 w 7430542"/>
                <a:gd name="connsiteY4" fmla="*/ 2152963 h 4126142"/>
                <a:gd name="connsiteX5" fmla="*/ 4860758 w 7430542"/>
                <a:gd name="connsiteY5" fmla="*/ 1214500 h 4126142"/>
                <a:gd name="connsiteX6" fmla="*/ 6083869 w 7430542"/>
                <a:gd name="connsiteY6" fmla="*/ 613187 h 4126142"/>
                <a:gd name="connsiteX7" fmla="*/ 7430542 w 7430542"/>
                <a:gd name="connsiteY7" fmla="*/ 0 h 4126142"/>
                <a:gd name="connsiteX0" fmla="*/ 0 w 7430542"/>
                <a:gd name="connsiteY0" fmla="*/ 4126142 h 4126142"/>
                <a:gd name="connsiteX1" fmla="*/ 613611 w 7430542"/>
                <a:gd name="connsiteY1" fmla="*/ 3548627 h 4126142"/>
                <a:gd name="connsiteX2" fmla="*/ 1732548 w 7430542"/>
                <a:gd name="connsiteY2" fmla="*/ 3440342 h 4126142"/>
                <a:gd name="connsiteX3" fmla="*/ 2598821 w 7430542"/>
                <a:gd name="connsiteY3" fmla="*/ 2610163 h 4126142"/>
                <a:gd name="connsiteX4" fmla="*/ 4535906 w 7430542"/>
                <a:gd name="connsiteY4" fmla="*/ 2152963 h 4126142"/>
                <a:gd name="connsiteX5" fmla="*/ 4860758 w 7430542"/>
                <a:gd name="connsiteY5" fmla="*/ 1214500 h 4126142"/>
                <a:gd name="connsiteX6" fmla="*/ 6239188 w 7430542"/>
                <a:gd name="connsiteY6" fmla="*/ 808966 h 4126142"/>
                <a:gd name="connsiteX7" fmla="*/ 7430542 w 7430542"/>
                <a:gd name="connsiteY7" fmla="*/ 0 h 4126142"/>
                <a:gd name="connsiteX0" fmla="*/ 0 w 7430542"/>
                <a:gd name="connsiteY0" fmla="*/ 4126142 h 4126142"/>
                <a:gd name="connsiteX1" fmla="*/ 613611 w 7430542"/>
                <a:gd name="connsiteY1" fmla="*/ 3548627 h 4126142"/>
                <a:gd name="connsiteX2" fmla="*/ 1732548 w 7430542"/>
                <a:gd name="connsiteY2" fmla="*/ 3440342 h 4126142"/>
                <a:gd name="connsiteX3" fmla="*/ 3049983 w 7430542"/>
                <a:gd name="connsiteY3" fmla="*/ 2414386 h 4126142"/>
                <a:gd name="connsiteX4" fmla="*/ 4535906 w 7430542"/>
                <a:gd name="connsiteY4" fmla="*/ 2152963 h 4126142"/>
                <a:gd name="connsiteX5" fmla="*/ 4860758 w 7430542"/>
                <a:gd name="connsiteY5" fmla="*/ 1214500 h 4126142"/>
                <a:gd name="connsiteX6" fmla="*/ 6239188 w 7430542"/>
                <a:gd name="connsiteY6" fmla="*/ 808966 h 4126142"/>
                <a:gd name="connsiteX7" fmla="*/ 7430542 w 7430542"/>
                <a:gd name="connsiteY7" fmla="*/ 0 h 4126142"/>
                <a:gd name="connsiteX0" fmla="*/ 0 w 7430542"/>
                <a:gd name="connsiteY0" fmla="*/ 4126142 h 4126142"/>
                <a:gd name="connsiteX1" fmla="*/ 613611 w 7430542"/>
                <a:gd name="connsiteY1" fmla="*/ 3548627 h 4126142"/>
                <a:gd name="connsiteX2" fmla="*/ 1732548 w 7430542"/>
                <a:gd name="connsiteY2" fmla="*/ 3440342 h 4126142"/>
                <a:gd name="connsiteX3" fmla="*/ 3049983 w 7430542"/>
                <a:gd name="connsiteY3" fmla="*/ 2414386 h 4126142"/>
                <a:gd name="connsiteX4" fmla="*/ 4173496 w 7430542"/>
                <a:gd name="connsiteY4" fmla="*/ 2101891 h 4126142"/>
                <a:gd name="connsiteX5" fmla="*/ 4860758 w 7430542"/>
                <a:gd name="connsiteY5" fmla="*/ 1214500 h 4126142"/>
                <a:gd name="connsiteX6" fmla="*/ 6239188 w 7430542"/>
                <a:gd name="connsiteY6" fmla="*/ 808966 h 4126142"/>
                <a:gd name="connsiteX7" fmla="*/ 7430542 w 7430542"/>
                <a:gd name="connsiteY7" fmla="*/ 0 h 4126142"/>
                <a:gd name="connsiteX0" fmla="*/ 0 w 7430542"/>
                <a:gd name="connsiteY0" fmla="*/ 4126142 h 4126142"/>
                <a:gd name="connsiteX1" fmla="*/ 613611 w 7430542"/>
                <a:gd name="connsiteY1" fmla="*/ 3548627 h 4126142"/>
                <a:gd name="connsiteX2" fmla="*/ 2080165 w 7430542"/>
                <a:gd name="connsiteY2" fmla="*/ 3227540 h 4126142"/>
                <a:gd name="connsiteX3" fmla="*/ 3049983 w 7430542"/>
                <a:gd name="connsiteY3" fmla="*/ 2414386 h 4126142"/>
                <a:gd name="connsiteX4" fmla="*/ 4173496 w 7430542"/>
                <a:gd name="connsiteY4" fmla="*/ 2101891 h 4126142"/>
                <a:gd name="connsiteX5" fmla="*/ 4860758 w 7430542"/>
                <a:gd name="connsiteY5" fmla="*/ 1214500 h 4126142"/>
                <a:gd name="connsiteX6" fmla="*/ 6239188 w 7430542"/>
                <a:gd name="connsiteY6" fmla="*/ 808966 h 4126142"/>
                <a:gd name="connsiteX7" fmla="*/ 7430542 w 7430542"/>
                <a:gd name="connsiteY7" fmla="*/ 0 h 4126142"/>
                <a:gd name="connsiteX0" fmla="*/ 0 w 7430542"/>
                <a:gd name="connsiteY0" fmla="*/ 4126142 h 4126142"/>
                <a:gd name="connsiteX1" fmla="*/ 613611 w 7430542"/>
                <a:gd name="connsiteY1" fmla="*/ 3548627 h 4126142"/>
                <a:gd name="connsiteX2" fmla="*/ 2080165 w 7430542"/>
                <a:gd name="connsiteY2" fmla="*/ 3227540 h 4126142"/>
                <a:gd name="connsiteX3" fmla="*/ 3049983 w 7430542"/>
                <a:gd name="connsiteY3" fmla="*/ 2414386 h 4126142"/>
                <a:gd name="connsiteX4" fmla="*/ 4173496 w 7430542"/>
                <a:gd name="connsiteY4" fmla="*/ 2101891 h 4126142"/>
                <a:gd name="connsiteX5" fmla="*/ 4860758 w 7430542"/>
                <a:gd name="connsiteY5" fmla="*/ 1214500 h 4126142"/>
                <a:gd name="connsiteX6" fmla="*/ 6626523 w 7430542"/>
                <a:gd name="connsiteY6" fmla="*/ 726730 h 4126142"/>
                <a:gd name="connsiteX7" fmla="*/ 7430542 w 7430542"/>
                <a:gd name="connsiteY7" fmla="*/ 0 h 4126142"/>
                <a:gd name="connsiteX0" fmla="*/ 0 w 7430542"/>
                <a:gd name="connsiteY0" fmla="*/ 4126142 h 4126142"/>
                <a:gd name="connsiteX1" fmla="*/ 613611 w 7430542"/>
                <a:gd name="connsiteY1" fmla="*/ 3548627 h 4126142"/>
                <a:gd name="connsiteX2" fmla="*/ 2080165 w 7430542"/>
                <a:gd name="connsiteY2" fmla="*/ 3227540 h 4126142"/>
                <a:gd name="connsiteX3" fmla="*/ 3049983 w 7430542"/>
                <a:gd name="connsiteY3" fmla="*/ 2414386 h 4126142"/>
                <a:gd name="connsiteX4" fmla="*/ 4173496 w 7430542"/>
                <a:gd name="connsiteY4" fmla="*/ 2101891 h 4126142"/>
                <a:gd name="connsiteX5" fmla="*/ 4860758 w 7430542"/>
                <a:gd name="connsiteY5" fmla="*/ 1214500 h 4126142"/>
                <a:gd name="connsiteX6" fmla="*/ 5734280 w 7430542"/>
                <a:gd name="connsiteY6" fmla="*/ 978617 h 4126142"/>
                <a:gd name="connsiteX7" fmla="*/ 6626523 w 7430542"/>
                <a:gd name="connsiteY7" fmla="*/ 726730 h 4126142"/>
                <a:gd name="connsiteX8" fmla="*/ 7430542 w 7430542"/>
                <a:gd name="connsiteY8" fmla="*/ 0 h 4126142"/>
                <a:gd name="connsiteX0" fmla="*/ 0 w 7430542"/>
                <a:gd name="connsiteY0" fmla="*/ 4126142 h 4126142"/>
                <a:gd name="connsiteX1" fmla="*/ 613611 w 7430542"/>
                <a:gd name="connsiteY1" fmla="*/ 3548627 h 4126142"/>
                <a:gd name="connsiteX2" fmla="*/ 2080165 w 7430542"/>
                <a:gd name="connsiteY2" fmla="*/ 3227540 h 4126142"/>
                <a:gd name="connsiteX3" fmla="*/ 3049983 w 7430542"/>
                <a:gd name="connsiteY3" fmla="*/ 2414386 h 4126142"/>
                <a:gd name="connsiteX4" fmla="*/ 4173496 w 7430542"/>
                <a:gd name="connsiteY4" fmla="*/ 2101891 h 4126142"/>
                <a:gd name="connsiteX5" fmla="*/ 4860758 w 7430542"/>
                <a:gd name="connsiteY5" fmla="*/ 1214500 h 4126142"/>
                <a:gd name="connsiteX6" fmla="*/ 5734280 w 7430542"/>
                <a:gd name="connsiteY6" fmla="*/ 978617 h 4126142"/>
                <a:gd name="connsiteX7" fmla="*/ 5743540 w 7430542"/>
                <a:gd name="connsiteY7" fmla="*/ 969922 h 4126142"/>
                <a:gd name="connsiteX8" fmla="*/ 6626523 w 7430542"/>
                <a:gd name="connsiteY8" fmla="*/ 726730 h 4126142"/>
                <a:gd name="connsiteX9" fmla="*/ 7430542 w 7430542"/>
                <a:gd name="connsiteY9" fmla="*/ 0 h 4126142"/>
                <a:gd name="connsiteX0" fmla="*/ 0 w 7430542"/>
                <a:gd name="connsiteY0" fmla="*/ 4126142 h 4126142"/>
                <a:gd name="connsiteX1" fmla="*/ 613611 w 7430542"/>
                <a:gd name="connsiteY1" fmla="*/ 3548627 h 4126142"/>
                <a:gd name="connsiteX2" fmla="*/ 2080165 w 7430542"/>
                <a:gd name="connsiteY2" fmla="*/ 3227540 h 4126142"/>
                <a:gd name="connsiteX3" fmla="*/ 3049983 w 7430542"/>
                <a:gd name="connsiteY3" fmla="*/ 2414386 h 4126142"/>
                <a:gd name="connsiteX4" fmla="*/ 4173496 w 7430542"/>
                <a:gd name="connsiteY4" fmla="*/ 2101891 h 4126142"/>
                <a:gd name="connsiteX5" fmla="*/ 4860758 w 7430542"/>
                <a:gd name="connsiteY5" fmla="*/ 1214500 h 4126142"/>
                <a:gd name="connsiteX6" fmla="*/ 5734280 w 7430542"/>
                <a:gd name="connsiteY6" fmla="*/ 978617 h 4126142"/>
                <a:gd name="connsiteX7" fmla="*/ 5820808 w 7430542"/>
                <a:gd name="connsiteY7" fmla="*/ 1089174 h 4126142"/>
                <a:gd name="connsiteX8" fmla="*/ 6626523 w 7430542"/>
                <a:gd name="connsiteY8" fmla="*/ 726730 h 4126142"/>
                <a:gd name="connsiteX9" fmla="*/ 7430542 w 7430542"/>
                <a:gd name="connsiteY9" fmla="*/ 0 h 4126142"/>
                <a:gd name="connsiteX0" fmla="*/ 0 w 7430542"/>
                <a:gd name="connsiteY0" fmla="*/ 4126142 h 4126142"/>
                <a:gd name="connsiteX1" fmla="*/ 613611 w 7430542"/>
                <a:gd name="connsiteY1" fmla="*/ 3548627 h 4126142"/>
                <a:gd name="connsiteX2" fmla="*/ 2080165 w 7430542"/>
                <a:gd name="connsiteY2" fmla="*/ 3227540 h 4126142"/>
                <a:gd name="connsiteX3" fmla="*/ 3049983 w 7430542"/>
                <a:gd name="connsiteY3" fmla="*/ 2414386 h 4126142"/>
                <a:gd name="connsiteX4" fmla="*/ 4173496 w 7430542"/>
                <a:gd name="connsiteY4" fmla="*/ 2101891 h 4126142"/>
                <a:gd name="connsiteX5" fmla="*/ 4860758 w 7430542"/>
                <a:gd name="connsiteY5" fmla="*/ 1214500 h 4126142"/>
                <a:gd name="connsiteX6" fmla="*/ 5734280 w 7430542"/>
                <a:gd name="connsiteY6" fmla="*/ 978617 h 4126142"/>
                <a:gd name="connsiteX7" fmla="*/ 5801492 w 7430542"/>
                <a:gd name="connsiteY7" fmla="*/ 1041472 h 4126142"/>
                <a:gd name="connsiteX8" fmla="*/ 6626523 w 7430542"/>
                <a:gd name="connsiteY8" fmla="*/ 726730 h 4126142"/>
                <a:gd name="connsiteX9" fmla="*/ 7430542 w 7430542"/>
                <a:gd name="connsiteY9" fmla="*/ 0 h 4126142"/>
                <a:gd name="connsiteX0" fmla="*/ 0 w 7430542"/>
                <a:gd name="connsiteY0" fmla="*/ 4126142 h 4126142"/>
                <a:gd name="connsiteX1" fmla="*/ 613611 w 7430542"/>
                <a:gd name="connsiteY1" fmla="*/ 3548627 h 4126142"/>
                <a:gd name="connsiteX2" fmla="*/ 2080165 w 7430542"/>
                <a:gd name="connsiteY2" fmla="*/ 3227540 h 4126142"/>
                <a:gd name="connsiteX3" fmla="*/ 3049983 w 7430542"/>
                <a:gd name="connsiteY3" fmla="*/ 2414386 h 4126142"/>
                <a:gd name="connsiteX4" fmla="*/ 4173496 w 7430542"/>
                <a:gd name="connsiteY4" fmla="*/ 2101891 h 4126142"/>
                <a:gd name="connsiteX5" fmla="*/ 4860758 w 7430542"/>
                <a:gd name="connsiteY5" fmla="*/ 1214500 h 4126142"/>
                <a:gd name="connsiteX6" fmla="*/ 5792232 w 7430542"/>
                <a:gd name="connsiteY6" fmla="*/ 1042218 h 4126142"/>
                <a:gd name="connsiteX7" fmla="*/ 5801492 w 7430542"/>
                <a:gd name="connsiteY7" fmla="*/ 1041472 h 4126142"/>
                <a:gd name="connsiteX8" fmla="*/ 6626523 w 7430542"/>
                <a:gd name="connsiteY8" fmla="*/ 726730 h 4126142"/>
                <a:gd name="connsiteX9" fmla="*/ 7430542 w 7430542"/>
                <a:gd name="connsiteY9" fmla="*/ 0 h 4126142"/>
                <a:gd name="connsiteX0" fmla="*/ 0 w 7430542"/>
                <a:gd name="connsiteY0" fmla="*/ 4126142 h 4126142"/>
                <a:gd name="connsiteX1" fmla="*/ 1045020 w 7430542"/>
                <a:gd name="connsiteY1" fmla="*/ 3365772 h 4126142"/>
                <a:gd name="connsiteX2" fmla="*/ 2080165 w 7430542"/>
                <a:gd name="connsiteY2" fmla="*/ 3227540 h 4126142"/>
                <a:gd name="connsiteX3" fmla="*/ 3049983 w 7430542"/>
                <a:gd name="connsiteY3" fmla="*/ 2414386 h 4126142"/>
                <a:gd name="connsiteX4" fmla="*/ 4173496 w 7430542"/>
                <a:gd name="connsiteY4" fmla="*/ 2101891 h 4126142"/>
                <a:gd name="connsiteX5" fmla="*/ 4860758 w 7430542"/>
                <a:gd name="connsiteY5" fmla="*/ 1214500 h 4126142"/>
                <a:gd name="connsiteX6" fmla="*/ 5792232 w 7430542"/>
                <a:gd name="connsiteY6" fmla="*/ 1042218 h 4126142"/>
                <a:gd name="connsiteX7" fmla="*/ 5801492 w 7430542"/>
                <a:gd name="connsiteY7" fmla="*/ 1041472 h 4126142"/>
                <a:gd name="connsiteX8" fmla="*/ 6626523 w 7430542"/>
                <a:gd name="connsiteY8" fmla="*/ 726730 h 4126142"/>
                <a:gd name="connsiteX9" fmla="*/ 7430542 w 7430542"/>
                <a:gd name="connsiteY9" fmla="*/ 0 h 4126142"/>
                <a:gd name="connsiteX0" fmla="*/ 0 w 7456298"/>
                <a:gd name="connsiteY0" fmla="*/ 3831986 h 3831986"/>
                <a:gd name="connsiteX1" fmla="*/ 1070776 w 7456298"/>
                <a:gd name="connsiteY1" fmla="*/ 3365772 h 3831986"/>
                <a:gd name="connsiteX2" fmla="*/ 2105921 w 7456298"/>
                <a:gd name="connsiteY2" fmla="*/ 3227540 h 3831986"/>
                <a:gd name="connsiteX3" fmla="*/ 3075739 w 7456298"/>
                <a:gd name="connsiteY3" fmla="*/ 2414386 h 3831986"/>
                <a:gd name="connsiteX4" fmla="*/ 4199252 w 7456298"/>
                <a:gd name="connsiteY4" fmla="*/ 2101891 h 3831986"/>
                <a:gd name="connsiteX5" fmla="*/ 4886514 w 7456298"/>
                <a:gd name="connsiteY5" fmla="*/ 1214500 h 3831986"/>
                <a:gd name="connsiteX6" fmla="*/ 5817988 w 7456298"/>
                <a:gd name="connsiteY6" fmla="*/ 1042218 h 3831986"/>
                <a:gd name="connsiteX7" fmla="*/ 5827248 w 7456298"/>
                <a:gd name="connsiteY7" fmla="*/ 1041472 h 3831986"/>
                <a:gd name="connsiteX8" fmla="*/ 6652279 w 7456298"/>
                <a:gd name="connsiteY8" fmla="*/ 726730 h 3831986"/>
                <a:gd name="connsiteX9" fmla="*/ 7456298 w 7456298"/>
                <a:gd name="connsiteY9" fmla="*/ 0 h 3831986"/>
                <a:gd name="connsiteX0" fmla="*/ 0 w 7932779"/>
                <a:gd name="connsiteY0" fmla="*/ 4157943 h 4157943"/>
                <a:gd name="connsiteX1" fmla="*/ 1070776 w 7932779"/>
                <a:gd name="connsiteY1" fmla="*/ 3691729 h 4157943"/>
                <a:gd name="connsiteX2" fmla="*/ 2105921 w 7932779"/>
                <a:gd name="connsiteY2" fmla="*/ 3553497 h 4157943"/>
                <a:gd name="connsiteX3" fmla="*/ 3075739 w 7932779"/>
                <a:gd name="connsiteY3" fmla="*/ 2740343 h 4157943"/>
                <a:gd name="connsiteX4" fmla="*/ 4199252 w 7932779"/>
                <a:gd name="connsiteY4" fmla="*/ 2427848 h 4157943"/>
                <a:gd name="connsiteX5" fmla="*/ 4886514 w 7932779"/>
                <a:gd name="connsiteY5" fmla="*/ 1540457 h 4157943"/>
                <a:gd name="connsiteX6" fmla="*/ 5817988 w 7932779"/>
                <a:gd name="connsiteY6" fmla="*/ 1368175 h 4157943"/>
                <a:gd name="connsiteX7" fmla="*/ 5827248 w 7932779"/>
                <a:gd name="connsiteY7" fmla="*/ 1367429 h 4157943"/>
                <a:gd name="connsiteX8" fmla="*/ 6652279 w 7932779"/>
                <a:gd name="connsiteY8" fmla="*/ 1052687 h 4157943"/>
                <a:gd name="connsiteX9" fmla="*/ 7932779 w 7932779"/>
                <a:gd name="connsiteY9" fmla="*/ 0 h 4157943"/>
                <a:gd name="connsiteX0" fmla="*/ 0 w 7620753"/>
                <a:gd name="connsiteY0" fmla="*/ 4029524 h 4029524"/>
                <a:gd name="connsiteX1" fmla="*/ 1070776 w 7620753"/>
                <a:gd name="connsiteY1" fmla="*/ 3563310 h 4029524"/>
                <a:gd name="connsiteX2" fmla="*/ 2105921 w 7620753"/>
                <a:gd name="connsiteY2" fmla="*/ 3425078 h 4029524"/>
                <a:gd name="connsiteX3" fmla="*/ 3075739 w 7620753"/>
                <a:gd name="connsiteY3" fmla="*/ 2611924 h 4029524"/>
                <a:gd name="connsiteX4" fmla="*/ 4199252 w 7620753"/>
                <a:gd name="connsiteY4" fmla="*/ 2299429 h 4029524"/>
                <a:gd name="connsiteX5" fmla="*/ 4886514 w 7620753"/>
                <a:gd name="connsiteY5" fmla="*/ 1412038 h 4029524"/>
                <a:gd name="connsiteX6" fmla="*/ 5817988 w 7620753"/>
                <a:gd name="connsiteY6" fmla="*/ 1239756 h 4029524"/>
                <a:gd name="connsiteX7" fmla="*/ 5827248 w 7620753"/>
                <a:gd name="connsiteY7" fmla="*/ 1239010 h 4029524"/>
                <a:gd name="connsiteX8" fmla="*/ 6652279 w 7620753"/>
                <a:gd name="connsiteY8" fmla="*/ 924268 h 4029524"/>
                <a:gd name="connsiteX9" fmla="*/ 7620753 w 7620753"/>
                <a:gd name="connsiteY9" fmla="*/ 0 h 4029524"/>
                <a:gd name="connsiteX0" fmla="*/ 0 w 8943146"/>
                <a:gd name="connsiteY0" fmla="*/ 5102743 h 5102743"/>
                <a:gd name="connsiteX1" fmla="*/ 1070776 w 8943146"/>
                <a:gd name="connsiteY1" fmla="*/ 4636529 h 5102743"/>
                <a:gd name="connsiteX2" fmla="*/ 2105921 w 8943146"/>
                <a:gd name="connsiteY2" fmla="*/ 4498297 h 5102743"/>
                <a:gd name="connsiteX3" fmla="*/ 3075739 w 8943146"/>
                <a:gd name="connsiteY3" fmla="*/ 3685143 h 5102743"/>
                <a:gd name="connsiteX4" fmla="*/ 4199252 w 8943146"/>
                <a:gd name="connsiteY4" fmla="*/ 3372648 h 5102743"/>
                <a:gd name="connsiteX5" fmla="*/ 4886514 w 8943146"/>
                <a:gd name="connsiteY5" fmla="*/ 2485257 h 5102743"/>
                <a:gd name="connsiteX6" fmla="*/ 5817988 w 8943146"/>
                <a:gd name="connsiteY6" fmla="*/ 2312975 h 5102743"/>
                <a:gd name="connsiteX7" fmla="*/ 5827248 w 8943146"/>
                <a:gd name="connsiteY7" fmla="*/ 2312229 h 5102743"/>
                <a:gd name="connsiteX8" fmla="*/ 6652279 w 8943146"/>
                <a:gd name="connsiteY8" fmla="*/ 1997487 h 5102743"/>
                <a:gd name="connsiteX9" fmla="*/ 8943146 w 8943146"/>
                <a:gd name="connsiteY9" fmla="*/ 0 h 5102743"/>
                <a:gd name="connsiteX0" fmla="*/ 0 w 8943146"/>
                <a:gd name="connsiteY0" fmla="*/ 5102743 h 5102743"/>
                <a:gd name="connsiteX1" fmla="*/ 1070776 w 8943146"/>
                <a:gd name="connsiteY1" fmla="*/ 4636529 h 5102743"/>
                <a:gd name="connsiteX2" fmla="*/ 2105921 w 8943146"/>
                <a:gd name="connsiteY2" fmla="*/ 4498297 h 5102743"/>
                <a:gd name="connsiteX3" fmla="*/ 3075739 w 8943146"/>
                <a:gd name="connsiteY3" fmla="*/ 3685143 h 5102743"/>
                <a:gd name="connsiteX4" fmla="*/ 4199252 w 8943146"/>
                <a:gd name="connsiteY4" fmla="*/ 3372648 h 5102743"/>
                <a:gd name="connsiteX5" fmla="*/ 4886514 w 8943146"/>
                <a:gd name="connsiteY5" fmla="*/ 2485257 h 5102743"/>
                <a:gd name="connsiteX6" fmla="*/ 5817988 w 8943146"/>
                <a:gd name="connsiteY6" fmla="*/ 2312975 h 5102743"/>
                <a:gd name="connsiteX7" fmla="*/ 5827248 w 8943146"/>
                <a:gd name="connsiteY7" fmla="*/ 2312229 h 5102743"/>
                <a:gd name="connsiteX8" fmla="*/ 6652279 w 8943146"/>
                <a:gd name="connsiteY8" fmla="*/ 1997487 h 5102743"/>
                <a:gd name="connsiteX9" fmla="*/ 7727993 w 8943146"/>
                <a:gd name="connsiteY9" fmla="*/ 1056043 h 5102743"/>
                <a:gd name="connsiteX10" fmla="*/ 8943146 w 8943146"/>
                <a:gd name="connsiteY10" fmla="*/ 0 h 5102743"/>
                <a:gd name="connsiteX0" fmla="*/ 0 w 8943146"/>
                <a:gd name="connsiteY0" fmla="*/ 5102743 h 5102743"/>
                <a:gd name="connsiteX1" fmla="*/ 1070776 w 8943146"/>
                <a:gd name="connsiteY1" fmla="*/ 4636529 h 5102743"/>
                <a:gd name="connsiteX2" fmla="*/ 2105921 w 8943146"/>
                <a:gd name="connsiteY2" fmla="*/ 4498297 h 5102743"/>
                <a:gd name="connsiteX3" fmla="*/ 3075739 w 8943146"/>
                <a:gd name="connsiteY3" fmla="*/ 3685143 h 5102743"/>
                <a:gd name="connsiteX4" fmla="*/ 4199252 w 8943146"/>
                <a:gd name="connsiteY4" fmla="*/ 3372648 h 5102743"/>
                <a:gd name="connsiteX5" fmla="*/ 4886514 w 8943146"/>
                <a:gd name="connsiteY5" fmla="*/ 2485257 h 5102743"/>
                <a:gd name="connsiteX6" fmla="*/ 5817988 w 8943146"/>
                <a:gd name="connsiteY6" fmla="*/ 2312975 h 5102743"/>
                <a:gd name="connsiteX7" fmla="*/ 5827248 w 8943146"/>
                <a:gd name="connsiteY7" fmla="*/ 2312229 h 5102743"/>
                <a:gd name="connsiteX8" fmla="*/ 6652279 w 8943146"/>
                <a:gd name="connsiteY8" fmla="*/ 1997487 h 5102743"/>
                <a:gd name="connsiteX9" fmla="*/ 7727993 w 8943146"/>
                <a:gd name="connsiteY9" fmla="*/ 1056043 h 5102743"/>
                <a:gd name="connsiteX10" fmla="*/ 8396619 w 8943146"/>
                <a:gd name="connsiteY10" fmla="*/ 468982 h 5102743"/>
                <a:gd name="connsiteX11" fmla="*/ 8943146 w 8943146"/>
                <a:gd name="connsiteY11" fmla="*/ 0 h 5102743"/>
                <a:gd name="connsiteX0" fmla="*/ 0 w 8943146"/>
                <a:gd name="connsiteY0" fmla="*/ 5102743 h 5102743"/>
                <a:gd name="connsiteX1" fmla="*/ 1070776 w 8943146"/>
                <a:gd name="connsiteY1" fmla="*/ 4636529 h 5102743"/>
                <a:gd name="connsiteX2" fmla="*/ 2105921 w 8943146"/>
                <a:gd name="connsiteY2" fmla="*/ 4498297 h 5102743"/>
                <a:gd name="connsiteX3" fmla="*/ 3075739 w 8943146"/>
                <a:gd name="connsiteY3" fmla="*/ 3685143 h 5102743"/>
                <a:gd name="connsiteX4" fmla="*/ 4199252 w 8943146"/>
                <a:gd name="connsiteY4" fmla="*/ 3372648 h 5102743"/>
                <a:gd name="connsiteX5" fmla="*/ 4886514 w 8943146"/>
                <a:gd name="connsiteY5" fmla="*/ 2485257 h 5102743"/>
                <a:gd name="connsiteX6" fmla="*/ 5817988 w 8943146"/>
                <a:gd name="connsiteY6" fmla="*/ 2312975 h 5102743"/>
                <a:gd name="connsiteX7" fmla="*/ 5827248 w 8943146"/>
                <a:gd name="connsiteY7" fmla="*/ 2312229 h 5102743"/>
                <a:gd name="connsiteX8" fmla="*/ 6652279 w 8943146"/>
                <a:gd name="connsiteY8" fmla="*/ 1997487 h 5102743"/>
                <a:gd name="connsiteX9" fmla="*/ 7846859 w 8943146"/>
                <a:gd name="connsiteY9" fmla="*/ 1202808 h 5102743"/>
                <a:gd name="connsiteX10" fmla="*/ 8396619 w 8943146"/>
                <a:gd name="connsiteY10" fmla="*/ 468982 h 5102743"/>
                <a:gd name="connsiteX11" fmla="*/ 8943146 w 8943146"/>
                <a:gd name="connsiteY11" fmla="*/ 0 h 5102743"/>
                <a:gd name="connsiteX0" fmla="*/ 0 w 8943146"/>
                <a:gd name="connsiteY0" fmla="*/ 5102743 h 5102743"/>
                <a:gd name="connsiteX1" fmla="*/ 1070776 w 8943146"/>
                <a:gd name="connsiteY1" fmla="*/ 4636529 h 5102743"/>
                <a:gd name="connsiteX2" fmla="*/ 2105921 w 8943146"/>
                <a:gd name="connsiteY2" fmla="*/ 4498297 h 5102743"/>
                <a:gd name="connsiteX3" fmla="*/ 3075739 w 8943146"/>
                <a:gd name="connsiteY3" fmla="*/ 3685143 h 5102743"/>
                <a:gd name="connsiteX4" fmla="*/ 4199252 w 8943146"/>
                <a:gd name="connsiteY4" fmla="*/ 3372648 h 5102743"/>
                <a:gd name="connsiteX5" fmla="*/ 4886514 w 8943146"/>
                <a:gd name="connsiteY5" fmla="*/ 2485257 h 5102743"/>
                <a:gd name="connsiteX6" fmla="*/ 5817988 w 8943146"/>
                <a:gd name="connsiteY6" fmla="*/ 2312975 h 5102743"/>
                <a:gd name="connsiteX7" fmla="*/ 5827248 w 8943146"/>
                <a:gd name="connsiteY7" fmla="*/ 2312229 h 5102743"/>
                <a:gd name="connsiteX8" fmla="*/ 6652279 w 8943146"/>
                <a:gd name="connsiteY8" fmla="*/ 1997487 h 5102743"/>
                <a:gd name="connsiteX9" fmla="*/ 7601696 w 8943146"/>
                <a:gd name="connsiteY9" fmla="*/ 1413783 h 5102743"/>
                <a:gd name="connsiteX10" fmla="*/ 8396619 w 8943146"/>
                <a:gd name="connsiteY10" fmla="*/ 468982 h 5102743"/>
                <a:gd name="connsiteX11" fmla="*/ 8943146 w 8943146"/>
                <a:gd name="connsiteY11" fmla="*/ 0 h 5102743"/>
                <a:gd name="connsiteX0" fmla="*/ 0 w 8943146"/>
                <a:gd name="connsiteY0" fmla="*/ 5102743 h 5102743"/>
                <a:gd name="connsiteX1" fmla="*/ 1070776 w 8943146"/>
                <a:gd name="connsiteY1" fmla="*/ 4636529 h 5102743"/>
                <a:gd name="connsiteX2" fmla="*/ 2105921 w 8943146"/>
                <a:gd name="connsiteY2" fmla="*/ 4498297 h 5102743"/>
                <a:gd name="connsiteX3" fmla="*/ 3075739 w 8943146"/>
                <a:gd name="connsiteY3" fmla="*/ 3685143 h 5102743"/>
                <a:gd name="connsiteX4" fmla="*/ 4199252 w 8943146"/>
                <a:gd name="connsiteY4" fmla="*/ 3372648 h 5102743"/>
                <a:gd name="connsiteX5" fmla="*/ 4886514 w 8943146"/>
                <a:gd name="connsiteY5" fmla="*/ 2485257 h 5102743"/>
                <a:gd name="connsiteX6" fmla="*/ 5817988 w 8943146"/>
                <a:gd name="connsiteY6" fmla="*/ 2312975 h 5102743"/>
                <a:gd name="connsiteX7" fmla="*/ 5827248 w 8943146"/>
                <a:gd name="connsiteY7" fmla="*/ 2312229 h 5102743"/>
                <a:gd name="connsiteX8" fmla="*/ 6652279 w 8943146"/>
                <a:gd name="connsiteY8" fmla="*/ 1997487 h 5102743"/>
                <a:gd name="connsiteX9" fmla="*/ 7601696 w 8943146"/>
                <a:gd name="connsiteY9" fmla="*/ 1413783 h 5102743"/>
                <a:gd name="connsiteX10" fmla="*/ 8181173 w 8943146"/>
                <a:gd name="connsiteY10" fmla="*/ 881759 h 5102743"/>
                <a:gd name="connsiteX11" fmla="*/ 8943146 w 8943146"/>
                <a:gd name="connsiteY11" fmla="*/ 0 h 5102743"/>
                <a:gd name="connsiteX0" fmla="*/ 0 w 8690553"/>
                <a:gd name="connsiteY0" fmla="*/ 4800040 h 4800040"/>
                <a:gd name="connsiteX1" fmla="*/ 1070776 w 8690553"/>
                <a:gd name="connsiteY1" fmla="*/ 4333826 h 4800040"/>
                <a:gd name="connsiteX2" fmla="*/ 2105921 w 8690553"/>
                <a:gd name="connsiteY2" fmla="*/ 4195594 h 4800040"/>
                <a:gd name="connsiteX3" fmla="*/ 3075739 w 8690553"/>
                <a:gd name="connsiteY3" fmla="*/ 3382440 h 4800040"/>
                <a:gd name="connsiteX4" fmla="*/ 4199252 w 8690553"/>
                <a:gd name="connsiteY4" fmla="*/ 3069945 h 4800040"/>
                <a:gd name="connsiteX5" fmla="*/ 4886514 w 8690553"/>
                <a:gd name="connsiteY5" fmla="*/ 2182554 h 4800040"/>
                <a:gd name="connsiteX6" fmla="*/ 5817988 w 8690553"/>
                <a:gd name="connsiteY6" fmla="*/ 2010272 h 4800040"/>
                <a:gd name="connsiteX7" fmla="*/ 5827248 w 8690553"/>
                <a:gd name="connsiteY7" fmla="*/ 2009526 h 4800040"/>
                <a:gd name="connsiteX8" fmla="*/ 6652279 w 8690553"/>
                <a:gd name="connsiteY8" fmla="*/ 1694784 h 4800040"/>
                <a:gd name="connsiteX9" fmla="*/ 7601696 w 8690553"/>
                <a:gd name="connsiteY9" fmla="*/ 1111080 h 4800040"/>
                <a:gd name="connsiteX10" fmla="*/ 8181173 w 8690553"/>
                <a:gd name="connsiteY10" fmla="*/ 579056 h 4800040"/>
                <a:gd name="connsiteX11" fmla="*/ 8690553 w 8690553"/>
                <a:gd name="connsiteY11" fmla="*/ 0 h 4800040"/>
                <a:gd name="connsiteX0" fmla="*/ 0 w 9472572"/>
                <a:gd name="connsiteY0" fmla="*/ 5637297 h 5637297"/>
                <a:gd name="connsiteX1" fmla="*/ 1070776 w 9472572"/>
                <a:gd name="connsiteY1" fmla="*/ 5171083 h 5637297"/>
                <a:gd name="connsiteX2" fmla="*/ 2105921 w 9472572"/>
                <a:gd name="connsiteY2" fmla="*/ 5032851 h 5637297"/>
                <a:gd name="connsiteX3" fmla="*/ 3075739 w 9472572"/>
                <a:gd name="connsiteY3" fmla="*/ 4219697 h 5637297"/>
                <a:gd name="connsiteX4" fmla="*/ 4199252 w 9472572"/>
                <a:gd name="connsiteY4" fmla="*/ 3907202 h 5637297"/>
                <a:gd name="connsiteX5" fmla="*/ 4886514 w 9472572"/>
                <a:gd name="connsiteY5" fmla="*/ 3019811 h 5637297"/>
                <a:gd name="connsiteX6" fmla="*/ 5817988 w 9472572"/>
                <a:gd name="connsiteY6" fmla="*/ 2847529 h 5637297"/>
                <a:gd name="connsiteX7" fmla="*/ 5827248 w 9472572"/>
                <a:gd name="connsiteY7" fmla="*/ 2846783 h 5637297"/>
                <a:gd name="connsiteX8" fmla="*/ 6652279 w 9472572"/>
                <a:gd name="connsiteY8" fmla="*/ 2532041 h 5637297"/>
                <a:gd name="connsiteX9" fmla="*/ 7601696 w 9472572"/>
                <a:gd name="connsiteY9" fmla="*/ 1948337 h 5637297"/>
                <a:gd name="connsiteX10" fmla="*/ 8181173 w 9472572"/>
                <a:gd name="connsiteY10" fmla="*/ 1416313 h 5637297"/>
                <a:gd name="connsiteX11" fmla="*/ 9472572 w 9472572"/>
                <a:gd name="connsiteY11" fmla="*/ 0 h 56372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472572" h="5637297">
                  <a:moveTo>
                    <a:pt x="0" y="5637297"/>
                  </a:moveTo>
                  <a:lnTo>
                    <a:pt x="1070776" y="5171083"/>
                  </a:lnTo>
                  <a:lnTo>
                    <a:pt x="2105921" y="5032851"/>
                  </a:lnTo>
                  <a:lnTo>
                    <a:pt x="3075739" y="4219697"/>
                  </a:lnTo>
                  <a:lnTo>
                    <a:pt x="4199252" y="3907202"/>
                  </a:lnTo>
                  <a:lnTo>
                    <a:pt x="4886514" y="3019811"/>
                  </a:lnTo>
                  <a:lnTo>
                    <a:pt x="5817988" y="2847529"/>
                  </a:lnTo>
                  <a:lnTo>
                    <a:pt x="5827248" y="2846783"/>
                  </a:lnTo>
                  <a:lnTo>
                    <a:pt x="6652279" y="2532041"/>
                  </a:lnTo>
                  <a:cubicBezTo>
                    <a:pt x="6969070" y="2322677"/>
                    <a:pt x="7219885" y="2281251"/>
                    <a:pt x="7601696" y="1948337"/>
                  </a:cubicBezTo>
                  <a:lnTo>
                    <a:pt x="8181173" y="1416313"/>
                  </a:lnTo>
                  <a:cubicBezTo>
                    <a:pt x="8350966" y="1223294"/>
                    <a:pt x="9302779" y="193019"/>
                    <a:pt x="9472572" y="0"/>
                  </a:cubicBezTo>
                </a:path>
              </a:pathLst>
            </a:custGeom>
            <a:ln w="19050">
              <a:solidFill>
                <a:schemeClr val="tx1"/>
              </a:solidFill>
              <a:tailEnd type="arrow"/>
            </a:ln>
            <a:effectLst/>
          </p:spPr>
          <p:style>
            <a:lnRef idx="2">
              <a:schemeClr val="accent1"/>
            </a:lnRef>
            <a:fillRef idx="0">
              <a:schemeClr val="accent1"/>
            </a:fillRef>
            <a:effectRef idx="1">
              <a:schemeClr val="accent1"/>
            </a:effectRef>
            <a:fontRef idx="minor">
              <a:schemeClr val="tx1"/>
            </a:fontRef>
          </p:style>
          <p:txBody>
            <a:bodyPr rtlCol="0" anchor="ctr"/>
            <a:lstStyle>
              <a:defPPr>
                <a:defRPr lang="en-US"/>
              </a:defPPr>
              <a:lvl1pPr marL="0" algn="l" defTabSz="456938" rtl="0" eaLnBrk="1" latinLnBrk="0" hangingPunct="1">
                <a:defRPr sz="1800" kern="1200">
                  <a:solidFill>
                    <a:schemeClr val="tx1"/>
                  </a:solidFill>
                  <a:latin typeface="+mn-lt"/>
                  <a:ea typeface="+mn-ea"/>
                  <a:cs typeface="+mn-cs"/>
                </a:defRPr>
              </a:lvl1pPr>
              <a:lvl2pPr marL="456938" algn="l" defTabSz="456938" rtl="0" eaLnBrk="1" latinLnBrk="0" hangingPunct="1">
                <a:defRPr sz="1800" kern="1200">
                  <a:solidFill>
                    <a:schemeClr val="tx1"/>
                  </a:solidFill>
                  <a:latin typeface="+mn-lt"/>
                  <a:ea typeface="+mn-ea"/>
                  <a:cs typeface="+mn-cs"/>
                </a:defRPr>
              </a:lvl2pPr>
              <a:lvl3pPr marL="913877" algn="l" defTabSz="456938" rtl="0" eaLnBrk="1" latinLnBrk="0" hangingPunct="1">
                <a:defRPr sz="1800" kern="1200">
                  <a:solidFill>
                    <a:schemeClr val="tx1"/>
                  </a:solidFill>
                  <a:latin typeface="+mn-lt"/>
                  <a:ea typeface="+mn-ea"/>
                  <a:cs typeface="+mn-cs"/>
                </a:defRPr>
              </a:lvl3pPr>
              <a:lvl4pPr marL="1370814" algn="l" defTabSz="456938" rtl="0" eaLnBrk="1" latinLnBrk="0" hangingPunct="1">
                <a:defRPr sz="1800" kern="1200">
                  <a:solidFill>
                    <a:schemeClr val="tx1"/>
                  </a:solidFill>
                  <a:latin typeface="+mn-lt"/>
                  <a:ea typeface="+mn-ea"/>
                  <a:cs typeface="+mn-cs"/>
                </a:defRPr>
              </a:lvl4pPr>
              <a:lvl5pPr marL="1827752" algn="l" defTabSz="456938" rtl="0" eaLnBrk="1" latinLnBrk="0" hangingPunct="1">
                <a:defRPr sz="1800" kern="1200">
                  <a:solidFill>
                    <a:schemeClr val="tx1"/>
                  </a:solidFill>
                  <a:latin typeface="+mn-lt"/>
                  <a:ea typeface="+mn-ea"/>
                  <a:cs typeface="+mn-cs"/>
                </a:defRPr>
              </a:lvl5pPr>
              <a:lvl6pPr marL="2284689" algn="l" defTabSz="456938" rtl="0" eaLnBrk="1" latinLnBrk="0" hangingPunct="1">
                <a:defRPr sz="1800" kern="1200">
                  <a:solidFill>
                    <a:schemeClr val="tx1"/>
                  </a:solidFill>
                  <a:latin typeface="+mn-lt"/>
                  <a:ea typeface="+mn-ea"/>
                  <a:cs typeface="+mn-cs"/>
                </a:defRPr>
              </a:lvl6pPr>
              <a:lvl7pPr marL="2741627" algn="l" defTabSz="456938" rtl="0" eaLnBrk="1" latinLnBrk="0" hangingPunct="1">
                <a:defRPr sz="1800" kern="1200">
                  <a:solidFill>
                    <a:schemeClr val="tx1"/>
                  </a:solidFill>
                  <a:latin typeface="+mn-lt"/>
                  <a:ea typeface="+mn-ea"/>
                  <a:cs typeface="+mn-cs"/>
                </a:defRPr>
              </a:lvl7pPr>
              <a:lvl8pPr marL="3198563" algn="l" defTabSz="456938" rtl="0" eaLnBrk="1" latinLnBrk="0" hangingPunct="1">
                <a:defRPr sz="1800" kern="1200">
                  <a:solidFill>
                    <a:schemeClr val="tx1"/>
                  </a:solidFill>
                  <a:latin typeface="+mn-lt"/>
                  <a:ea typeface="+mn-ea"/>
                  <a:cs typeface="+mn-cs"/>
                </a:defRPr>
              </a:lvl8pPr>
              <a:lvl9pPr marL="3655499" algn="l" defTabSz="456938" rtl="0" eaLnBrk="1" latinLnBrk="0" hangingPunct="1">
                <a:defRPr sz="1800" kern="1200">
                  <a:solidFill>
                    <a:schemeClr val="tx1"/>
                  </a:solidFill>
                  <a:latin typeface="+mn-lt"/>
                  <a:ea typeface="+mn-ea"/>
                  <a:cs typeface="+mn-cs"/>
                </a:defRPr>
              </a:lvl9pPr>
            </a:lstStyle>
            <a:p>
              <a:pPr marL="0" marR="0" lvl="0" indent="0" algn="ctr" defTabSz="456938" rtl="0" eaLnBrk="1" fontAlgn="auto" latinLnBrk="0" hangingPunct="1">
                <a:lnSpc>
                  <a:spcPct val="100000"/>
                </a:lnSpc>
                <a:spcAft>
                  <a:spcPts val="200"/>
                </a:spcAft>
                <a:buClrTx/>
                <a:buSzTx/>
                <a:buFontTx/>
                <a:buNone/>
                <a:tabLst/>
                <a:defRPr/>
              </a:pPr>
              <a:endParaRPr kumimoji="0" lang="en-US" sz="1400" b="0" i="0" u="none" strike="noStrike" kern="1200" cap="none" spc="0" normalizeH="0" baseline="0" noProof="0">
                <a:ln>
                  <a:noFill/>
                </a:ln>
                <a:solidFill>
                  <a:srgbClr val="525252"/>
                </a:solidFill>
                <a:effectLst/>
                <a:uLnTx/>
                <a:uFillTx/>
                <a:latin typeface="+mn-lt"/>
                <a:ea typeface="+mn-ea"/>
                <a:cs typeface="+mn-cs"/>
              </a:endParaRPr>
            </a:p>
          </p:txBody>
        </p:sp>
        <p:sp>
          <p:nvSpPr>
            <p:cNvPr id="104" name="TextBox 103">
              <a:extLst>
                <a:ext uri="{FF2B5EF4-FFF2-40B4-BE49-F238E27FC236}">
                  <a16:creationId xmlns:a16="http://schemas.microsoft.com/office/drawing/2014/main" id="{5BE6762F-79A2-FAE4-29DB-31ADBF969074}"/>
                </a:ext>
              </a:extLst>
            </p:cNvPr>
            <p:cNvSpPr txBox="1"/>
            <p:nvPr/>
          </p:nvSpPr>
          <p:spPr>
            <a:xfrm>
              <a:off x="8563121" y="905854"/>
              <a:ext cx="1196166" cy="656590"/>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00" b="1" i="0" u="none" strike="noStrike" kern="1200" cap="none" spc="0" normalizeH="0" baseline="0" noProof="0">
                  <a:ln>
                    <a:noFill/>
                  </a:ln>
                  <a:solidFill>
                    <a:srgbClr val="231F20"/>
                  </a:solidFill>
                  <a:effectLst/>
                  <a:uLnTx/>
                  <a:uFillTx/>
                  <a:latin typeface="+mn-lt"/>
                  <a:ea typeface="+mn-ea"/>
                  <a:cs typeface="+mn-cs"/>
                </a:rPr>
                <a:t>2021</a:t>
              </a:r>
            </a:p>
            <a:p>
              <a:pPr lvl="0">
                <a:spcAft>
                  <a:spcPts val="200"/>
                </a:spcAft>
                <a:defRPr/>
              </a:pPr>
              <a:r>
                <a:rPr lang="en-US" sz="1000">
                  <a:latin typeface="+mn-lt"/>
                </a:rPr>
                <a:t>Certified “Top Employer of the year” in US, UK and Spain</a:t>
              </a:r>
              <a:endParaRPr kumimoji="0" lang="en-US" sz="900" b="1" i="0" u="none" strike="noStrike" kern="1200" cap="none" spc="0" normalizeH="0" baseline="0" noProof="0">
                <a:ln>
                  <a:noFill/>
                </a:ln>
                <a:effectLst/>
                <a:uLnTx/>
                <a:uFillTx/>
                <a:latin typeface="+mn-lt"/>
                <a:ea typeface="+mn-ea"/>
                <a:cs typeface="+mn-cs"/>
              </a:endParaRPr>
            </a:p>
          </p:txBody>
        </p:sp>
        <p:sp>
          <p:nvSpPr>
            <p:cNvPr id="105" name="Rectangle 104">
              <a:extLst>
                <a:ext uri="{FF2B5EF4-FFF2-40B4-BE49-F238E27FC236}">
                  <a16:creationId xmlns:a16="http://schemas.microsoft.com/office/drawing/2014/main" id="{A248F0BB-DD30-38AC-4518-7C62DC03D7F6}"/>
                </a:ext>
              </a:extLst>
            </p:cNvPr>
            <p:cNvSpPr/>
            <p:nvPr/>
          </p:nvSpPr>
          <p:spPr>
            <a:xfrm>
              <a:off x="1081049" y="4606900"/>
              <a:ext cx="130295" cy="135660"/>
            </a:xfrm>
            <a:prstGeom prst="rect">
              <a:avLst/>
            </a:prstGeom>
            <a:solidFill>
              <a:schemeClr val="accent2"/>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latin typeface="+mn-lt"/>
              </a:endParaRPr>
            </a:p>
          </p:txBody>
        </p:sp>
        <p:sp>
          <p:nvSpPr>
            <p:cNvPr id="106" name="Rectangle 105">
              <a:extLst>
                <a:ext uri="{FF2B5EF4-FFF2-40B4-BE49-F238E27FC236}">
                  <a16:creationId xmlns:a16="http://schemas.microsoft.com/office/drawing/2014/main" id="{91D9C82E-7FD6-413D-CD47-57B65E594DD6}"/>
                </a:ext>
              </a:extLst>
            </p:cNvPr>
            <p:cNvSpPr/>
            <p:nvPr/>
          </p:nvSpPr>
          <p:spPr>
            <a:xfrm>
              <a:off x="2407273" y="4417303"/>
              <a:ext cx="130295" cy="135660"/>
            </a:xfrm>
            <a:prstGeom prst="rect">
              <a:avLst/>
            </a:prstGeom>
            <a:solidFill>
              <a:schemeClr val="accent6"/>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latin typeface="+mn-lt"/>
              </a:endParaRPr>
            </a:p>
          </p:txBody>
        </p:sp>
        <p:sp>
          <p:nvSpPr>
            <p:cNvPr id="107" name="Rectangle 106">
              <a:extLst>
                <a:ext uri="{FF2B5EF4-FFF2-40B4-BE49-F238E27FC236}">
                  <a16:creationId xmlns:a16="http://schemas.microsoft.com/office/drawing/2014/main" id="{C9230B2C-730E-8286-C789-E36106680A65}"/>
                </a:ext>
              </a:extLst>
            </p:cNvPr>
            <p:cNvSpPr/>
            <p:nvPr/>
          </p:nvSpPr>
          <p:spPr>
            <a:xfrm>
              <a:off x="2730380" y="4380198"/>
              <a:ext cx="130295" cy="135660"/>
            </a:xfrm>
            <a:prstGeom prst="rect">
              <a:avLst/>
            </a:prstGeom>
            <a:solidFill>
              <a:schemeClr val="accent6"/>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latin typeface="+mn-lt"/>
              </a:endParaRPr>
            </a:p>
          </p:txBody>
        </p:sp>
        <p:sp>
          <p:nvSpPr>
            <p:cNvPr id="108" name="Rectangle 107">
              <a:extLst>
                <a:ext uri="{FF2B5EF4-FFF2-40B4-BE49-F238E27FC236}">
                  <a16:creationId xmlns:a16="http://schemas.microsoft.com/office/drawing/2014/main" id="{62961443-1A2E-3C61-E5F4-A22796C74B1C}"/>
                </a:ext>
              </a:extLst>
            </p:cNvPr>
            <p:cNvSpPr/>
            <p:nvPr/>
          </p:nvSpPr>
          <p:spPr>
            <a:xfrm>
              <a:off x="6053240" y="2710692"/>
              <a:ext cx="130295" cy="135660"/>
            </a:xfrm>
            <a:prstGeom prst="rect">
              <a:avLst/>
            </a:prstGeom>
            <a:solidFill>
              <a:schemeClr val="tx2"/>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latin typeface="+mn-lt"/>
              </a:endParaRPr>
            </a:p>
          </p:txBody>
        </p:sp>
        <p:sp>
          <p:nvSpPr>
            <p:cNvPr id="109" name="Rectangle 108">
              <a:extLst>
                <a:ext uri="{FF2B5EF4-FFF2-40B4-BE49-F238E27FC236}">
                  <a16:creationId xmlns:a16="http://schemas.microsoft.com/office/drawing/2014/main" id="{EB8365CE-CC81-ED03-A66E-4E06D5CA7AF2}"/>
                </a:ext>
              </a:extLst>
            </p:cNvPr>
            <p:cNvSpPr/>
            <p:nvPr/>
          </p:nvSpPr>
          <p:spPr>
            <a:xfrm>
              <a:off x="6361657" y="2652424"/>
              <a:ext cx="130295" cy="135660"/>
            </a:xfrm>
            <a:prstGeom prst="rect">
              <a:avLst/>
            </a:prstGeom>
            <a:solidFill>
              <a:schemeClr val="accent2"/>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latin typeface="+mn-lt"/>
              </a:endParaRPr>
            </a:p>
          </p:txBody>
        </p:sp>
        <p:sp>
          <p:nvSpPr>
            <p:cNvPr id="110" name="TextBox 109">
              <a:extLst>
                <a:ext uri="{FF2B5EF4-FFF2-40B4-BE49-F238E27FC236}">
                  <a16:creationId xmlns:a16="http://schemas.microsoft.com/office/drawing/2014/main" id="{F5D9AC21-5842-9270-70AD-CD0B71733D64}"/>
                </a:ext>
              </a:extLst>
            </p:cNvPr>
            <p:cNvSpPr txBox="1"/>
            <p:nvPr/>
          </p:nvSpPr>
          <p:spPr>
            <a:xfrm>
              <a:off x="1069317" y="4898729"/>
              <a:ext cx="950046" cy="46985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00" b="1" i="0" u="none" strike="noStrike" kern="1200" cap="none" spc="0" normalizeH="0" baseline="0">
                  <a:ln>
                    <a:noFill/>
                  </a:ln>
                  <a:solidFill>
                    <a:srgbClr val="231F20"/>
                  </a:solidFill>
                  <a:effectLst/>
                  <a:uLnTx/>
                  <a:uFillTx/>
                  <a:latin typeface="+mn-lt"/>
                  <a:ea typeface="+mn-ea"/>
                  <a:cs typeface="+mn-cs"/>
                </a:rPr>
                <a:t>2002</a:t>
              </a:r>
            </a:p>
            <a:p>
              <a:r>
                <a:rPr lang="en-US" sz="1000">
                  <a:latin typeface="+mn-lt"/>
                </a:rPr>
                <a:t>Launched UST’s Colors Program</a:t>
              </a:r>
            </a:p>
          </p:txBody>
        </p:sp>
        <p:sp>
          <p:nvSpPr>
            <p:cNvPr id="111" name="TextBox 110">
              <a:extLst>
                <a:ext uri="{FF2B5EF4-FFF2-40B4-BE49-F238E27FC236}">
                  <a16:creationId xmlns:a16="http://schemas.microsoft.com/office/drawing/2014/main" id="{040F6AAF-89B6-0050-C755-8CADCA700DE3}"/>
                </a:ext>
              </a:extLst>
            </p:cNvPr>
            <p:cNvSpPr txBox="1"/>
            <p:nvPr/>
          </p:nvSpPr>
          <p:spPr>
            <a:xfrm>
              <a:off x="5523777" y="5474567"/>
              <a:ext cx="1356219" cy="502702"/>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00" b="1" i="0" u="none" strike="noStrike" kern="1200" cap="none" spc="0" normalizeH="0" baseline="0" noProof="0">
                  <a:ln>
                    <a:noFill/>
                  </a:ln>
                  <a:solidFill>
                    <a:srgbClr val="231F20"/>
                  </a:solidFill>
                  <a:effectLst/>
                  <a:uLnTx/>
                  <a:uFillTx/>
                  <a:latin typeface="+mn-lt"/>
                  <a:ea typeface="+mn-ea"/>
                  <a:cs typeface="+mn-cs"/>
                </a:rPr>
                <a:t>2017</a:t>
              </a:r>
            </a:p>
            <a:p>
              <a:pPr>
                <a:spcAft>
                  <a:spcPts val="200"/>
                </a:spcAft>
                <a:defRPr/>
              </a:pPr>
              <a:r>
                <a:rPr lang="en-US" sz="1000">
                  <a:latin typeface="+mn-lt"/>
                </a:rPr>
                <a:t>Launched CyberProof and UST SmartOps</a:t>
              </a:r>
            </a:p>
          </p:txBody>
        </p:sp>
        <p:sp>
          <p:nvSpPr>
            <p:cNvPr id="112" name="TextBox 111">
              <a:extLst>
                <a:ext uri="{FF2B5EF4-FFF2-40B4-BE49-F238E27FC236}">
                  <a16:creationId xmlns:a16="http://schemas.microsoft.com/office/drawing/2014/main" id="{0868FA73-4BD6-7220-3885-A244F115D35C}"/>
                </a:ext>
              </a:extLst>
            </p:cNvPr>
            <p:cNvSpPr txBox="1"/>
            <p:nvPr/>
          </p:nvSpPr>
          <p:spPr>
            <a:xfrm>
              <a:off x="7545392" y="1609648"/>
              <a:ext cx="872942" cy="46985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00" b="1" i="0" u="none" strike="noStrike" kern="1200" cap="none" spc="0" normalizeH="0" baseline="0" noProof="0">
                  <a:ln>
                    <a:noFill/>
                  </a:ln>
                  <a:solidFill>
                    <a:srgbClr val="231F20"/>
                  </a:solidFill>
                  <a:effectLst/>
                  <a:uLnTx/>
                  <a:uFillTx/>
                  <a:latin typeface="+mn-lt"/>
                  <a:ea typeface="+mn-ea"/>
                  <a:cs typeface="+mn-cs"/>
                </a:rPr>
                <a:t>2020</a:t>
              </a:r>
            </a:p>
            <a:p>
              <a:pPr marL="0" marR="0" lvl="0" indent="0" defTabSz="914400" rtl="0" eaLnBrk="1" fontAlgn="auto" latinLnBrk="0" hangingPunct="1">
                <a:lnSpc>
                  <a:spcPct val="100000"/>
                </a:lnSpc>
                <a:spcAft>
                  <a:spcPts val="200"/>
                </a:spcAft>
                <a:buClrTx/>
                <a:buSzTx/>
                <a:buFontTx/>
                <a:buNone/>
                <a:tabLst/>
                <a:defRPr/>
              </a:pPr>
              <a:r>
                <a:rPr kumimoji="0" lang="en-US" sz="1000" i="0" u="none" strike="noStrike" kern="1200" cap="none" spc="0" normalizeH="0" baseline="0" noProof="0">
                  <a:ln>
                    <a:noFill/>
                  </a:ln>
                  <a:effectLst/>
                  <a:uLnTx/>
                  <a:uFillTx/>
                  <a:latin typeface="+mn-lt"/>
                  <a:ea typeface="+mn-ea"/>
                  <a:cs typeface="+mn-cs"/>
                </a:rPr>
                <a:t>Glassdoor Best Places to Work</a:t>
              </a:r>
              <a:endParaRPr kumimoji="0" lang="en-US" sz="900" i="0" u="none" strike="noStrike" kern="1200" cap="none" spc="0" normalizeH="0" baseline="0" noProof="0">
                <a:ln>
                  <a:noFill/>
                </a:ln>
                <a:effectLst/>
                <a:uLnTx/>
                <a:uFillTx/>
                <a:latin typeface="+mn-lt"/>
                <a:ea typeface="+mn-ea"/>
                <a:cs typeface="+mn-cs"/>
              </a:endParaRPr>
            </a:p>
          </p:txBody>
        </p:sp>
        <p:sp>
          <p:nvSpPr>
            <p:cNvPr id="113" name="TextBox 112">
              <a:extLst>
                <a:ext uri="{FF2B5EF4-FFF2-40B4-BE49-F238E27FC236}">
                  <a16:creationId xmlns:a16="http://schemas.microsoft.com/office/drawing/2014/main" id="{DB90EE02-3AB8-63C9-BE40-BC5386EA1F8D}"/>
                </a:ext>
              </a:extLst>
            </p:cNvPr>
            <p:cNvSpPr txBox="1"/>
            <p:nvPr/>
          </p:nvSpPr>
          <p:spPr>
            <a:xfrm>
              <a:off x="6895934" y="1009879"/>
              <a:ext cx="960953" cy="469854"/>
            </a:xfrm>
            <a:prstGeom prst="rect">
              <a:avLst/>
            </a:prstGeom>
            <a:noFill/>
          </p:spPr>
          <p:txBody>
            <a:bodyPr wrap="square" lIns="0" tIns="0" rIns="0" bIns="0" rtlCol="0" anchor="t">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00" b="1" i="0" u="none" strike="noStrike" kern="1200" cap="none" spc="0" normalizeH="0" baseline="0" noProof="0">
                  <a:ln>
                    <a:noFill/>
                  </a:ln>
                  <a:solidFill>
                    <a:srgbClr val="231F20"/>
                  </a:solidFill>
                  <a:effectLst/>
                  <a:uLnTx/>
                  <a:uFillTx/>
                  <a:latin typeface="+mn-lt"/>
                  <a:ea typeface="+mn-ea"/>
                  <a:cs typeface="+mn-cs"/>
                </a:rPr>
                <a:t>2019</a:t>
              </a:r>
            </a:p>
            <a:p>
              <a:r>
                <a:rPr lang="en-US" sz="1000">
                  <a:latin typeface="+mn-lt"/>
                </a:rPr>
                <a:t>Launched UST HealthProof</a:t>
              </a:r>
            </a:p>
          </p:txBody>
        </p:sp>
        <p:cxnSp>
          <p:nvCxnSpPr>
            <p:cNvPr id="114" name="Straight Connector 113">
              <a:extLst>
                <a:ext uri="{FF2B5EF4-FFF2-40B4-BE49-F238E27FC236}">
                  <a16:creationId xmlns:a16="http://schemas.microsoft.com/office/drawing/2014/main" id="{789C6629-FBAD-1C27-BAAE-91761DFE8877}"/>
                </a:ext>
              </a:extLst>
            </p:cNvPr>
            <p:cNvCxnSpPr>
              <a:cxnSpLocks/>
              <a:endCxn id="148" idx="0"/>
            </p:cNvCxnSpPr>
            <p:nvPr/>
          </p:nvCxnSpPr>
          <p:spPr>
            <a:xfrm>
              <a:off x="7610539" y="2139722"/>
              <a:ext cx="0" cy="278647"/>
            </a:xfrm>
            <a:prstGeom prst="line">
              <a:avLst/>
            </a:prstGeom>
            <a:ln>
              <a:solidFill>
                <a:srgbClr val="231F20"/>
              </a:solidFill>
            </a:ln>
          </p:spPr>
          <p:style>
            <a:lnRef idx="1">
              <a:schemeClr val="accent1"/>
            </a:lnRef>
            <a:fillRef idx="0">
              <a:schemeClr val="accent1"/>
            </a:fillRef>
            <a:effectRef idx="0">
              <a:srgbClr val="000000"/>
            </a:effectRef>
            <a:fontRef idx="minor">
              <a:schemeClr val="bg1"/>
            </a:fontRef>
          </p:style>
        </p:cxnSp>
        <p:sp>
          <p:nvSpPr>
            <p:cNvPr id="115" name="TextBox 114">
              <a:extLst>
                <a:ext uri="{FF2B5EF4-FFF2-40B4-BE49-F238E27FC236}">
                  <a16:creationId xmlns:a16="http://schemas.microsoft.com/office/drawing/2014/main" id="{0D7512C2-AF94-9028-4EB5-8B567937EB6D}"/>
                </a:ext>
              </a:extLst>
            </p:cNvPr>
            <p:cNvSpPr txBox="1"/>
            <p:nvPr/>
          </p:nvSpPr>
          <p:spPr>
            <a:xfrm>
              <a:off x="7901885" y="5159246"/>
              <a:ext cx="1164459" cy="46985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00" b="1" i="0" u="none" strike="noStrike" kern="1200" cap="none" spc="0" normalizeH="0" baseline="0" noProof="0">
                  <a:ln>
                    <a:noFill/>
                  </a:ln>
                  <a:solidFill>
                    <a:srgbClr val="231F20"/>
                  </a:solidFill>
                  <a:effectLst/>
                  <a:uLnTx/>
                  <a:uFillTx/>
                  <a:latin typeface="+mn-lt"/>
                  <a:ea typeface="+mn-ea"/>
                  <a:cs typeface="+mn-cs"/>
                </a:rPr>
                <a:t>2020</a:t>
              </a:r>
            </a:p>
            <a:p>
              <a:pPr marL="0" algn="l" defTabSz="914400" rtl="0" eaLnBrk="1" latinLnBrk="0" hangingPunct="1"/>
              <a:r>
                <a:rPr lang="en-US" sz="1000" b="0" kern="1200">
                  <a:solidFill>
                    <a:srgbClr val="231F20"/>
                  </a:solidFill>
                  <a:latin typeface="+mn-lt"/>
                  <a:ea typeface="+mn-ea"/>
                  <a:cs typeface="+mn-cs"/>
                </a:rPr>
                <a:t>Temasek follow on investment of $120M</a:t>
              </a:r>
            </a:p>
          </p:txBody>
        </p:sp>
        <p:cxnSp>
          <p:nvCxnSpPr>
            <p:cNvPr id="116" name="Straight Connector 115">
              <a:extLst>
                <a:ext uri="{FF2B5EF4-FFF2-40B4-BE49-F238E27FC236}">
                  <a16:creationId xmlns:a16="http://schemas.microsoft.com/office/drawing/2014/main" id="{88759784-BF2D-467E-E2EC-7C0F516F69D3}"/>
                </a:ext>
              </a:extLst>
            </p:cNvPr>
            <p:cNvCxnSpPr>
              <a:cxnSpLocks/>
            </p:cNvCxnSpPr>
            <p:nvPr/>
          </p:nvCxnSpPr>
          <p:spPr>
            <a:xfrm flipV="1">
              <a:off x="7308226" y="2585213"/>
              <a:ext cx="0" cy="3021652"/>
            </a:xfrm>
            <a:prstGeom prst="line">
              <a:avLst/>
            </a:prstGeom>
            <a:ln>
              <a:solidFill>
                <a:srgbClr val="231F20"/>
              </a:solidFill>
            </a:ln>
          </p:spPr>
          <p:style>
            <a:lnRef idx="1">
              <a:schemeClr val="accent1"/>
            </a:lnRef>
            <a:fillRef idx="0">
              <a:schemeClr val="accent1"/>
            </a:fillRef>
            <a:effectRef idx="0">
              <a:srgbClr val="000000"/>
            </a:effectRef>
            <a:fontRef idx="minor">
              <a:schemeClr val="bg1"/>
            </a:fontRef>
          </p:style>
        </p:cxnSp>
        <p:sp>
          <p:nvSpPr>
            <p:cNvPr id="117" name="Rectangle 116">
              <a:extLst>
                <a:ext uri="{FF2B5EF4-FFF2-40B4-BE49-F238E27FC236}">
                  <a16:creationId xmlns:a16="http://schemas.microsoft.com/office/drawing/2014/main" id="{B5DB9F70-2D71-B0C3-6177-BE088A71C066}"/>
                </a:ext>
              </a:extLst>
            </p:cNvPr>
            <p:cNvSpPr/>
            <p:nvPr/>
          </p:nvSpPr>
          <p:spPr>
            <a:xfrm>
              <a:off x="7243078" y="2518935"/>
              <a:ext cx="130295" cy="135660"/>
            </a:xfrm>
            <a:prstGeom prst="rect">
              <a:avLst/>
            </a:prstGeom>
            <a:solidFill>
              <a:schemeClr val="accent6"/>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latin typeface="+mn-lt"/>
              </a:endParaRPr>
            </a:p>
          </p:txBody>
        </p:sp>
        <p:sp>
          <p:nvSpPr>
            <p:cNvPr id="118" name="TextBox 117">
              <a:extLst>
                <a:ext uri="{FF2B5EF4-FFF2-40B4-BE49-F238E27FC236}">
                  <a16:creationId xmlns:a16="http://schemas.microsoft.com/office/drawing/2014/main" id="{81665232-000D-7144-B70A-4C9C6D3BF98C}"/>
                </a:ext>
              </a:extLst>
            </p:cNvPr>
            <p:cNvSpPr txBox="1"/>
            <p:nvPr/>
          </p:nvSpPr>
          <p:spPr>
            <a:xfrm>
              <a:off x="7243078" y="5628456"/>
              <a:ext cx="1823265" cy="348813"/>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00" b="1" i="0" u="none" strike="noStrike" kern="1200" cap="none" spc="0" normalizeH="0" baseline="0" noProof="0">
                  <a:ln>
                    <a:noFill/>
                  </a:ln>
                  <a:solidFill>
                    <a:srgbClr val="231F20"/>
                  </a:solidFill>
                  <a:effectLst/>
                  <a:uLnTx/>
                  <a:uFillTx/>
                  <a:latin typeface="+mn-lt"/>
                  <a:ea typeface="+mn-ea"/>
                  <a:cs typeface="+mn-cs"/>
                </a:rPr>
                <a:t>2020</a:t>
              </a:r>
            </a:p>
            <a:p>
              <a:r>
                <a:rPr lang="en-US" sz="1000">
                  <a:latin typeface="+mn-lt"/>
                </a:rPr>
                <a:t>Acquired Advalent healthcare</a:t>
              </a:r>
            </a:p>
          </p:txBody>
        </p:sp>
        <p:sp>
          <p:nvSpPr>
            <p:cNvPr id="119" name="TextBox 118">
              <a:extLst>
                <a:ext uri="{FF2B5EF4-FFF2-40B4-BE49-F238E27FC236}">
                  <a16:creationId xmlns:a16="http://schemas.microsoft.com/office/drawing/2014/main" id="{4348913B-D50B-8415-1731-4787E6187DD4}"/>
                </a:ext>
              </a:extLst>
            </p:cNvPr>
            <p:cNvSpPr txBox="1"/>
            <p:nvPr/>
          </p:nvSpPr>
          <p:spPr>
            <a:xfrm>
              <a:off x="8896975" y="4387027"/>
              <a:ext cx="1115380" cy="326020"/>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00" b="1" i="0" u="none" strike="noStrike" kern="1200" cap="none" spc="0" normalizeH="0" baseline="0" noProof="0">
                  <a:ln>
                    <a:noFill/>
                  </a:ln>
                  <a:solidFill>
                    <a:srgbClr val="231F20"/>
                  </a:solidFill>
                  <a:effectLst/>
                  <a:uLnTx/>
                  <a:uFillTx/>
                  <a:latin typeface="+mn-lt"/>
                  <a:ea typeface="+mn-ea"/>
                  <a:cs typeface="+mn-cs"/>
                </a:rPr>
                <a:t>2022</a:t>
              </a:r>
            </a:p>
            <a:p>
              <a:pPr lvl="0">
                <a:spcAft>
                  <a:spcPts val="200"/>
                </a:spcAft>
                <a:defRPr/>
              </a:pPr>
              <a:r>
                <a:rPr lang="en-US" sz="1000" b="0">
                  <a:solidFill>
                    <a:srgbClr val="231F20"/>
                  </a:solidFill>
                  <a:latin typeface="+mn-lt"/>
                  <a:cs typeface="Arial"/>
                </a:rPr>
                <a:t>30,000+ employees</a:t>
              </a:r>
              <a:endParaRPr kumimoji="0" lang="en-US" sz="900" b="0" i="0" u="none" strike="noStrike" kern="1200" cap="none" spc="0" normalizeH="0" baseline="0" noProof="0">
                <a:ln>
                  <a:noFill/>
                </a:ln>
                <a:solidFill>
                  <a:srgbClr val="231F20"/>
                </a:solidFill>
                <a:effectLst/>
                <a:uLnTx/>
                <a:uFillTx/>
                <a:latin typeface="+mn-lt"/>
              </a:endParaRPr>
            </a:p>
          </p:txBody>
        </p:sp>
        <p:cxnSp>
          <p:nvCxnSpPr>
            <p:cNvPr id="120" name="Straight Connector 119">
              <a:extLst>
                <a:ext uri="{FF2B5EF4-FFF2-40B4-BE49-F238E27FC236}">
                  <a16:creationId xmlns:a16="http://schemas.microsoft.com/office/drawing/2014/main" id="{D4B0A12E-5101-5928-8476-BDF621B6303F}"/>
                </a:ext>
              </a:extLst>
            </p:cNvPr>
            <p:cNvCxnSpPr>
              <a:cxnSpLocks/>
            </p:cNvCxnSpPr>
            <p:nvPr/>
          </p:nvCxnSpPr>
          <p:spPr>
            <a:xfrm flipV="1">
              <a:off x="347365" y="5022809"/>
              <a:ext cx="0" cy="242218"/>
            </a:xfrm>
            <a:prstGeom prst="line">
              <a:avLst/>
            </a:prstGeom>
            <a:ln w="12700" cap="sq">
              <a:solidFill>
                <a:srgbClr val="231F20"/>
              </a:solidFill>
            </a:ln>
          </p:spPr>
          <p:style>
            <a:lnRef idx="1">
              <a:schemeClr val="accent1"/>
            </a:lnRef>
            <a:fillRef idx="0">
              <a:schemeClr val="accent1"/>
            </a:fillRef>
            <a:effectRef idx="0">
              <a:srgbClr val="000000"/>
            </a:effectRef>
            <a:fontRef idx="minor">
              <a:schemeClr val="bg1"/>
            </a:fontRef>
          </p:style>
        </p:cxnSp>
        <p:sp>
          <p:nvSpPr>
            <p:cNvPr id="121" name="TextBox 120">
              <a:extLst>
                <a:ext uri="{FF2B5EF4-FFF2-40B4-BE49-F238E27FC236}">
                  <a16:creationId xmlns:a16="http://schemas.microsoft.com/office/drawing/2014/main" id="{279E2927-8365-CAC4-4C97-EE4261FDAC02}"/>
                </a:ext>
              </a:extLst>
            </p:cNvPr>
            <p:cNvSpPr txBox="1"/>
            <p:nvPr/>
          </p:nvSpPr>
          <p:spPr>
            <a:xfrm>
              <a:off x="558737" y="3824376"/>
              <a:ext cx="1121503" cy="502702"/>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Aft>
                  <a:spcPts val="200"/>
                </a:spcAft>
                <a:buClrTx/>
                <a:buSzTx/>
                <a:buFontTx/>
                <a:buNone/>
                <a:tabLst/>
                <a:defRPr/>
              </a:pPr>
              <a:r>
                <a:rPr kumimoji="0" lang="en-US" sz="1100" b="1" i="0" u="none" strike="noStrike" kern="1200" cap="none" spc="0" normalizeH="0" baseline="0">
                  <a:ln>
                    <a:noFill/>
                  </a:ln>
                  <a:solidFill>
                    <a:srgbClr val="231F20"/>
                  </a:solidFill>
                  <a:effectLst/>
                  <a:uLnTx/>
                  <a:uFillTx/>
                  <a:latin typeface="+mn-lt"/>
                  <a:ea typeface="+mn-ea"/>
                  <a:cs typeface="+mn-cs"/>
                </a:rPr>
                <a:t>1999</a:t>
              </a:r>
            </a:p>
            <a:p>
              <a:r>
                <a:rPr lang="en-US" sz="1000" b="0">
                  <a:solidFill>
                    <a:srgbClr val="231F20"/>
                  </a:solidFill>
                  <a:latin typeface="+mn-lt"/>
                </a:rPr>
                <a:t>Born digital with 14 employees</a:t>
              </a:r>
            </a:p>
          </p:txBody>
        </p:sp>
        <p:sp>
          <p:nvSpPr>
            <p:cNvPr id="122" name="Rectangle 121">
              <a:extLst>
                <a:ext uri="{FF2B5EF4-FFF2-40B4-BE49-F238E27FC236}">
                  <a16:creationId xmlns:a16="http://schemas.microsoft.com/office/drawing/2014/main" id="{539B292A-0A7B-C447-BA3A-25D461AE5E28}"/>
                </a:ext>
              </a:extLst>
            </p:cNvPr>
            <p:cNvSpPr/>
            <p:nvPr/>
          </p:nvSpPr>
          <p:spPr>
            <a:xfrm>
              <a:off x="282218" y="4905711"/>
              <a:ext cx="130295" cy="135660"/>
            </a:xfrm>
            <a:prstGeom prst="rect">
              <a:avLst/>
            </a:prstGeom>
            <a:solidFill>
              <a:schemeClr val="tx2"/>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latin typeface="+mn-lt"/>
              </a:endParaRPr>
            </a:p>
          </p:txBody>
        </p:sp>
        <p:sp>
          <p:nvSpPr>
            <p:cNvPr id="123" name="TextBox 122">
              <a:extLst>
                <a:ext uri="{FF2B5EF4-FFF2-40B4-BE49-F238E27FC236}">
                  <a16:creationId xmlns:a16="http://schemas.microsoft.com/office/drawing/2014/main" id="{E9016C18-F9B5-A0FC-EB1F-6E3D48351E86}"/>
                </a:ext>
              </a:extLst>
            </p:cNvPr>
            <p:cNvSpPr txBox="1"/>
            <p:nvPr/>
          </p:nvSpPr>
          <p:spPr>
            <a:xfrm>
              <a:off x="4456146" y="2168372"/>
              <a:ext cx="694546" cy="46985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00" b="1" i="0" u="none" strike="noStrike" kern="1200" cap="none" spc="0" normalizeH="0" baseline="0" noProof="0">
                  <a:ln>
                    <a:noFill/>
                  </a:ln>
                  <a:solidFill>
                    <a:srgbClr val="231F20"/>
                  </a:solidFill>
                  <a:effectLst/>
                  <a:uLnTx/>
                  <a:uFillTx/>
                  <a:latin typeface="+mn-lt"/>
                  <a:ea typeface="+mn-ea"/>
                  <a:cs typeface="+mn-cs"/>
                </a:rPr>
                <a:t>2016</a:t>
              </a:r>
            </a:p>
            <a:p>
              <a:r>
                <a:rPr lang="en-US" sz="1000">
                  <a:latin typeface="+mn-lt"/>
                </a:rPr>
                <a:t>Acquired BlueConch</a:t>
              </a:r>
            </a:p>
          </p:txBody>
        </p:sp>
        <p:cxnSp>
          <p:nvCxnSpPr>
            <p:cNvPr id="124" name="Straight Connector 123">
              <a:extLst>
                <a:ext uri="{FF2B5EF4-FFF2-40B4-BE49-F238E27FC236}">
                  <a16:creationId xmlns:a16="http://schemas.microsoft.com/office/drawing/2014/main" id="{8289A58B-2C5C-53E7-F505-51DEA2F448D7}"/>
                </a:ext>
              </a:extLst>
            </p:cNvPr>
            <p:cNvCxnSpPr>
              <a:cxnSpLocks/>
            </p:cNvCxnSpPr>
            <p:nvPr/>
          </p:nvCxnSpPr>
          <p:spPr>
            <a:xfrm flipV="1">
              <a:off x="4518594" y="2722733"/>
              <a:ext cx="0" cy="877968"/>
            </a:xfrm>
            <a:prstGeom prst="line">
              <a:avLst/>
            </a:prstGeom>
            <a:ln>
              <a:solidFill>
                <a:srgbClr val="231F20"/>
              </a:solidFill>
            </a:ln>
          </p:spPr>
          <p:style>
            <a:lnRef idx="1">
              <a:schemeClr val="accent1"/>
            </a:lnRef>
            <a:fillRef idx="0">
              <a:schemeClr val="accent1"/>
            </a:fillRef>
            <a:effectRef idx="0">
              <a:srgbClr val="000000"/>
            </a:effectRef>
            <a:fontRef idx="minor">
              <a:schemeClr val="bg1"/>
            </a:fontRef>
          </p:style>
        </p:cxnSp>
        <p:sp>
          <p:nvSpPr>
            <p:cNvPr id="125" name="Rectangle 124">
              <a:extLst>
                <a:ext uri="{FF2B5EF4-FFF2-40B4-BE49-F238E27FC236}">
                  <a16:creationId xmlns:a16="http://schemas.microsoft.com/office/drawing/2014/main" id="{3B01E60E-DBC8-5F74-93A5-CD0B199F00AB}"/>
                </a:ext>
              </a:extLst>
            </p:cNvPr>
            <p:cNvSpPr/>
            <p:nvPr/>
          </p:nvSpPr>
          <p:spPr>
            <a:xfrm>
              <a:off x="4456146" y="3565148"/>
              <a:ext cx="130295" cy="135660"/>
            </a:xfrm>
            <a:prstGeom prst="rect">
              <a:avLst/>
            </a:prstGeom>
            <a:solidFill>
              <a:schemeClr val="accent6"/>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latin typeface="+mn-lt"/>
              </a:endParaRPr>
            </a:p>
          </p:txBody>
        </p:sp>
        <p:sp>
          <p:nvSpPr>
            <p:cNvPr id="126" name="TextBox 125">
              <a:extLst>
                <a:ext uri="{FF2B5EF4-FFF2-40B4-BE49-F238E27FC236}">
                  <a16:creationId xmlns:a16="http://schemas.microsoft.com/office/drawing/2014/main" id="{E42B4F36-AF01-53F0-46DA-59350C110969}"/>
                </a:ext>
              </a:extLst>
            </p:cNvPr>
            <p:cNvSpPr txBox="1"/>
            <p:nvPr/>
          </p:nvSpPr>
          <p:spPr>
            <a:xfrm>
              <a:off x="3913242" y="4141727"/>
              <a:ext cx="1042705" cy="326020"/>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00" b="1" i="0" u="none" strike="noStrike" kern="1200" cap="none" spc="0" normalizeH="0" baseline="0" noProof="0">
                  <a:ln>
                    <a:noFill/>
                  </a:ln>
                  <a:solidFill>
                    <a:srgbClr val="231F20"/>
                  </a:solidFill>
                  <a:effectLst/>
                  <a:uLnTx/>
                  <a:uFillTx/>
                  <a:latin typeface="+mn-lt"/>
                  <a:ea typeface="+mn-ea"/>
                  <a:cs typeface="+mn-cs"/>
                </a:rPr>
                <a:t>2014</a:t>
              </a:r>
            </a:p>
            <a:p>
              <a:r>
                <a:rPr lang="en-US" sz="1000">
                  <a:latin typeface="+mn-lt"/>
                </a:rPr>
                <a:t>Acquired Moonraft</a:t>
              </a:r>
            </a:p>
          </p:txBody>
        </p:sp>
        <p:cxnSp>
          <p:nvCxnSpPr>
            <p:cNvPr id="127" name="Straight Connector 126">
              <a:extLst>
                <a:ext uri="{FF2B5EF4-FFF2-40B4-BE49-F238E27FC236}">
                  <a16:creationId xmlns:a16="http://schemas.microsoft.com/office/drawing/2014/main" id="{B0DA1C27-573A-327C-A056-946D324365E9}"/>
                </a:ext>
              </a:extLst>
            </p:cNvPr>
            <p:cNvCxnSpPr>
              <a:cxnSpLocks/>
            </p:cNvCxnSpPr>
            <p:nvPr/>
          </p:nvCxnSpPr>
          <p:spPr>
            <a:xfrm flipV="1">
              <a:off x="3978390" y="3774999"/>
              <a:ext cx="0" cy="316633"/>
            </a:xfrm>
            <a:prstGeom prst="line">
              <a:avLst/>
            </a:prstGeom>
            <a:ln>
              <a:solidFill>
                <a:srgbClr val="231F20"/>
              </a:solidFill>
            </a:ln>
          </p:spPr>
          <p:style>
            <a:lnRef idx="1">
              <a:schemeClr val="accent1"/>
            </a:lnRef>
            <a:fillRef idx="0">
              <a:schemeClr val="accent1"/>
            </a:fillRef>
            <a:effectRef idx="0">
              <a:srgbClr val="000000"/>
            </a:effectRef>
            <a:fontRef idx="minor">
              <a:schemeClr val="bg1"/>
            </a:fontRef>
          </p:style>
        </p:cxnSp>
        <p:sp>
          <p:nvSpPr>
            <p:cNvPr id="128" name="Rectangle 127">
              <a:extLst>
                <a:ext uri="{FF2B5EF4-FFF2-40B4-BE49-F238E27FC236}">
                  <a16:creationId xmlns:a16="http://schemas.microsoft.com/office/drawing/2014/main" id="{7E0E21F5-822C-C3F7-30F8-CFD58E9EDAB9}"/>
                </a:ext>
              </a:extLst>
            </p:cNvPr>
            <p:cNvSpPr/>
            <p:nvPr/>
          </p:nvSpPr>
          <p:spPr>
            <a:xfrm>
              <a:off x="3913242" y="3682467"/>
              <a:ext cx="130295" cy="135660"/>
            </a:xfrm>
            <a:prstGeom prst="rect">
              <a:avLst/>
            </a:prstGeom>
            <a:solidFill>
              <a:schemeClr val="accent6"/>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latin typeface="+mn-lt"/>
              </a:endParaRPr>
            </a:p>
          </p:txBody>
        </p:sp>
        <p:sp>
          <p:nvSpPr>
            <p:cNvPr id="129" name="TextBox 128">
              <a:extLst>
                <a:ext uri="{FF2B5EF4-FFF2-40B4-BE49-F238E27FC236}">
                  <a16:creationId xmlns:a16="http://schemas.microsoft.com/office/drawing/2014/main" id="{B07F2B53-0CE6-190E-4B04-76AA882538DA}"/>
                </a:ext>
              </a:extLst>
            </p:cNvPr>
            <p:cNvSpPr txBox="1"/>
            <p:nvPr/>
          </p:nvSpPr>
          <p:spPr>
            <a:xfrm>
              <a:off x="9355047" y="3612689"/>
              <a:ext cx="2069808" cy="543610"/>
            </a:xfrm>
            <a:prstGeom prst="rect">
              <a:avLst/>
            </a:prstGeom>
            <a:noFill/>
          </p:spPr>
          <p:txBody>
            <a:bodyPr wrap="square" lIns="0" tIns="0" rIns="0" bIns="0" rtlCol="0">
              <a:spAutoFit/>
            </a:bodyPr>
            <a:lstStyle/>
            <a:p>
              <a:pPr marL="0" marR="0" lvl="0" indent="0" algn="l" defTabSz="914400" rtl="0" eaLnBrk="1" fontAlgn="auto" latinLnBrk="0" hangingPunct="1">
                <a:lnSpc>
                  <a:spcPct val="110000"/>
                </a:lnSpc>
                <a:spcBef>
                  <a:spcPts val="0"/>
                </a:spcBef>
                <a:spcAft>
                  <a:spcPts val="200"/>
                </a:spcAft>
                <a:buClrTx/>
                <a:buSzTx/>
                <a:buFontTx/>
                <a:buNone/>
                <a:tabLst/>
                <a:defRPr/>
              </a:pPr>
              <a:r>
                <a:rPr kumimoji="0" lang="en-US" sz="1100" b="1" i="0" u="none" strike="noStrike" kern="1200" cap="none" spc="0" normalizeH="0" baseline="0" noProof="0">
                  <a:ln>
                    <a:noFill/>
                  </a:ln>
                  <a:solidFill>
                    <a:srgbClr val="231F20"/>
                  </a:solidFill>
                  <a:effectLst/>
                  <a:uLnTx/>
                  <a:uFillTx/>
                  <a:latin typeface="+mn-lt"/>
                  <a:ea typeface="+mn-ea"/>
                  <a:cs typeface="+mn-cs"/>
                </a:rPr>
                <a:t>2023</a:t>
              </a: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31F20"/>
                  </a:solidFill>
                  <a:effectLst/>
                  <a:uLnTx/>
                  <a:uFillTx/>
                  <a:latin typeface="+mn-lt"/>
                  <a:ea typeface="+mn-ea"/>
                  <a:cs typeface="+mn-cs"/>
                </a:rPr>
                <a:t>Acquired </a:t>
              </a:r>
              <a:r>
                <a:rPr lang="en-US" sz="1000" b="0">
                  <a:solidFill>
                    <a:srgbClr val="231F20"/>
                  </a:solidFill>
                  <a:latin typeface="+mn-lt"/>
                </a:rPr>
                <a:t>Prodigy Labs, Advantasure and MobileComm</a:t>
              </a:r>
            </a:p>
          </p:txBody>
        </p:sp>
        <p:cxnSp>
          <p:nvCxnSpPr>
            <p:cNvPr id="130" name="Straight Connector 129">
              <a:extLst>
                <a:ext uri="{FF2B5EF4-FFF2-40B4-BE49-F238E27FC236}">
                  <a16:creationId xmlns:a16="http://schemas.microsoft.com/office/drawing/2014/main" id="{02786395-E724-1321-189D-FA32095EC199}"/>
                </a:ext>
              </a:extLst>
            </p:cNvPr>
            <p:cNvCxnSpPr>
              <a:cxnSpLocks/>
            </p:cNvCxnSpPr>
            <p:nvPr/>
          </p:nvCxnSpPr>
          <p:spPr>
            <a:xfrm flipV="1">
              <a:off x="9392524" y="1813490"/>
              <a:ext cx="0" cy="1751658"/>
            </a:xfrm>
            <a:prstGeom prst="line">
              <a:avLst/>
            </a:prstGeom>
            <a:ln>
              <a:solidFill>
                <a:srgbClr val="231F20"/>
              </a:solidFill>
            </a:ln>
          </p:spPr>
          <p:style>
            <a:lnRef idx="1">
              <a:schemeClr val="accent1"/>
            </a:lnRef>
            <a:fillRef idx="0">
              <a:schemeClr val="accent1"/>
            </a:fillRef>
            <a:effectRef idx="0">
              <a:srgbClr val="000000"/>
            </a:effectRef>
            <a:fontRef idx="minor">
              <a:schemeClr val="bg1"/>
            </a:fontRef>
          </p:style>
        </p:cxnSp>
        <p:sp>
          <p:nvSpPr>
            <p:cNvPr id="131" name="Rectangle 130">
              <a:extLst>
                <a:ext uri="{FF2B5EF4-FFF2-40B4-BE49-F238E27FC236}">
                  <a16:creationId xmlns:a16="http://schemas.microsoft.com/office/drawing/2014/main" id="{A0880867-BA79-721F-C32B-5486BD603873}"/>
                </a:ext>
              </a:extLst>
            </p:cNvPr>
            <p:cNvSpPr/>
            <p:nvPr/>
          </p:nvSpPr>
          <p:spPr>
            <a:xfrm>
              <a:off x="9327376" y="1720958"/>
              <a:ext cx="130295" cy="135660"/>
            </a:xfrm>
            <a:prstGeom prst="rect">
              <a:avLst/>
            </a:prstGeom>
            <a:solidFill>
              <a:schemeClr val="accent6"/>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latin typeface="+mn-lt"/>
              </a:endParaRPr>
            </a:p>
          </p:txBody>
        </p:sp>
        <p:sp>
          <p:nvSpPr>
            <p:cNvPr id="132" name="TextBox 131">
              <a:extLst>
                <a:ext uri="{FF2B5EF4-FFF2-40B4-BE49-F238E27FC236}">
                  <a16:creationId xmlns:a16="http://schemas.microsoft.com/office/drawing/2014/main" id="{EAB8AB26-55A4-3EC0-78AC-A4F1403D293A}"/>
                </a:ext>
              </a:extLst>
            </p:cNvPr>
            <p:cNvSpPr txBox="1"/>
            <p:nvPr/>
          </p:nvSpPr>
          <p:spPr>
            <a:xfrm>
              <a:off x="311003" y="5343842"/>
              <a:ext cx="1454994" cy="673617"/>
            </a:xfrm>
            <a:prstGeom prst="rect">
              <a:avLst/>
            </a:prstGeom>
            <a:noFill/>
          </p:spPr>
          <p:txBody>
            <a:bodyPr wrap="square" lIns="0" tIns="0" rIns="0" bIns="0" rtlCol="0">
              <a:spAutoFit/>
            </a:bodyPr>
            <a:lstStyle/>
            <a:p>
              <a:pPr marL="0" marR="0" lvl="0" indent="0" defTabSz="914400" rtl="0" eaLnBrk="1" fontAlgn="auto" latinLnBrk="0" hangingPunct="1">
                <a:lnSpc>
                  <a:spcPct val="100000"/>
                </a:lnSpc>
                <a:spcAft>
                  <a:spcPts val="200"/>
                </a:spcAft>
                <a:buClrTx/>
                <a:buSzTx/>
                <a:buFontTx/>
                <a:buNone/>
                <a:tabLst/>
                <a:defRPr/>
              </a:pPr>
              <a:r>
                <a:rPr kumimoji="0" lang="en-US" sz="1100" b="1" i="0" u="none" strike="noStrike" kern="1200" cap="none" spc="0" normalizeH="0" baseline="0" noProof="0">
                  <a:ln>
                    <a:noFill/>
                  </a:ln>
                  <a:solidFill>
                    <a:srgbClr val="231F20"/>
                  </a:solidFill>
                  <a:effectLst/>
                  <a:uLnTx/>
                  <a:uFillTx/>
                  <a:latin typeface="+mn-lt"/>
                  <a:ea typeface="+mn-ea"/>
                  <a:cs typeface="+mn-cs"/>
                </a:rPr>
                <a:t>1999</a:t>
              </a:r>
            </a:p>
            <a:p>
              <a:pPr>
                <a:spcBef>
                  <a:spcPts val="0"/>
                </a:spcBef>
                <a:spcAft>
                  <a:spcPts val="0"/>
                </a:spcAft>
              </a:pPr>
              <a:r>
                <a:rPr lang="en-US" sz="1000" b="0">
                  <a:solidFill>
                    <a:srgbClr val="231F20"/>
                  </a:solidFill>
                  <a:latin typeface="+mn-lt"/>
                </a:rPr>
                <a:t>Founded in Aliso Viejo, CA and Trivandrum, India</a:t>
              </a:r>
            </a:p>
            <a:p>
              <a:pPr>
                <a:spcBef>
                  <a:spcPts val="300"/>
                </a:spcBef>
                <a:spcAft>
                  <a:spcPts val="0"/>
                </a:spcAft>
              </a:pPr>
              <a:r>
                <a:rPr lang="en-US" sz="1000" b="0">
                  <a:solidFill>
                    <a:srgbClr val="231F20"/>
                  </a:solidFill>
                  <a:latin typeface="+mn-lt"/>
                </a:rPr>
                <a:t>Majority-owned by family </a:t>
              </a:r>
            </a:p>
          </p:txBody>
        </p:sp>
        <p:cxnSp>
          <p:nvCxnSpPr>
            <p:cNvPr id="133" name="Straight Connector 132">
              <a:extLst>
                <a:ext uri="{FF2B5EF4-FFF2-40B4-BE49-F238E27FC236}">
                  <a16:creationId xmlns:a16="http://schemas.microsoft.com/office/drawing/2014/main" id="{40E2D7A2-5256-D97E-3FA1-D8A4395D13AA}"/>
                </a:ext>
              </a:extLst>
            </p:cNvPr>
            <p:cNvCxnSpPr>
              <a:cxnSpLocks/>
            </p:cNvCxnSpPr>
            <p:nvPr/>
          </p:nvCxnSpPr>
          <p:spPr>
            <a:xfrm flipV="1">
              <a:off x="612773" y="4364780"/>
              <a:ext cx="0" cy="427325"/>
            </a:xfrm>
            <a:prstGeom prst="line">
              <a:avLst/>
            </a:prstGeom>
            <a:ln w="12700" cap="sq">
              <a:solidFill>
                <a:srgbClr val="231F20"/>
              </a:solidFill>
            </a:ln>
          </p:spPr>
          <p:style>
            <a:lnRef idx="1">
              <a:schemeClr val="accent1"/>
            </a:lnRef>
            <a:fillRef idx="0">
              <a:schemeClr val="accent1"/>
            </a:fillRef>
            <a:effectRef idx="0">
              <a:srgbClr val="000000"/>
            </a:effectRef>
            <a:fontRef idx="minor">
              <a:schemeClr val="bg1"/>
            </a:fontRef>
          </p:style>
        </p:cxnSp>
        <p:sp>
          <p:nvSpPr>
            <p:cNvPr id="134" name="TextBox 133">
              <a:extLst>
                <a:ext uri="{FF2B5EF4-FFF2-40B4-BE49-F238E27FC236}">
                  <a16:creationId xmlns:a16="http://schemas.microsoft.com/office/drawing/2014/main" id="{4CD57853-3803-69EA-24B1-6C0B6879233E}"/>
                </a:ext>
              </a:extLst>
            </p:cNvPr>
            <p:cNvSpPr txBox="1"/>
            <p:nvPr/>
          </p:nvSpPr>
          <p:spPr>
            <a:xfrm>
              <a:off x="5791041" y="4337050"/>
              <a:ext cx="823265" cy="49382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00" b="1" i="0" u="none" strike="noStrike" kern="1200" cap="none" spc="0" normalizeH="0" baseline="0" noProof="0">
                  <a:ln>
                    <a:noFill/>
                  </a:ln>
                  <a:solidFill>
                    <a:srgbClr val="231F20"/>
                  </a:solidFill>
                  <a:effectLst/>
                  <a:uLnTx/>
                  <a:uFillTx/>
                  <a:latin typeface="+mn-lt"/>
                  <a:ea typeface="+mn-ea"/>
                  <a:cs typeface="+mn-cs"/>
                </a:rPr>
                <a:t>2017</a:t>
              </a:r>
            </a:p>
            <a:p>
              <a:pPr>
                <a:spcAft>
                  <a:spcPts val="200"/>
                </a:spcAft>
                <a:defRPr/>
              </a:pPr>
              <a:r>
                <a:rPr lang="en-US" sz="1000">
                  <a:latin typeface="+mn-lt"/>
                </a:rPr>
                <a:t>Acquired </a:t>
              </a:r>
            </a:p>
            <a:p>
              <a:pPr>
                <a:spcAft>
                  <a:spcPts val="200"/>
                </a:spcAft>
                <a:defRPr/>
              </a:pPr>
              <a:r>
                <a:rPr lang="en-US" sz="1000">
                  <a:latin typeface="+mn-lt"/>
                </a:rPr>
                <a:t>Round Feather </a:t>
              </a:r>
            </a:p>
          </p:txBody>
        </p:sp>
        <p:cxnSp>
          <p:nvCxnSpPr>
            <p:cNvPr id="135" name="Straight Connector 134">
              <a:extLst>
                <a:ext uri="{FF2B5EF4-FFF2-40B4-BE49-F238E27FC236}">
                  <a16:creationId xmlns:a16="http://schemas.microsoft.com/office/drawing/2014/main" id="{9A74D9F1-A741-AED1-2153-D6B75F373365}"/>
                </a:ext>
              </a:extLst>
            </p:cNvPr>
            <p:cNvCxnSpPr>
              <a:cxnSpLocks/>
            </p:cNvCxnSpPr>
            <p:nvPr/>
          </p:nvCxnSpPr>
          <p:spPr>
            <a:xfrm flipV="1">
              <a:off x="8318059" y="2372703"/>
              <a:ext cx="0" cy="2302027"/>
            </a:xfrm>
            <a:prstGeom prst="line">
              <a:avLst/>
            </a:prstGeom>
            <a:ln>
              <a:solidFill>
                <a:srgbClr val="231F20"/>
              </a:solidFill>
            </a:ln>
          </p:spPr>
          <p:style>
            <a:lnRef idx="1">
              <a:schemeClr val="accent1"/>
            </a:lnRef>
            <a:fillRef idx="0">
              <a:schemeClr val="accent1"/>
            </a:fillRef>
            <a:effectRef idx="0">
              <a:srgbClr val="000000"/>
            </a:effectRef>
            <a:fontRef idx="minor">
              <a:schemeClr val="bg1"/>
            </a:fontRef>
          </p:style>
        </p:cxnSp>
        <p:sp>
          <p:nvSpPr>
            <p:cNvPr id="136" name="TextBox 135">
              <a:extLst>
                <a:ext uri="{FF2B5EF4-FFF2-40B4-BE49-F238E27FC236}">
                  <a16:creationId xmlns:a16="http://schemas.microsoft.com/office/drawing/2014/main" id="{DE2485AF-AB03-140C-77C6-8BF3B87A73EA}"/>
                </a:ext>
              </a:extLst>
            </p:cNvPr>
            <p:cNvSpPr txBox="1"/>
            <p:nvPr/>
          </p:nvSpPr>
          <p:spPr>
            <a:xfrm>
              <a:off x="8252912" y="4718698"/>
              <a:ext cx="898710" cy="326020"/>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00" b="1" i="0" u="none" strike="noStrike" kern="1200" cap="none" spc="0" normalizeH="0" baseline="0" noProof="0">
                  <a:ln>
                    <a:noFill/>
                  </a:ln>
                  <a:solidFill>
                    <a:srgbClr val="231F20"/>
                  </a:solidFill>
                  <a:effectLst/>
                  <a:uLnTx/>
                  <a:uFillTx/>
                  <a:latin typeface="+mn-lt"/>
                  <a:ea typeface="+mn-ea"/>
                  <a:cs typeface="+mn-cs"/>
                </a:rPr>
                <a:t>2020</a:t>
              </a:r>
            </a:p>
            <a:p>
              <a:pPr marL="0" algn="l" defTabSz="914400" rtl="0" eaLnBrk="1" latinLnBrk="0" hangingPunct="1"/>
              <a:r>
                <a:rPr lang="en-US" sz="1000" b="0" kern="1200">
                  <a:solidFill>
                    <a:srgbClr val="231F20"/>
                  </a:solidFill>
                  <a:latin typeface="+mn-lt"/>
                  <a:ea typeface="+mn-ea"/>
                  <a:cs typeface="+mn-cs"/>
                </a:rPr>
                <a:t>Revenue of $1B</a:t>
              </a:r>
            </a:p>
          </p:txBody>
        </p:sp>
        <p:sp>
          <p:nvSpPr>
            <p:cNvPr id="137" name="Rectangle 136">
              <a:extLst>
                <a:ext uri="{FF2B5EF4-FFF2-40B4-BE49-F238E27FC236}">
                  <a16:creationId xmlns:a16="http://schemas.microsoft.com/office/drawing/2014/main" id="{D023EE46-2CF9-7085-23D2-799AB0EAC65F}"/>
                </a:ext>
              </a:extLst>
            </p:cNvPr>
            <p:cNvSpPr/>
            <p:nvPr/>
          </p:nvSpPr>
          <p:spPr>
            <a:xfrm>
              <a:off x="547626" y="4794910"/>
              <a:ext cx="130295" cy="135660"/>
            </a:xfrm>
            <a:prstGeom prst="rect">
              <a:avLst/>
            </a:prstGeom>
            <a:solidFill>
              <a:schemeClr val="accent2"/>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latin typeface="+mn-lt"/>
              </a:endParaRPr>
            </a:p>
          </p:txBody>
        </p:sp>
        <p:cxnSp>
          <p:nvCxnSpPr>
            <p:cNvPr id="138" name="Straight Connector 137">
              <a:extLst>
                <a:ext uri="{FF2B5EF4-FFF2-40B4-BE49-F238E27FC236}">
                  <a16:creationId xmlns:a16="http://schemas.microsoft.com/office/drawing/2014/main" id="{1E4412C4-C2BD-CCA4-B75D-9E07BAC301AB}"/>
                </a:ext>
              </a:extLst>
            </p:cNvPr>
            <p:cNvCxnSpPr>
              <a:cxnSpLocks/>
            </p:cNvCxnSpPr>
            <p:nvPr/>
          </p:nvCxnSpPr>
          <p:spPr>
            <a:xfrm flipV="1">
              <a:off x="3192402" y="4268929"/>
              <a:ext cx="0" cy="598255"/>
            </a:xfrm>
            <a:prstGeom prst="line">
              <a:avLst/>
            </a:prstGeom>
            <a:ln>
              <a:solidFill>
                <a:srgbClr val="231F20"/>
              </a:solidFill>
            </a:ln>
          </p:spPr>
          <p:style>
            <a:lnRef idx="1">
              <a:schemeClr val="accent1"/>
            </a:lnRef>
            <a:fillRef idx="0">
              <a:schemeClr val="accent1"/>
            </a:fillRef>
            <a:effectRef idx="0">
              <a:srgbClr val="000000"/>
            </a:effectRef>
            <a:fontRef idx="minor">
              <a:schemeClr val="bg1"/>
            </a:fontRef>
          </p:style>
        </p:cxnSp>
        <p:sp>
          <p:nvSpPr>
            <p:cNvPr id="139" name="Rectangle 138">
              <a:extLst>
                <a:ext uri="{FF2B5EF4-FFF2-40B4-BE49-F238E27FC236}">
                  <a16:creationId xmlns:a16="http://schemas.microsoft.com/office/drawing/2014/main" id="{D7BDFC9A-B615-5F58-2769-94046E7041D6}"/>
                </a:ext>
              </a:extLst>
            </p:cNvPr>
            <p:cNvSpPr/>
            <p:nvPr/>
          </p:nvSpPr>
          <p:spPr>
            <a:xfrm>
              <a:off x="3136080" y="4137767"/>
              <a:ext cx="130295" cy="135660"/>
            </a:xfrm>
            <a:prstGeom prst="rect">
              <a:avLst/>
            </a:prstGeom>
            <a:solidFill>
              <a:schemeClr val="accent2"/>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latin typeface="+mn-lt"/>
              </a:endParaRPr>
            </a:p>
          </p:txBody>
        </p:sp>
        <p:cxnSp>
          <p:nvCxnSpPr>
            <p:cNvPr id="140" name="Straight Connector 139">
              <a:extLst>
                <a:ext uri="{FF2B5EF4-FFF2-40B4-BE49-F238E27FC236}">
                  <a16:creationId xmlns:a16="http://schemas.microsoft.com/office/drawing/2014/main" id="{757DD5FB-983E-069A-5079-099FA0DEBAB0}"/>
                </a:ext>
              </a:extLst>
            </p:cNvPr>
            <p:cNvCxnSpPr>
              <a:cxnSpLocks/>
            </p:cNvCxnSpPr>
            <p:nvPr/>
          </p:nvCxnSpPr>
          <p:spPr>
            <a:xfrm flipH="1" flipV="1">
              <a:off x="3607017" y="3356422"/>
              <a:ext cx="1567" cy="541702"/>
            </a:xfrm>
            <a:prstGeom prst="line">
              <a:avLst/>
            </a:prstGeom>
            <a:ln>
              <a:solidFill>
                <a:srgbClr val="231F20"/>
              </a:solidFill>
            </a:ln>
          </p:spPr>
          <p:style>
            <a:lnRef idx="1">
              <a:schemeClr val="accent1"/>
            </a:lnRef>
            <a:fillRef idx="0">
              <a:schemeClr val="accent1"/>
            </a:fillRef>
            <a:effectRef idx="0">
              <a:srgbClr val="000000"/>
            </a:effectRef>
            <a:fontRef idx="minor">
              <a:schemeClr val="bg1"/>
            </a:fontRef>
          </p:style>
        </p:cxnSp>
        <p:sp>
          <p:nvSpPr>
            <p:cNvPr id="141" name="Rectangle 140">
              <a:extLst>
                <a:ext uri="{FF2B5EF4-FFF2-40B4-BE49-F238E27FC236}">
                  <a16:creationId xmlns:a16="http://schemas.microsoft.com/office/drawing/2014/main" id="{89263791-13DF-4131-349A-E0857E96639D}"/>
                </a:ext>
              </a:extLst>
            </p:cNvPr>
            <p:cNvSpPr/>
            <p:nvPr/>
          </p:nvSpPr>
          <p:spPr>
            <a:xfrm>
              <a:off x="3543437" y="3893155"/>
              <a:ext cx="130295" cy="135660"/>
            </a:xfrm>
            <a:prstGeom prst="rect">
              <a:avLst/>
            </a:prstGeom>
            <a:solidFill>
              <a:schemeClr val="accent2"/>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r>
                <a:rPr lang="en-US" sz="2000">
                  <a:latin typeface="+mn-lt"/>
                </a:rPr>
                <a:t> </a:t>
              </a:r>
              <a:endParaRPr lang="en-UA" sz="2000">
                <a:latin typeface="+mn-lt"/>
              </a:endParaRPr>
            </a:p>
          </p:txBody>
        </p:sp>
        <p:cxnSp>
          <p:nvCxnSpPr>
            <p:cNvPr id="142" name="Straight Connector 141">
              <a:extLst>
                <a:ext uri="{FF2B5EF4-FFF2-40B4-BE49-F238E27FC236}">
                  <a16:creationId xmlns:a16="http://schemas.microsoft.com/office/drawing/2014/main" id="{B7D1376C-B2ED-8199-2D5C-A40DB91CC1F2}"/>
                </a:ext>
              </a:extLst>
            </p:cNvPr>
            <p:cNvCxnSpPr>
              <a:cxnSpLocks/>
            </p:cNvCxnSpPr>
            <p:nvPr/>
          </p:nvCxnSpPr>
          <p:spPr>
            <a:xfrm flipV="1">
              <a:off x="5588924" y="3301316"/>
              <a:ext cx="0" cy="2146984"/>
            </a:xfrm>
            <a:prstGeom prst="line">
              <a:avLst/>
            </a:prstGeom>
            <a:ln>
              <a:solidFill>
                <a:srgbClr val="231F20"/>
              </a:solidFill>
            </a:ln>
          </p:spPr>
          <p:style>
            <a:lnRef idx="1">
              <a:schemeClr val="accent1"/>
            </a:lnRef>
            <a:fillRef idx="0">
              <a:schemeClr val="accent1"/>
            </a:fillRef>
            <a:effectRef idx="0">
              <a:srgbClr val="000000"/>
            </a:effectRef>
            <a:fontRef idx="minor">
              <a:schemeClr val="bg1"/>
            </a:fontRef>
          </p:style>
        </p:cxnSp>
        <p:sp>
          <p:nvSpPr>
            <p:cNvPr id="143" name="Rectangle 142">
              <a:extLst>
                <a:ext uri="{FF2B5EF4-FFF2-40B4-BE49-F238E27FC236}">
                  <a16:creationId xmlns:a16="http://schemas.microsoft.com/office/drawing/2014/main" id="{40FD299A-1B0F-CF77-A207-9EAE8DBC8D5E}"/>
                </a:ext>
              </a:extLst>
            </p:cNvPr>
            <p:cNvSpPr/>
            <p:nvPr/>
          </p:nvSpPr>
          <p:spPr>
            <a:xfrm>
              <a:off x="5523777" y="3165657"/>
              <a:ext cx="130295" cy="135660"/>
            </a:xfrm>
            <a:prstGeom prst="rect">
              <a:avLst/>
            </a:prstGeom>
            <a:solidFill>
              <a:schemeClr val="accent6"/>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latin typeface="+mn-lt"/>
              </a:endParaRPr>
            </a:p>
          </p:txBody>
        </p:sp>
        <p:cxnSp>
          <p:nvCxnSpPr>
            <p:cNvPr id="144" name="Straight Connector 143">
              <a:extLst>
                <a:ext uri="{FF2B5EF4-FFF2-40B4-BE49-F238E27FC236}">
                  <a16:creationId xmlns:a16="http://schemas.microsoft.com/office/drawing/2014/main" id="{8BAFEF4F-AB7E-7BBA-0318-FBB7C866227A}"/>
                </a:ext>
              </a:extLst>
            </p:cNvPr>
            <p:cNvCxnSpPr>
              <a:cxnSpLocks/>
            </p:cNvCxnSpPr>
            <p:nvPr/>
          </p:nvCxnSpPr>
          <p:spPr>
            <a:xfrm flipV="1">
              <a:off x="5852338" y="3038721"/>
              <a:ext cx="3851" cy="1257275"/>
            </a:xfrm>
            <a:prstGeom prst="line">
              <a:avLst/>
            </a:prstGeom>
            <a:ln>
              <a:solidFill>
                <a:srgbClr val="231F20"/>
              </a:solidFill>
            </a:ln>
          </p:spPr>
          <p:style>
            <a:lnRef idx="1">
              <a:schemeClr val="accent1"/>
            </a:lnRef>
            <a:fillRef idx="0">
              <a:schemeClr val="accent1"/>
            </a:fillRef>
            <a:effectRef idx="0">
              <a:srgbClr val="000000"/>
            </a:effectRef>
            <a:fontRef idx="minor">
              <a:schemeClr val="bg1"/>
            </a:fontRef>
          </p:style>
        </p:cxnSp>
        <p:sp>
          <p:nvSpPr>
            <p:cNvPr id="145" name="Rectangle 144">
              <a:extLst>
                <a:ext uri="{FF2B5EF4-FFF2-40B4-BE49-F238E27FC236}">
                  <a16:creationId xmlns:a16="http://schemas.microsoft.com/office/drawing/2014/main" id="{337CBAFA-0B6B-F33E-AC09-7DDD706AF7BD}"/>
                </a:ext>
              </a:extLst>
            </p:cNvPr>
            <p:cNvSpPr/>
            <p:nvPr/>
          </p:nvSpPr>
          <p:spPr>
            <a:xfrm>
              <a:off x="5791041" y="2903061"/>
              <a:ext cx="130295" cy="135660"/>
            </a:xfrm>
            <a:prstGeom prst="rect">
              <a:avLst/>
            </a:prstGeom>
            <a:solidFill>
              <a:schemeClr val="accent6"/>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latin typeface="+mn-lt"/>
              </a:endParaRPr>
            </a:p>
          </p:txBody>
        </p:sp>
        <p:cxnSp>
          <p:nvCxnSpPr>
            <p:cNvPr id="146" name="Straight Connector 145">
              <a:extLst>
                <a:ext uri="{FF2B5EF4-FFF2-40B4-BE49-F238E27FC236}">
                  <a16:creationId xmlns:a16="http://schemas.microsoft.com/office/drawing/2014/main" id="{BFAF7BCF-BEF1-FD48-8630-DFF45B618946}"/>
                </a:ext>
              </a:extLst>
            </p:cNvPr>
            <p:cNvCxnSpPr>
              <a:cxnSpLocks/>
            </p:cNvCxnSpPr>
            <p:nvPr/>
          </p:nvCxnSpPr>
          <p:spPr>
            <a:xfrm flipV="1">
              <a:off x="6961081" y="1527412"/>
              <a:ext cx="0" cy="1054085"/>
            </a:xfrm>
            <a:prstGeom prst="line">
              <a:avLst/>
            </a:prstGeom>
            <a:ln>
              <a:solidFill>
                <a:srgbClr val="231F20"/>
              </a:solidFill>
            </a:ln>
          </p:spPr>
          <p:style>
            <a:lnRef idx="1">
              <a:schemeClr val="accent1"/>
            </a:lnRef>
            <a:fillRef idx="0">
              <a:schemeClr val="accent1"/>
            </a:fillRef>
            <a:effectRef idx="0">
              <a:srgbClr val="000000"/>
            </a:effectRef>
            <a:fontRef idx="minor">
              <a:schemeClr val="bg1"/>
            </a:fontRef>
          </p:style>
        </p:cxnSp>
        <p:sp>
          <p:nvSpPr>
            <p:cNvPr id="147" name="Rectangle 146">
              <a:extLst>
                <a:ext uri="{FF2B5EF4-FFF2-40B4-BE49-F238E27FC236}">
                  <a16:creationId xmlns:a16="http://schemas.microsoft.com/office/drawing/2014/main" id="{5D685868-D99F-E71C-69F1-A33CAC7AAC13}"/>
                </a:ext>
              </a:extLst>
            </p:cNvPr>
            <p:cNvSpPr/>
            <p:nvPr/>
          </p:nvSpPr>
          <p:spPr>
            <a:xfrm>
              <a:off x="6895934" y="2554029"/>
              <a:ext cx="130295" cy="135660"/>
            </a:xfrm>
            <a:prstGeom prst="rect">
              <a:avLst/>
            </a:prstGeom>
            <a:solidFill>
              <a:schemeClr val="accent6"/>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latin typeface="+mn-lt"/>
              </a:endParaRPr>
            </a:p>
          </p:txBody>
        </p:sp>
        <p:sp>
          <p:nvSpPr>
            <p:cNvPr id="148" name="Rectangle 147">
              <a:extLst>
                <a:ext uri="{FF2B5EF4-FFF2-40B4-BE49-F238E27FC236}">
                  <a16:creationId xmlns:a16="http://schemas.microsoft.com/office/drawing/2014/main" id="{31594E5E-4194-3AA4-7818-959D37F9C297}"/>
                </a:ext>
              </a:extLst>
            </p:cNvPr>
            <p:cNvSpPr/>
            <p:nvPr/>
          </p:nvSpPr>
          <p:spPr>
            <a:xfrm>
              <a:off x="7545392" y="2418369"/>
              <a:ext cx="130295" cy="135660"/>
            </a:xfrm>
            <a:prstGeom prst="rect">
              <a:avLst/>
            </a:prstGeom>
            <a:solidFill>
              <a:schemeClr val="tx2"/>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latin typeface="+mn-lt"/>
              </a:endParaRPr>
            </a:p>
          </p:txBody>
        </p:sp>
        <p:cxnSp>
          <p:nvCxnSpPr>
            <p:cNvPr id="149" name="Straight Connector 148">
              <a:extLst>
                <a:ext uri="{FF2B5EF4-FFF2-40B4-BE49-F238E27FC236}">
                  <a16:creationId xmlns:a16="http://schemas.microsoft.com/office/drawing/2014/main" id="{8264B7C3-1CB0-6140-7D89-E18C4FF9A3C0}"/>
                </a:ext>
              </a:extLst>
            </p:cNvPr>
            <p:cNvCxnSpPr>
              <a:cxnSpLocks/>
            </p:cNvCxnSpPr>
            <p:nvPr/>
          </p:nvCxnSpPr>
          <p:spPr>
            <a:xfrm flipV="1">
              <a:off x="7957488" y="2473537"/>
              <a:ext cx="0" cy="2660119"/>
            </a:xfrm>
            <a:prstGeom prst="line">
              <a:avLst/>
            </a:prstGeom>
            <a:ln>
              <a:solidFill>
                <a:srgbClr val="231F20"/>
              </a:solidFill>
            </a:ln>
          </p:spPr>
          <p:style>
            <a:lnRef idx="1">
              <a:schemeClr val="accent1"/>
            </a:lnRef>
            <a:fillRef idx="0">
              <a:schemeClr val="accent1"/>
            </a:fillRef>
            <a:effectRef idx="0">
              <a:srgbClr val="000000"/>
            </a:effectRef>
            <a:fontRef idx="minor">
              <a:schemeClr val="bg1"/>
            </a:fontRef>
          </p:style>
        </p:cxnSp>
        <p:sp>
          <p:nvSpPr>
            <p:cNvPr id="150" name="Rectangle 149">
              <a:extLst>
                <a:ext uri="{FF2B5EF4-FFF2-40B4-BE49-F238E27FC236}">
                  <a16:creationId xmlns:a16="http://schemas.microsoft.com/office/drawing/2014/main" id="{BD38FE38-4682-D588-29C6-E660E2432696}"/>
                </a:ext>
              </a:extLst>
            </p:cNvPr>
            <p:cNvSpPr/>
            <p:nvPr/>
          </p:nvSpPr>
          <p:spPr>
            <a:xfrm>
              <a:off x="7901885" y="2337877"/>
              <a:ext cx="130295" cy="135660"/>
            </a:xfrm>
            <a:prstGeom prst="rect">
              <a:avLst/>
            </a:prstGeom>
            <a:solidFill>
              <a:schemeClr val="tx2"/>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latin typeface="+mn-lt"/>
              </a:endParaRPr>
            </a:p>
          </p:txBody>
        </p:sp>
        <p:sp>
          <p:nvSpPr>
            <p:cNvPr id="151" name="Rectangle 150">
              <a:extLst>
                <a:ext uri="{FF2B5EF4-FFF2-40B4-BE49-F238E27FC236}">
                  <a16:creationId xmlns:a16="http://schemas.microsoft.com/office/drawing/2014/main" id="{29A7BEAD-039E-51EE-AA7E-67AEBA46532A}"/>
                </a:ext>
              </a:extLst>
            </p:cNvPr>
            <p:cNvSpPr/>
            <p:nvPr/>
          </p:nvSpPr>
          <p:spPr>
            <a:xfrm>
              <a:off x="8252912" y="2232233"/>
              <a:ext cx="130295" cy="135660"/>
            </a:xfrm>
            <a:prstGeom prst="rect">
              <a:avLst/>
            </a:prstGeom>
            <a:solidFill>
              <a:srgbClr val="01B27C"/>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latin typeface="+mn-lt"/>
              </a:endParaRPr>
            </a:p>
          </p:txBody>
        </p:sp>
        <p:cxnSp>
          <p:nvCxnSpPr>
            <p:cNvPr id="152" name="Straight Connector 151">
              <a:extLst>
                <a:ext uri="{FF2B5EF4-FFF2-40B4-BE49-F238E27FC236}">
                  <a16:creationId xmlns:a16="http://schemas.microsoft.com/office/drawing/2014/main" id="{E4E538CD-224B-D3F2-DB4D-8DDD6156EF10}"/>
                </a:ext>
              </a:extLst>
            </p:cNvPr>
            <p:cNvCxnSpPr>
              <a:cxnSpLocks/>
            </p:cNvCxnSpPr>
            <p:nvPr/>
          </p:nvCxnSpPr>
          <p:spPr>
            <a:xfrm flipV="1">
              <a:off x="8628269" y="1599829"/>
              <a:ext cx="0" cy="498329"/>
            </a:xfrm>
            <a:prstGeom prst="line">
              <a:avLst/>
            </a:prstGeom>
            <a:ln>
              <a:solidFill>
                <a:srgbClr val="231F20"/>
              </a:solidFill>
            </a:ln>
          </p:spPr>
          <p:style>
            <a:lnRef idx="1">
              <a:schemeClr val="accent1"/>
            </a:lnRef>
            <a:fillRef idx="0">
              <a:schemeClr val="accent1"/>
            </a:fillRef>
            <a:effectRef idx="0">
              <a:srgbClr val="000000"/>
            </a:effectRef>
            <a:fontRef idx="minor">
              <a:schemeClr val="bg1"/>
            </a:fontRef>
          </p:style>
        </p:cxnSp>
        <p:sp>
          <p:nvSpPr>
            <p:cNvPr id="153" name="Rectangle 152">
              <a:extLst>
                <a:ext uri="{FF2B5EF4-FFF2-40B4-BE49-F238E27FC236}">
                  <a16:creationId xmlns:a16="http://schemas.microsoft.com/office/drawing/2014/main" id="{7DEE6BF0-1B7A-8B96-0307-3142AF3633A3}"/>
                </a:ext>
              </a:extLst>
            </p:cNvPr>
            <p:cNvSpPr/>
            <p:nvPr/>
          </p:nvSpPr>
          <p:spPr>
            <a:xfrm>
              <a:off x="8563122" y="2098158"/>
              <a:ext cx="130295" cy="135660"/>
            </a:xfrm>
            <a:prstGeom prst="rect">
              <a:avLst/>
            </a:prstGeom>
            <a:solidFill>
              <a:schemeClr val="tx2"/>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latin typeface="+mn-lt"/>
              </a:endParaRPr>
            </a:p>
          </p:txBody>
        </p:sp>
        <p:cxnSp>
          <p:nvCxnSpPr>
            <p:cNvPr id="154" name="Straight Connector 153">
              <a:extLst>
                <a:ext uri="{FF2B5EF4-FFF2-40B4-BE49-F238E27FC236}">
                  <a16:creationId xmlns:a16="http://schemas.microsoft.com/office/drawing/2014/main" id="{3A3B08DA-4656-2BDB-054F-90C644F1A8CF}"/>
                </a:ext>
              </a:extLst>
            </p:cNvPr>
            <p:cNvCxnSpPr>
              <a:cxnSpLocks/>
            </p:cNvCxnSpPr>
            <p:nvPr/>
          </p:nvCxnSpPr>
          <p:spPr>
            <a:xfrm>
              <a:off x="8962123" y="2107314"/>
              <a:ext cx="0" cy="2240430"/>
            </a:xfrm>
            <a:prstGeom prst="line">
              <a:avLst/>
            </a:prstGeom>
            <a:ln>
              <a:solidFill>
                <a:srgbClr val="231F20"/>
              </a:solidFill>
            </a:ln>
          </p:spPr>
          <p:style>
            <a:lnRef idx="1">
              <a:schemeClr val="accent1"/>
            </a:lnRef>
            <a:fillRef idx="0">
              <a:schemeClr val="accent1"/>
            </a:fillRef>
            <a:effectRef idx="0">
              <a:srgbClr val="000000"/>
            </a:effectRef>
            <a:fontRef idx="minor">
              <a:schemeClr val="bg1"/>
            </a:fontRef>
          </p:style>
        </p:cxnSp>
        <p:sp>
          <p:nvSpPr>
            <p:cNvPr id="155" name="Rectangle 154">
              <a:extLst>
                <a:ext uri="{FF2B5EF4-FFF2-40B4-BE49-F238E27FC236}">
                  <a16:creationId xmlns:a16="http://schemas.microsoft.com/office/drawing/2014/main" id="{BA02C885-FC53-A702-DE3C-3F05E478B489}"/>
                </a:ext>
              </a:extLst>
            </p:cNvPr>
            <p:cNvSpPr/>
            <p:nvPr/>
          </p:nvSpPr>
          <p:spPr>
            <a:xfrm>
              <a:off x="8896975" y="1971654"/>
              <a:ext cx="130295" cy="135660"/>
            </a:xfrm>
            <a:prstGeom prst="rect">
              <a:avLst/>
            </a:prstGeom>
            <a:solidFill>
              <a:schemeClr val="accent2"/>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latin typeface="+mn-lt"/>
              </a:endParaRPr>
            </a:p>
          </p:txBody>
        </p:sp>
        <p:sp>
          <p:nvSpPr>
            <p:cNvPr id="156" name="TextBox 155">
              <a:extLst>
                <a:ext uri="{FF2B5EF4-FFF2-40B4-BE49-F238E27FC236}">
                  <a16:creationId xmlns:a16="http://schemas.microsoft.com/office/drawing/2014/main" id="{9746E195-1735-F2DB-2A8E-737A584EAB83}"/>
                </a:ext>
              </a:extLst>
            </p:cNvPr>
            <p:cNvSpPr txBox="1"/>
            <p:nvPr/>
          </p:nvSpPr>
          <p:spPr>
            <a:xfrm>
              <a:off x="9873206" y="2853795"/>
              <a:ext cx="1908886" cy="712887"/>
            </a:xfrm>
            <a:prstGeom prst="rect">
              <a:avLst/>
            </a:prstGeom>
            <a:noFill/>
          </p:spPr>
          <p:txBody>
            <a:bodyPr wrap="square" lIns="0" tIns="0" rIns="0" bIns="0" rtlCol="0">
              <a:spAutoFit/>
            </a:bodyPr>
            <a:lstStyle/>
            <a:p>
              <a:pPr marL="0" marR="0" lvl="0" indent="0" algn="l" defTabSz="914400" rtl="0" eaLnBrk="1" fontAlgn="auto" latinLnBrk="0" hangingPunct="1">
                <a:lnSpc>
                  <a:spcPct val="110000"/>
                </a:lnSpc>
                <a:spcBef>
                  <a:spcPts val="0"/>
                </a:spcBef>
                <a:spcAft>
                  <a:spcPts val="200"/>
                </a:spcAft>
                <a:buClrTx/>
                <a:buSzTx/>
                <a:buFontTx/>
                <a:buNone/>
                <a:tabLst/>
                <a:defRPr/>
              </a:pPr>
              <a:r>
                <a:rPr kumimoji="0" lang="en-US" sz="1100" b="1" i="0" u="none" strike="noStrike" kern="1200" cap="none" spc="0" normalizeH="0" baseline="0" noProof="0">
                  <a:ln>
                    <a:noFill/>
                  </a:ln>
                  <a:solidFill>
                    <a:srgbClr val="231F20"/>
                  </a:solidFill>
                  <a:effectLst/>
                  <a:uLnTx/>
                  <a:uFillTx/>
                  <a:latin typeface="+mn-lt"/>
                  <a:ea typeface="+mn-ea"/>
                  <a:cs typeface="+mn-cs"/>
                </a:rPr>
                <a:t>2024</a:t>
              </a: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i="0" u="none" strike="noStrike" kern="1200" cap="none" spc="0" normalizeH="0" baseline="0" noProof="0">
                  <a:ln>
                    <a:noFill/>
                  </a:ln>
                  <a:solidFill>
                    <a:srgbClr val="231F20"/>
                  </a:solidFill>
                  <a:effectLst/>
                  <a:uLnTx/>
                  <a:uFillTx/>
                  <a:latin typeface="+mn-lt"/>
                  <a:ea typeface="+mn-ea"/>
                  <a:cs typeface="+mn-cs"/>
                </a:rPr>
                <a:t>Acquired </a:t>
              </a:r>
              <a:r>
                <a:rPr lang="en-US" sz="1000">
                  <a:solidFill>
                    <a:srgbClr val="231F20"/>
                  </a:solidFill>
                  <a:latin typeface="+mn-lt"/>
                </a:rPr>
                <a:t>Leonardo, Strativity Group, Endeavor, Consulting Group and Interpres Security</a:t>
              </a:r>
            </a:p>
          </p:txBody>
        </p:sp>
        <p:cxnSp>
          <p:nvCxnSpPr>
            <p:cNvPr id="157" name="Straight Connector 156">
              <a:extLst>
                <a:ext uri="{FF2B5EF4-FFF2-40B4-BE49-F238E27FC236}">
                  <a16:creationId xmlns:a16="http://schemas.microsoft.com/office/drawing/2014/main" id="{2955B161-D06C-FA88-F8EA-A3688C597933}"/>
                </a:ext>
              </a:extLst>
            </p:cNvPr>
            <p:cNvCxnSpPr>
              <a:cxnSpLocks/>
            </p:cNvCxnSpPr>
            <p:nvPr/>
          </p:nvCxnSpPr>
          <p:spPr>
            <a:xfrm flipV="1">
              <a:off x="9933844" y="1475780"/>
              <a:ext cx="0" cy="1343609"/>
            </a:xfrm>
            <a:prstGeom prst="line">
              <a:avLst/>
            </a:prstGeom>
            <a:ln>
              <a:solidFill>
                <a:srgbClr val="231F20"/>
              </a:solidFill>
            </a:ln>
          </p:spPr>
          <p:style>
            <a:lnRef idx="1">
              <a:schemeClr val="accent1"/>
            </a:lnRef>
            <a:fillRef idx="0">
              <a:schemeClr val="accent1"/>
            </a:fillRef>
            <a:effectRef idx="0">
              <a:srgbClr val="000000"/>
            </a:effectRef>
            <a:fontRef idx="minor">
              <a:schemeClr val="bg1"/>
            </a:fontRef>
          </p:style>
        </p:cxnSp>
        <p:sp>
          <p:nvSpPr>
            <p:cNvPr id="158" name="Rectangle 157">
              <a:extLst>
                <a:ext uri="{FF2B5EF4-FFF2-40B4-BE49-F238E27FC236}">
                  <a16:creationId xmlns:a16="http://schemas.microsoft.com/office/drawing/2014/main" id="{E76B8AB7-50A1-3549-3CCA-4FFE7D573EA2}"/>
                </a:ext>
              </a:extLst>
            </p:cNvPr>
            <p:cNvSpPr/>
            <p:nvPr/>
          </p:nvSpPr>
          <p:spPr>
            <a:xfrm>
              <a:off x="9868697" y="1383248"/>
              <a:ext cx="130295" cy="135660"/>
            </a:xfrm>
            <a:prstGeom prst="rect">
              <a:avLst/>
            </a:prstGeom>
            <a:solidFill>
              <a:schemeClr val="accent6"/>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latin typeface="+mn-lt"/>
              </a:endParaRPr>
            </a:p>
          </p:txBody>
        </p:sp>
        <p:cxnSp>
          <p:nvCxnSpPr>
            <p:cNvPr id="159" name="Straight Connector 158">
              <a:extLst>
                <a:ext uri="{FF2B5EF4-FFF2-40B4-BE49-F238E27FC236}">
                  <a16:creationId xmlns:a16="http://schemas.microsoft.com/office/drawing/2014/main" id="{940EE110-7533-A289-B95B-B855769C70B0}"/>
                </a:ext>
              </a:extLst>
            </p:cNvPr>
            <p:cNvCxnSpPr>
              <a:cxnSpLocks/>
            </p:cNvCxnSpPr>
            <p:nvPr/>
          </p:nvCxnSpPr>
          <p:spPr>
            <a:xfrm flipV="1">
              <a:off x="10319618" y="1232240"/>
              <a:ext cx="0" cy="488718"/>
            </a:xfrm>
            <a:prstGeom prst="line">
              <a:avLst/>
            </a:prstGeom>
            <a:ln>
              <a:solidFill>
                <a:srgbClr val="231F20"/>
              </a:solidFill>
            </a:ln>
          </p:spPr>
          <p:style>
            <a:lnRef idx="1">
              <a:schemeClr val="accent1"/>
            </a:lnRef>
            <a:fillRef idx="0">
              <a:schemeClr val="accent1"/>
            </a:fillRef>
            <a:effectRef idx="0">
              <a:srgbClr val="000000"/>
            </a:effectRef>
            <a:fontRef idx="minor">
              <a:schemeClr val="bg1"/>
            </a:fontRef>
          </p:style>
        </p:cxnSp>
        <p:sp>
          <p:nvSpPr>
            <p:cNvPr id="160" name="Rectangle 159">
              <a:extLst>
                <a:ext uri="{FF2B5EF4-FFF2-40B4-BE49-F238E27FC236}">
                  <a16:creationId xmlns:a16="http://schemas.microsoft.com/office/drawing/2014/main" id="{811EBF79-EC9E-6E23-955C-BDFAD1EBB68D}"/>
                </a:ext>
              </a:extLst>
            </p:cNvPr>
            <p:cNvSpPr/>
            <p:nvPr/>
          </p:nvSpPr>
          <p:spPr>
            <a:xfrm>
              <a:off x="10254471" y="1096580"/>
              <a:ext cx="130295" cy="135660"/>
            </a:xfrm>
            <a:prstGeom prst="rect">
              <a:avLst/>
            </a:prstGeom>
            <a:solidFill>
              <a:schemeClr val="accent6"/>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latin typeface="+mn-lt"/>
              </a:endParaRPr>
            </a:p>
          </p:txBody>
        </p:sp>
        <p:sp>
          <p:nvSpPr>
            <p:cNvPr id="161" name="TextBox 160">
              <a:extLst>
                <a:ext uri="{FF2B5EF4-FFF2-40B4-BE49-F238E27FC236}">
                  <a16:creationId xmlns:a16="http://schemas.microsoft.com/office/drawing/2014/main" id="{8178F2F2-7E4F-6D23-A290-876353B0B98E}"/>
                </a:ext>
              </a:extLst>
            </p:cNvPr>
            <p:cNvSpPr txBox="1"/>
            <p:nvPr/>
          </p:nvSpPr>
          <p:spPr>
            <a:xfrm>
              <a:off x="10277563" y="1744611"/>
              <a:ext cx="1640366" cy="907813"/>
            </a:xfrm>
            <a:prstGeom prst="rect">
              <a:avLst/>
            </a:prstGeom>
            <a:noFill/>
          </p:spPr>
          <p:txBody>
            <a:bodyPr wrap="square" lIns="0" tIns="0" rIns="0" bIns="0" rtlCol="0">
              <a:spAutoFit/>
            </a:bodyPr>
            <a:lstStyle/>
            <a:p>
              <a:pPr marL="0" marR="0" lvl="0" indent="0" algn="l" defTabSz="914400" rtl="0" eaLnBrk="1" fontAlgn="auto" latinLnBrk="0" hangingPunct="1">
                <a:lnSpc>
                  <a:spcPct val="110000"/>
                </a:lnSpc>
                <a:spcBef>
                  <a:spcPts val="0"/>
                </a:spcBef>
                <a:spcAft>
                  <a:spcPts val="200"/>
                </a:spcAft>
                <a:buClrTx/>
                <a:buSzTx/>
                <a:buFontTx/>
                <a:buNone/>
                <a:tabLst/>
                <a:defRPr/>
              </a:pPr>
              <a:r>
                <a:rPr kumimoji="0" lang="en-US" sz="1100" b="1" i="0" u="none" strike="noStrike" kern="1200" cap="none" spc="0" normalizeH="0" baseline="0" noProof="0">
                  <a:ln>
                    <a:noFill/>
                  </a:ln>
                  <a:solidFill>
                    <a:srgbClr val="231F20"/>
                  </a:solidFill>
                  <a:effectLst/>
                  <a:uLnTx/>
                  <a:uFillTx/>
                  <a:latin typeface="+mn-lt"/>
                  <a:ea typeface="+mn-ea"/>
                  <a:cs typeface="+mn-cs"/>
                </a:rPr>
                <a:t>2025</a:t>
              </a:r>
            </a:p>
            <a:p>
              <a:pPr marL="118872" indent="-118872">
                <a:lnSpc>
                  <a:spcPct val="110000"/>
                </a:lnSpc>
                <a:spcBef>
                  <a:spcPts val="0"/>
                </a:spcBef>
                <a:spcAft>
                  <a:spcPts val="100"/>
                </a:spcAft>
                <a:buFont typeface="Arial" panose="020B0604020202020204" pitchFamily="34" charset="0"/>
                <a:buChar char="•"/>
              </a:pPr>
              <a:r>
                <a:rPr lang="en-US" sz="1000" b="1">
                  <a:solidFill>
                    <a:srgbClr val="231F20"/>
                  </a:solidFill>
                  <a:latin typeface="+mn-lt"/>
                </a:rPr>
                <a:t>Majority stake in Italdesign</a:t>
              </a:r>
            </a:p>
            <a:p>
              <a:pPr marL="118872" indent="-118872">
                <a:lnSpc>
                  <a:spcPct val="110000"/>
                </a:lnSpc>
                <a:spcBef>
                  <a:spcPts val="0"/>
                </a:spcBef>
                <a:spcAft>
                  <a:spcPts val="100"/>
                </a:spcAft>
                <a:buFont typeface="Arial" panose="020B0604020202020204" pitchFamily="34" charset="0"/>
                <a:buChar char="•"/>
              </a:pPr>
              <a:r>
                <a:rPr lang="en-US" sz="1000" b="1">
                  <a:solidFill>
                    <a:srgbClr val="231F20"/>
                  </a:solidFill>
                  <a:latin typeface="+mn-lt"/>
                </a:rPr>
                <a:t>Acquired Modus </a:t>
              </a:r>
            </a:p>
            <a:p>
              <a:pPr marL="118872" indent="-118872">
                <a:lnSpc>
                  <a:spcPct val="110000"/>
                </a:lnSpc>
                <a:spcBef>
                  <a:spcPts val="0"/>
                </a:spcBef>
                <a:spcAft>
                  <a:spcPts val="100"/>
                </a:spcAft>
                <a:buFont typeface="Arial" panose="020B0604020202020204" pitchFamily="34" charset="0"/>
                <a:buChar char="•"/>
              </a:pPr>
              <a:r>
                <a:rPr lang="en-US" sz="1000" b="1">
                  <a:solidFill>
                    <a:srgbClr val="231F20"/>
                  </a:solidFill>
                  <a:latin typeface="+mn-lt"/>
                </a:rPr>
                <a:t>Semicon manufacturing </a:t>
              </a:r>
              <a:br>
                <a:rPr lang="en-US" sz="1000" b="1">
                  <a:solidFill>
                    <a:srgbClr val="231F20"/>
                  </a:solidFill>
                  <a:latin typeface="+mn-lt"/>
                </a:rPr>
              </a:br>
              <a:r>
                <a:rPr lang="en-US" sz="1000" b="1">
                  <a:solidFill>
                    <a:srgbClr val="231F20"/>
                  </a:solidFill>
                  <a:latin typeface="+mn-lt"/>
                </a:rPr>
                <a:t>JV with Kaynes Semicon</a:t>
              </a:r>
            </a:p>
          </p:txBody>
        </p:sp>
        <p:grpSp>
          <p:nvGrpSpPr>
            <p:cNvPr id="162" name="Group 161">
              <a:extLst>
                <a:ext uri="{FF2B5EF4-FFF2-40B4-BE49-F238E27FC236}">
                  <a16:creationId xmlns:a16="http://schemas.microsoft.com/office/drawing/2014/main" id="{E4CC0AB7-9677-4281-A82A-2D42B9B76745}"/>
                </a:ext>
              </a:extLst>
            </p:cNvPr>
            <p:cNvGrpSpPr/>
            <p:nvPr/>
          </p:nvGrpSpPr>
          <p:grpSpPr>
            <a:xfrm>
              <a:off x="10027616" y="4864524"/>
              <a:ext cx="1801302" cy="1141537"/>
              <a:chOff x="10086044" y="4843757"/>
              <a:chExt cx="1801302" cy="1141537"/>
            </a:xfrm>
          </p:grpSpPr>
          <p:sp>
            <p:nvSpPr>
              <p:cNvPr id="166" name="Rectangle 165">
                <a:extLst>
                  <a:ext uri="{FF2B5EF4-FFF2-40B4-BE49-F238E27FC236}">
                    <a16:creationId xmlns:a16="http://schemas.microsoft.com/office/drawing/2014/main" id="{70D85202-1670-1A4A-6C8A-7359DE9D0AAD}"/>
                  </a:ext>
                </a:extLst>
              </p:cNvPr>
              <p:cNvSpPr/>
              <p:nvPr/>
            </p:nvSpPr>
            <p:spPr>
              <a:xfrm>
                <a:off x="10086044" y="4843757"/>
                <a:ext cx="1801302" cy="1141537"/>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1800">
                  <a:latin typeface="+mn-lt"/>
                </a:endParaRPr>
              </a:p>
            </p:txBody>
          </p:sp>
          <p:grpSp>
            <p:nvGrpSpPr>
              <p:cNvPr id="167" name="Group 166">
                <a:extLst>
                  <a:ext uri="{FF2B5EF4-FFF2-40B4-BE49-F238E27FC236}">
                    <a16:creationId xmlns:a16="http://schemas.microsoft.com/office/drawing/2014/main" id="{B3566998-E282-618D-ACF4-9E03B0CC55B4}"/>
                  </a:ext>
                </a:extLst>
              </p:cNvPr>
              <p:cNvGrpSpPr/>
              <p:nvPr/>
            </p:nvGrpSpPr>
            <p:grpSpPr>
              <a:xfrm>
                <a:off x="10299557" y="5015198"/>
                <a:ext cx="1376943" cy="190821"/>
                <a:chOff x="10377348" y="4992493"/>
                <a:chExt cx="1376943" cy="190821"/>
              </a:xfrm>
            </p:grpSpPr>
            <p:sp>
              <p:nvSpPr>
                <p:cNvPr id="182" name="TextBox 181">
                  <a:extLst>
                    <a:ext uri="{FF2B5EF4-FFF2-40B4-BE49-F238E27FC236}">
                      <a16:creationId xmlns:a16="http://schemas.microsoft.com/office/drawing/2014/main" id="{284778EB-43F9-CC93-7243-DFC13AEB0D4B}"/>
                    </a:ext>
                  </a:extLst>
                </p:cNvPr>
                <p:cNvSpPr txBox="1"/>
                <p:nvPr/>
              </p:nvSpPr>
              <p:spPr>
                <a:xfrm>
                  <a:off x="10540817" y="4992493"/>
                  <a:ext cx="1213474" cy="190821"/>
                </a:xfrm>
                <a:prstGeom prst="rect">
                  <a:avLst/>
                </a:prstGeom>
                <a:noFill/>
              </p:spPr>
              <p:txBody>
                <a:bodyPr wrap="none" lIns="0" tIns="18288" rIns="0" bIns="18288" rtlCol="0">
                  <a:spAutoFit/>
                </a:bodyPr>
                <a:lstStyle/>
                <a:p>
                  <a:pPr marL="0" marR="0" lvl="0" indent="0" algn="l" defTabSz="914400" rtl="0" eaLnBrk="1" fontAlgn="auto" latinLnBrk="0" hangingPunct="1">
                    <a:lnSpc>
                      <a:spcPct val="100000"/>
                    </a:lnSpc>
                    <a:spcAft>
                      <a:spcPts val="200"/>
                    </a:spcAft>
                    <a:buClrTx/>
                    <a:buSzTx/>
                    <a:buFontTx/>
                    <a:buNone/>
                    <a:tabLst/>
                    <a:defRPr/>
                  </a:pPr>
                  <a:r>
                    <a:rPr kumimoji="0" lang="en-US" sz="1000" b="0" i="0" u="none" strike="noStrike" kern="1200" cap="none" spc="0" normalizeH="0" baseline="0" noProof="0">
                      <a:ln>
                        <a:noFill/>
                      </a:ln>
                      <a:solidFill>
                        <a:srgbClr val="E7E6E6">
                          <a:lumMod val="10000"/>
                        </a:srgbClr>
                      </a:solidFill>
                      <a:effectLst/>
                      <a:uLnTx/>
                      <a:uFillTx/>
                      <a:latin typeface="+mn-lt"/>
                      <a:ea typeface="+mn-ea"/>
                      <a:cs typeface="+mn-cs"/>
                    </a:rPr>
                    <a:t>Corporate milestones</a:t>
                  </a:r>
                  <a:endParaRPr kumimoji="0" lang="en-IN" sz="1000" b="0" i="0" u="none" strike="noStrike" kern="1200" cap="none" spc="0" normalizeH="0" baseline="0" noProof="0">
                    <a:ln>
                      <a:noFill/>
                    </a:ln>
                    <a:solidFill>
                      <a:srgbClr val="E7E6E6">
                        <a:lumMod val="10000"/>
                      </a:srgbClr>
                    </a:solidFill>
                    <a:effectLst/>
                    <a:uLnTx/>
                    <a:uFillTx/>
                    <a:latin typeface="+mn-lt"/>
                    <a:ea typeface="+mn-ea"/>
                    <a:cs typeface="+mn-cs"/>
                  </a:endParaRPr>
                </a:p>
              </p:txBody>
            </p:sp>
            <p:sp>
              <p:nvSpPr>
                <p:cNvPr id="183" name="Rectangle 182">
                  <a:extLst>
                    <a:ext uri="{FF2B5EF4-FFF2-40B4-BE49-F238E27FC236}">
                      <a16:creationId xmlns:a16="http://schemas.microsoft.com/office/drawing/2014/main" id="{80B23AD9-D9A1-308D-3EB4-84C54C829291}"/>
                    </a:ext>
                  </a:extLst>
                </p:cNvPr>
                <p:cNvSpPr/>
                <p:nvPr/>
              </p:nvSpPr>
              <p:spPr>
                <a:xfrm>
                  <a:off x="10377348" y="5037611"/>
                  <a:ext cx="100584" cy="100584"/>
                </a:xfrm>
                <a:prstGeom prst="rect">
                  <a:avLst/>
                </a:prstGeom>
                <a:solidFill>
                  <a:schemeClr val="tx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1600">
                    <a:latin typeface="+mn-lt"/>
                  </a:endParaRPr>
                </a:p>
              </p:txBody>
            </p:sp>
          </p:grpSp>
          <p:grpSp>
            <p:nvGrpSpPr>
              <p:cNvPr id="168" name="Group 167">
                <a:extLst>
                  <a:ext uri="{FF2B5EF4-FFF2-40B4-BE49-F238E27FC236}">
                    <a16:creationId xmlns:a16="http://schemas.microsoft.com/office/drawing/2014/main" id="{CA48CAF7-5755-54AD-D44B-A76643D09447}"/>
                  </a:ext>
                </a:extLst>
              </p:cNvPr>
              <p:cNvGrpSpPr/>
              <p:nvPr/>
            </p:nvGrpSpPr>
            <p:grpSpPr>
              <a:xfrm>
                <a:off x="10299557" y="5223595"/>
                <a:ext cx="655591" cy="190821"/>
                <a:chOff x="10377348" y="5265668"/>
                <a:chExt cx="655591" cy="190821"/>
              </a:xfrm>
            </p:grpSpPr>
            <p:sp>
              <p:nvSpPr>
                <p:cNvPr id="180" name="TextBox 179">
                  <a:extLst>
                    <a:ext uri="{FF2B5EF4-FFF2-40B4-BE49-F238E27FC236}">
                      <a16:creationId xmlns:a16="http://schemas.microsoft.com/office/drawing/2014/main" id="{561FE383-8D8B-8E76-A290-19B24B3321ED}"/>
                    </a:ext>
                  </a:extLst>
                </p:cNvPr>
                <p:cNvSpPr txBox="1"/>
                <p:nvPr/>
              </p:nvSpPr>
              <p:spPr>
                <a:xfrm>
                  <a:off x="10540817" y="5265668"/>
                  <a:ext cx="492122" cy="190821"/>
                </a:xfrm>
                <a:prstGeom prst="rect">
                  <a:avLst/>
                </a:prstGeom>
                <a:noFill/>
              </p:spPr>
              <p:txBody>
                <a:bodyPr wrap="none" lIns="0" tIns="18288" rIns="0" bIns="18288" rtlCol="0">
                  <a:spAutoFit/>
                </a:bodyPr>
                <a:lstStyle/>
                <a:p>
                  <a:pPr marL="0" marR="0" lvl="0" indent="0" algn="l" defTabSz="914400" rtl="0" eaLnBrk="1" fontAlgn="auto" latinLnBrk="0" hangingPunct="1">
                    <a:lnSpc>
                      <a:spcPct val="100000"/>
                    </a:lnSpc>
                    <a:spcAft>
                      <a:spcPts val="200"/>
                    </a:spcAft>
                    <a:buClrTx/>
                    <a:buSzTx/>
                    <a:buFontTx/>
                    <a:buNone/>
                    <a:tabLst/>
                    <a:defRPr/>
                  </a:pPr>
                  <a:r>
                    <a:rPr kumimoji="0" lang="en-US" sz="1000" b="0" i="0" u="none" strike="noStrike" kern="1200" cap="none" spc="0" normalizeH="0" baseline="0" noProof="0">
                      <a:ln>
                        <a:noFill/>
                      </a:ln>
                      <a:solidFill>
                        <a:srgbClr val="E7E6E6">
                          <a:lumMod val="10000"/>
                        </a:srgbClr>
                      </a:solidFill>
                      <a:effectLst/>
                      <a:uLnTx/>
                      <a:uFillTx/>
                      <a:latin typeface="+mn-lt"/>
                      <a:ea typeface="+mn-ea"/>
                      <a:cs typeface="+mn-cs"/>
                    </a:rPr>
                    <a:t>Offerings</a:t>
                  </a:r>
                  <a:endParaRPr kumimoji="0" lang="en-IN" sz="1000" b="0" i="0" u="none" strike="noStrike" kern="1200" cap="none" spc="0" normalizeH="0" baseline="0" noProof="0">
                    <a:ln>
                      <a:noFill/>
                    </a:ln>
                    <a:solidFill>
                      <a:srgbClr val="E7E6E6">
                        <a:lumMod val="10000"/>
                      </a:srgbClr>
                    </a:solidFill>
                    <a:effectLst/>
                    <a:uLnTx/>
                    <a:uFillTx/>
                    <a:latin typeface="+mn-lt"/>
                    <a:ea typeface="+mn-ea"/>
                    <a:cs typeface="+mn-cs"/>
                  </a:endParaRPr>
                </a:p>
              </p:txBody>
            </p:sp>
            <p:sp>
              <p:nvSpPr>
                <p:cNvPr id="181" name="Rectangle 180">
                  <a:extLst>
                    <a:ext uri="{FF2B5EF4-FFF2-40B4-BE49-F238E27FC236}">
                      <a16:creationId xmlns:a16="http://schemas.microsoft.com/office/drawing/2014/main" id="{320E139A-38DA-4E8C-E633-9AFD2B8B8AE0}"/>
                    </a:ext>
                  </a:extLst>
                </p:cNvPr>
                <p:cNvSpPr/>
                <p:nvPr/>
              </p:nvSpPr>
              <p:spPr>
                <a:xfrm>
                  <a:off x="10377348" y="5310786"/>
                  <a:ext cx="100584" cy="100584"/>
                </a:xfrm>
                <a:prstGeom prst="rect">
                  <a:avLst/>
                </a:prstGeom>
                <a:solidFill>
                  <a:schemeClr val="accent6"/>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1600">
                    <a:latin typeface="+mn-lt"/>
                  </a:endParaRPr>
                </a:p>
              </p:txBody>
            </p:sp>
          </p:grpSp>
          <p:grpSp>
            <p:nvGrpSpPr>
              <p:cNvPr id="169" name="Group 168">
                <a:extLst>
                  <a:ext uri="{FF2B5EF4-FFF2-40B4-BE49-F238E27FC236}">
                    <a16:creationId xmlns:a16="http://schemas.microsoft.com/office/drawing/2014/main" id="{09D2DA0E-F3F7-B337-F29D-59B6646A2F30}"/>
                  </a:ext>
                </a:extLst>
              </p:cNvPr>
              <p:cNvGrpSpPr/>
              <p:nvPr/>
            </p:nvGrpSpPr>
            <p:grpSpPr>
              <a:xfrm>
                <a:off x="10299557" y="5431992"/>
                <a:ext cx="758184" cy="190821"/>
                <a:chOff x="10377348" y="5538843"/>
                <a:chExt cx="758184" cy="190821"/>
              </a:xfrm>
            </p:grpSpPr>
            <p:sp>
              <p:nvSpPr>
                <p:cNvPr id="178" name="TextBox 177">
                  <a:extLst>
                    <a:ext uri="{FF2B5EF4-FFF2-40B4-BE49-F238E27FC236}">
                      <a16:creationId xmlns:a16="http://schemas.microsoft.com/office/drawing/2014/main" id="{3C8EC57F-5DCD-A4B9-6F47-892DBCFF5F69}"/>
                    </a:ext>
                  </a:extLst>
                </p:cNvPr>
                <p:cNvSpPr txBox="1"/>
                <p:nvPr/>
              </p:nvSpPr>
              <p:spPr>
                <a:xfrm>
                  <a:off x="10540817" y="5538843"/>
                  <a:ext cx="594715" cy="190821"/>
                </a:xfrm>
                <a:prstGeom prst="rect">
                  <a:avLst/>
                </a:prstGeom>
                <a:noFill/>
              </p:spPr>
              <p:txBody>
                <a:bodyPr wrap="none" lIns="0" tIns="18288" rIns="0" bIns="18288" rtlCol="0">
                  <a:spAutoFit/>
                </a:bodyPr>
                <a:lstStyle/>
                <a:p>
                  <a:pPr marL="0" marR="0" lvl="0" indent="0" algn="l" defTabSz="914400" rtl="0" eaLnBrk="1" fontAlgn="auto" latinLnBrk="0" hangingPunct="1">
                    <a:lnSpc>
                      <a:spcPct val="100000"/>
                    </a:lnSpc>
                    <a:spcAft>
                      <a:spcPts val="200"/>
                    </a:spcAft>
                    <a:buClrTx/>
                    <a:buSzTx/>
                    <a:buFontTx/>
                    <a:buNone/>
                    <a:tabLst/>
                    <a:defRPr/>
                  </a:pPr>
                  <a:r>
                    <a:rPr kumimoji="0" lang="en-US" sz="1000" b="0" i="0" u="none" strike="noStrike" kern="1200" cap="none" spc="0" normalizeH="0" baseline="0" noProof="0">
                      <a:ln>
                        <a:noFill/>
                      </a:ln>
                      <a:solidFill>
                        <a:srgbClr val="E7E6E6">
                          <a:lumMod val="10000"/>
                        </a:srgbClr>
                      </a:solidFill>
                      <a:effectLst/>
                      <a:uLnTx/>
                      <a:uFillTx/>
                      <a:latin typeface="+mn-lt"/>
                      <a:ea typeface="+mn-ea"/>
                      <a:cs typeface="+mn-cs"/>
                    </a:rPr>
                    <a:t>Employees</a:t>
                  </a:r>
                  <a:endParaRPr kumimoji="0" lang="en-IN" sz="1000" b="0" i="0" u="none" strike="noStrike" kern="1200" cap="none" spc="0" normalizeH="0" baseline="0" noProof="0">
                    <a:ln>
                      <a:noFill/>
                    </a:ln>
                    <a:solidFill>
                      <a:srgbClr val="E7E6E6">
                        <a:lumMod val="10000"/>
                      </a:srgbClr>
                    </a:solidFill>
                    <a:effectLst/>
                    <a:uLnTx/>
                    <a:uFillTx/>
                    <a:latin typeface="+mn-lt"/>
                    <a:ea typeface="+mn-ea"/>
                    <a:cs typeface="+mn-cs"/>
                  </a:endParaRPr>
                </a:p>
              </p:txBody>
            </p:sp>
            <p:sp>
              <p:nvSpPr>
                <p:cNvPr id="179" name="Rectangle 178">
                  <a:extLst>
                    <a:ext uri="{FF2B5EF4-FFF2-40B4-BE49-F238E27FC236}">
                      <a16:creationId xmlns:a16="http://schemas.microsoft.com/office/drawing/2014/main" id="{9C866509-ADD2-AD98-6863-E9C5142A4010}"/>
                    </a:ext>
                  </a:extLst>
                </p:cNvPr>
                <p:cNvSpPr/>
                <p:nvPr/>
              </p:nvSpPr>
              <p:spPr>
                <a:xfrm>
                  <a:off x="10377348" y="5583961"/>
                  <a:ext cx="100584" cy="100584"/>
                </a:xfrm>
                <a:prstGeom prst="rect">
                  <a:avLst/>
                </a:prstGeom>
                <a:solidFill>
                  <a:schemeClr val="accent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1600">
                    <a:latin typeface="+mn-lt"/>
                  </a:endParaRPr>
                </a:p>
              </p:txBody>
            </p:sp>
          </p:grpSp>
          <p:grpSp>
            <p:nvGrpSpPr>
              <p:cNvPr id="175" name="Group 174">
                <a:extLst>
                  <a:ext uri="{FF2B5EF4-FFF2-40B4-BE49-F238E27FC236}">
                    <a16:creationId xmlns:a16="http://schemas.microsoft.com/office/drawing/2014/main" id="{74CB7BE6-002F-6B26-DD1A-0E846AE81E71}"/>
                  </a:ext>
                </a:extLst>
              </p:cNvPr>
              <p:cNvGrpSpPr/>
              <p:nvPr/>
            </p:nvGrpSpPr>
            <p:grpSpPr>
              <a:xfrm>
                <a:off x="10299557" y="5640390"/>
                <a:ext cx="1035503" cy="190821"/>
                <a:chOff x="10377348" y="5819712"/>
                <a:chExt cx="1035503" cy="190821"/>
              </a:xfrm>
            </p:grpSpPr>
            <p:sp>
              <p:nvSpPr>
                <p:cNvPr id="176" name="TextBox 175">
                  <a:extLst>
                    <a:ext uri="{FF2B5EF4-FFF2-40B4-BE49-F238E27FC236}">
                      <a16:creationId xmlns:a16="http://schemas.microsoft.com/office/drawing/2014/main" id="{E386685A-47BC-963F-4468-5C5FB4FFD99A}"/>
                    </a:ext>
                  </a:extLst>
                </p:cNvPr>
                <p:cNvSpPr txBox="1"/>
                <p:nvPr/>
              </p:nvSpPr>
              <p:spPr>
                <a:xfrm>
                  <a:off x="10540817" y="5819712"/>
                  <a:ext cx="872034" cy="190821"/>
                </a:xfrm>
                <a:prstGeom prst="rect">
                  <a:avLst/>
                </a:prstGeom>
                <a:noFill/>
              </p:spPr>
              <p:txBody>
                <a:bodyPr wrap="none" lIns="0" tIns="18288" rIns="0" bIns="18288" rtlCol="0">
                  <a:spAutoFit/>
                </a:bodyPr>
                <a:lstStyle/>
                <a:p>
                  <a:pPr marL="0" marR="0" lvl="0" indent="0" algn="l" defTabSz="914400" rtl="0" eaLnBrk="1" fontAlgn="auto" latinLnBrk="0" hangingPunct="1">
                    <a:lnSpc>
                      <a:spcPct val="100000"/>
                    </a:lnSpc>
                    <a:spcAft>
                      <a:spcPts val="200"/>
                    </a:spcAft>
                    <a:buClrTx/>
                    <a:buSzTx/>
                    <a:buFontTx/>
                    <a:buNone/>
                    <a:tabLst/>
                    <a:defRPr/>
                  </a:pPr>
                  <a:r>
                    <a:rPr kumimoji="0" lang="en-US" sz="1000" b="0" i="0" u="none" strike="noStrike" kern="1200" cap="none" spc="0" normalizeH="0" baseline="0" noProof="0">
                      <a:ln>
                        <a:noFill/>
                      </a:ln>
                      <a:solidFill>
                        <a:srgbClr val="E7E6E6">
                          <a:lumMod val="10000"/>
                        </a:srgbClr>
                      </a:solidFill>
                      <a:effectLst/>
                      <a:uLnTx/>
                      <a:uFillTx/>
                      <a:latin typeface="+mn-lt"/>
                      <a:ea typeface="+mn-ea"/>
                      <a:cs typeface="+mn-cs"/>
                    </a:rPr>
                    <a:t>Annual Revenue</a:t>
                  </a:r>
                  <a:endParaRPr kumimoji="0" lang="en-IN" sz="1000" b="0" i="0" u="none" strike="noStrike" kern="1200" cap="none" spc="0" normalizeH="0" baseline="0" noProof="0">
                    <a:ln>
                      <a:noFill/>
                    </a:ln>
                    <a:solidFill>
                      <a:srgbClr val="E7E6E6">
                        <a:lumMod val="10000"/>
                      </a:srgbClr>
                    </a:solidFill>
                    <a:effectLst/>
                    <a:uLnTx/>
                    <a:uFillTx/>
                    <a:latin typeface="+mn-lt"/>
                    <a:ea typeface="+mn-ea"/>
                    <a:cs typeface="+mn-cs"/>
                  </a:endParaRPr>
                </a:p>
              </p:txBody>
            </p:sp>
            <p:sp>
              <p:nvSpPr>
                <p:cNvPr id="177" name="Rectangle 176">
                  <a:extLst>
                    <a:ext uri="{FF2B5EF4-FFF2-40B4-BE49-F238E27FC236}">
                      <a16:creationId xmlns:a16="http://schemas.microsoft.com/office/drawing/2014/main" id="{D5BCF748-DF7F-B7DD-70A9-6CB68A853AFE}"/>
                    </a:ext>
                  </a:extLst>
                </p:cNvPr>
                <p:cNvSpPr/>
                <p:nvPr/>
              </p:nvSpPr>
              <p:spPr>
                <a:xfrm>
                  <a:off x="10377348" y="5864830"/>
                  <a:ext cx="100584" cy="100584"/>
                </a:xfrm>
                <a:prstGeom prst="rect">
                  <a:avLst/>
                </a:prstGeom>
                <a:solidFill>
                  <a:schemeClr val="accent3"/>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1600">
                    <a:latin typeface="+mn-lt"/>
                  </a:endParaRPr>
                </a:p>
              </p:txBody>
            </p:sp>
          </p:grpSp>
        </p:grpSp>
        <p:sp>
          <p:nvSpPr>
            <p:cNvPr id="163" name="TextBox 162">
              <a:extLst>
                <a:ext uri="{FF2B5EF4-FFF2-40B4-BE49-F238E27FC236}">
                  <a16:creationId xmlns:a16="http://schemas.microsoft.com/office/drawing/2014/main" id="{06E381B7-F529-FE38-DEAD-05548877854F}"/>
                </a:ext>
              </a:extLst>
            </p:cNvPr>
            <p:cNvSpPr txBox="1"/>
            <p:nvPr/>
          </p:nvSpPr>
          <p:spPr>
            <a:xfrm>
              <a:off x="10620155" y="1068657"/>
              <a:ext cx="1211516" cy="543610"/>
            </a:xfrm>
            <a:prstGeom prst="rect">
              <a:avLst/>
            </a:prstGeom>
            <a:noFill/>
          </p:spPr>
          <p:txBody>
            <a:bodyPr wrap="square" lIns="0" tIns="0" rIns="0" bIns="0" rtlCol="0">
              <a:spAutoFit/>
            </a:bodyPr>
            <a:lstStyle/>
            <a:p>
              <a:pPr marL="0" marR="0" lvl="0" indent="0" algn="l" defTabSz="914400" rtl="0" eaLnBrk="1" fontAlgn="auto" latinLnBrk="0" hangingPunct="1">
                <a:lnSpc>
                  <a:spcPct val="110000"/>
                </a:lnSpc>
                <a:spcBef>
                  <a:spcPts val="0"/>
                </a:spcBef>
                <a:spcAft>
                  <a:spcPts val="200"/>
                </a:spcAft>
                <a:buClrTx/>
                <a:buSzTx/>
                <a:buFontTx/>
                <a:buNone/>
                <a:tabLst/>
                <a:defRPr/>
              </a:pPr>
              <a:r>
                <a:rPr kumimoji="0" lang="en-US" sz="1100" b="1" i="0" u="none" strike="noStrike" kern="1200" cap="none" spc="0" normalizeH="0" baseline="0" noProof="0">
                  <a:ln>
                    <a:noFill/>
                  </a:ln>
                  <a:solidFill>
                    <a:srgbClr val="231F20"/>
                  </a:solidFill>
                  <a:effectLst/>
                  <a:uLnTx/>
                  <a:uFillTx/>
                  <a:latin typeface="+mn-lt"/>
                  <a:ea typeface="+mn-ea"/>
                  <a:cs typeface="+mn-cs"/>
                </a:rPr>
                <a:t>2025</a:t>
              </a:r>
            </a:p>
            <a:p>
              <a:pPr>
                <a:lnSpc>
                  <a:spcPct val="110000"/>
                </a:lnSpc>
                <a:spcBef>
                  <a:spcPts val="0"/>
                </a:spcBef>
                <a:spcAft>
                  <a:spcPts val="100"/>
                </a:spcAft>
              </a:pPr>
              <a:r>
                <a:rPr lang="en-US" sz="1000" b="1"/>
                <a:t>Trained 25,000+ </a:t>
              </a:r>
              <a:br>
                <a:rPr lang="en-US" sz="1000" b="1"/>
              </a:br>
              <a:r>
                <a:rPr lang="en-US" sz="1000" b="1"/>
                <a:t>employees in Gen AI</a:t>
              </a:r>
            </a:p>
          </p:txBody>
        </p:sp>
        <p:cxnSp>
          <p:nvCxnSpPr>
            <p:cNvPr id="164" name="Straight Connector 163">
              <a:extLst>
                <a:ext uri="{FF2B5EF4-FFF2-40B4-BE49-F238E27FC236}">
                  <a16:creationId xmlns:a16="http://schemas.microsoft.com/office/drawing/2014/main" id="{8E6F00F2-D717-F1E4-0E65-EFD43196A43F}"/>
                </a:ext>
              </a:extLst>
            </p:cNvPr>
            <p:cNvCxnSpPr>
              <a:cxnSpLocks/>
            </p:cNvCxnSpPr>
            <p:nvPr/>
          </p:nvCxnSpPr>
          <p:spPr>
            <a:xfrm flipV="1">
              <a:off x="10657755" y="941727"/>
              <a:ext cx="0" cy="106023"/>
            </a:xfrm>
            <a:prstGeom prst="line">
              <a:avLst/>
            </a:prstGeom>
            <a:ln>
              <a:solidFill>
                <a:srgbClr val="231F20"/>
              </a:solidFill>
            </a:ln>
          </p:spPr>
          <p:style>
            <a:lnRef idx="1">
              <a:schemeClr val="accent1"/>
            </a:lnRef>
            <a:fillRef idx="0">
              <a:schemeClr val="accent1"/>
            </a:fillRef>
            <a:effectRef idx="0">
              <a:srgbClr val="000000"/>
            </a:effectRef>
            <a:fontRef idx="minor">
              <a:schemeClr val="bg1"/>
            </a:fontRef>
          </p:style>
        </p:cxnSp>
        <p:sp>
          <p:nvSpPr>
            <p:cNvPr id="165" name="Rectangle 164">
              <a:extLst>
                <a:ext uri="{FF2B5EF4-FFF2-40B4-BE49-F238E27FC236}">
                  <a16:creationId xmlns:a16="http://schemas.microsoft.com/office/drawing/2014/main" id="{E8BB9918-2DEF-2170-4F22-A5E04CE1CF7B}"/>
                </a:ext>
              </a:extLst>
            </p:cNvPr>
            <p:cNvSpPr/>
            <p:nvPr/>
          </p:nvSpPr>
          <p:spPr>
            <a:xfrm>
              <a:off x="10593031" y="816784"/>
              <a:ext cx="130295" cy="135660"/>
            </a:xfrm>
            <a:prstGeom prst="rect">
              <a:avLst/>
            </a:prstGeom>
            <a:solidFill>
              <a:schemeClr val="tx2"/>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latin typeface="+mn-lt"/>
              </a:endParaRPr>
            </a:p>
          </p:txBody>
        </p:sp>
      </p:grpSp>
    </p:spTree>
    <p:extLst>
      <p:ext uri="{BB962C8B-B14F-4D97-AF65-F5344CB8AC3E}">
        <p14:creationId xmlns:p14="http://schemas.microsoft.com/office/powerpoint/2010/main" val="17704947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Cover slide option 1">
    <p:spTree>
      <p:nvGrpSpPr>
        <p:cNvPr id="1" name=""/>
        <p:cNvGrpSpPr/>
        <p:nvPr/>
      </p:nvGrpSpPr>
      <p:grpSpPr>
        <a:xfrm>
          <a:off x="0" y="0"/>
          <a:ext cx="0" cy="0"/>
          <a:chOff x="0" y="0"/>
          <a:chExt cx="0" cy="0"/>
        </a:xfrm>
      </p:grpSpPr>
      <p:sp>
        <p:nvSpPr>
          <p:cNvPr id="4" name="Shape">
            <a:extLst>
              <a:ext uri="{FF2B5EF4-FFF2-40B4-BE49-F238E27FC236}">
                <a16:creationId xmlns:a16="http://schemas.microsoft.com/office/drawing/2014/main" id="{9F2F8409-9B9B-CE4D-A6D2-B42B785F8AAC}"/>
              </a:ext>
              <a:ext uri="{C183D7F6-B498-43B3-948B-1728B52AA6E4}">
                <adec:decorative xmlns:adec="http://schemas.microsoft.com/office/drawing/2017/decorative" val="1"/>
              </a:ext>
            </a:extLst>
          </p:cNvPr>
          <p:cNvSpPr/>
          <p:nvPr/>
        </p:nvSpPr>
        <p:spPr bwMode="hidden">
          <a:xfrm>
            <a:off x="1188720" y="1234440"/>
            <a:ext cx="11003279" cy="5623559"/>
          </a:xfrm>
          <a:prstGeom prst="rect">
            <a:avLst/>
          </a:prstGeom>
          <a:solidFill>
            <a:srgbClr val="006E74"/>
          </a:solidFill>
          <a:ln>
            <a:noFill/>
          </a:ln>
        </p:spPr>
        <p:style>
          <a:lnRef idx="0">
            <a:schemeClr val="accent1"/>
          </a:lnRef>
          <a:fillRef idx="1">
            <a:schemeClr val="accent1"/>
          </a:fillRef>
          <a:effectRef idx="0">
            <a:srgbClr val="000000"/>
          </a:effectRef>
          <a:fontRef idx="minor">
            <a:schemeClr val="dk1"/>
          </a:fontRef>
        </p:style>
        <p:txBody>
          <a:bodyPr rtlCol="0" anchor="ctr"/>
          <a:lstStyle/>
          <a:p>
            <a:pPr algn="ctr">
              <a:lnSpc>
                <a:spcPct val="100000"/>
              </a:lnSpc>
            </a:pPr>
            <a:endParaRPr lang="en-US" sz="1800">
              <a:latin typeface="Aptos Light" panose="020B0004020202020204" pitchFamily="34" charset="0"/>
            </a:endParaRPr>
          </a:p>
        </p:txBody>
      </p:sp>
      <p:sp>
        <p:nvSpPr>
          <p:cNvPr id="9" name="UST" descr="UST">
            <a:extLst>
              <a:ext uri="{FF2B5EF4-FFF2-40B4-BE49-F238E27FC236}">
                <a16:creationId xmlns:a16="http://schemas.microsoft.com/office/drawing/2014/main" id="{2D82142E-2BFE-4214-9282-12F54DFC4566}"/>
              </a:ext>
            </a:extLst>
          </p:cNvPr>
          <p:cNvSpPr>
            <a:spLocks noChangeAspect="1" noEditPoints="1"/>
          </p:cNvSpPr>
          <p:nvPr/>
        </p:nvSpPr>
        <p:spPr bwMode="black">
          <a:xfrm>
            <a:off x="365125" y="358775"/>
            <a:ext cx="731520" cy="809172"/>
          </a:xfrm>
          <a:custGeom>
            <a:avLst/>
            <a:gdLst>
              <a:gd name="T0" fmla="*/ 3605 w 3998"/>
              <a:gd name="T1" fmla="*/ 3263 h 4415"/>
              <a:gd name="T2" fmla="*/ 3605 w 3998"/>
              <a:gd name="T3" fmla="*/ 3263 h 4415"/>
              <a:gd name="T4" fmla="*/ 2969 w 3998"/>
              <a:gd name="T5" fmla="*/ 3263 h 4415"/>
              <a:gd name="T6" fmla="*/ 2969 w 3998"/>
              <a:gd name="T7" fmla="*/ 3899 h 4415"/>
              <a:gd name="T8" fmla="*/ 3605 w 3998"/>
              <a:gd name="T9" fmla="*/ 3899 h 4415"/>
              <a:gd name="T10" fmla="*/ 3605 w 3998"/>
              <a:gd name="T11" fmla="*/ 3263 h 4415"/>
              <a:gd name="T12" fmla="*/ 3450 w 3998"/>
              <a:gd name="T13" fmla="*/ 703 h 4415"/>
              <a:gd name="T14" fmla="*/ 3450 w 3998"/>
              <a:gd name="T15" fmla="*/ 703 h 4415"/>
              <a:gd name="T16" fmla="*/ 3308 w 3998"/>
              <a:gd name="T17" fmla="*/ 668 h 4415"/>
              <a:gd name="T18" fmla="*/ 3077 w 3998"/>
              <a:gd name="T19" fmla="*/ 505 h 4415"/>
              <a:gd name="T20" fmla="*/ 3308 w 3998"/>
              <a:gd name="T21" fmla="*/ 383 h 4415"/>
              <a:gd name="T22" fmla="*/ 3661 w 3998"/>
              <a:gd name="T23" fmla="*/ 530 h 4415"/>
              <a:gd name="T24" fmla="*/ 3940 w 3998"/>
              <a:gd name="T25" fmla="*/ 305 h 4415"/>
              <a:gd name="T26" fmla="*/ 3310 w 3998"/>
              <a:gd name="T27" fmla="*/ 0 h 4415"/>
              <a:gd name="T28" fmla="*/ 2629 w 3998"/>
              <a:gd name="T29" fmla="*/ 517 h 4415"/>
              <a:gd name="T30" fmla="*/ 3182 w 3998"/>
              <a:gd name="T31" fmla="*/ 1056 h 4415"/>
              <a:gd name="T32" fmla="*/ 3331 w 3998"/>
              <a:gd name="T33" fmla="*/ 1093 h 4415"/>
              <a:gd name="T34" fmla="*/ 3531 w 3998"/>
              <a:gd name="T35" fmla="*/ 1229 h 4415"/>
              <a:gd name="T36" fmla="*/ 3266 w 3998"/>
              <a:gd name="T37" fmla="*/ 1367 h 4415"/>
              <a:gd name="T38" fmla="*/ 2854 w 3998"/>
              <a:gd name="T39" fmla="*/ 1184 h 4415"/>
              <a:gd name="T40" fmla="*/ 2576 w 3998"/>
              <a:gd name="T41" fmla="*/ 1409 h 4415"/>
              <a:gd name="T42" fmla="*/ 3268 w 3998"/>
              <a:gd name="T43" fmla="*/ 1736 h 4415"/>
              <a:gd name="T44" fmla="*/ 3998 w 3998"/>
              <a:gd name="T45" fmla="*/ 1217 h 4415"/>
              <a:gd name="T46" fmla="*/ 3450 w 3998"/>
              <a:gd name="T47" fmla="*/ 703 h 4415"/>
              <a:gd name="T48" fmla="*/ 1451 w 3998"/>
              <a:gd name="T49" fmla="*/ 2778 h 4415"/>
              <a:gd name="T50" fmla="*/ 1451 w 3998"/>
              <a:gd name="T51" fmla="*/ 2778 h 4415"/>
              <a:gd name="T52" fmla="*/ 24 w 3998"/>
              <a:gd name="T53" fmla="*/ 2778 h 4415"/>
              <a:gd name="T54" fmla="*/ 24 w 3998"/>
              <a:gd name="T55" fmla="*/ 3168 h 4415"/>
              <a:gd name="T56" fmla="*/ 512 w 3998"/>
              <a:gd name="T57" fmla="*/ 3168 h 4415"/>
              <a:gd name="T58" fmla="*/ 512 w 3998"/>
              <a:gd name="T59" fmla="*/ 4415 h 4415"/>
              <a:gd name="T60" fmla="*/ 963 w 3998"/>
              <a:gd name="T61" fmla="*/ 4415 h 4415"/>
              <a:gd name="T62" fmla="*/ 963 w 3998"/>
              <a:gd name="T63" fmla="*/ 3168 h 4415"/>
              <a:gd name="T64" fmla="*/ 1451 w 3998"/>
              <a:gd name="T65" fmla="*/ 3168 h 4415"/>
              <a:gd name="T66" fmla="*/ 1451 w 3998"/>
              <a:gd name="T67" fmla="*/ 2778 h 4415"/>
              <a:gd name="T68" fmla="*/ 1026 w 3998"/>
              <a:gd name="T69" fmla="*/ 48 h 4415"/>
              <a:gd name="T70" fmla="*/ 1026 w 3998"/>
              <a:gd name="T71" fmla="*/ 48 h 4415"/>
              <a:gd name="T72" fmla="*/ 1475 w 3998"/>
              <a:gd name="T73" fmla="*/ 48 h 4415"/>
              <a:gd name="T74" fmla="*/ 1475 w 3998"/>
              <a:gd name="T75" fmla="*/ 1015 h 4415"/>
              <a:gd name="T76" fmla="*/ 741 w 3998"/>
              <a:gd name="T77" fmla="*/ 1736 h 4415"/>
              <a:gd name="T78" fmla="*/ 0 w 3998"/>
              <a:gd name="T79" fmla="*/ 1015 h 4415"/>
              <a:gd name="T80" fmla="*/ 0 w 3998"/>
              <a:gd name="T81" fmla="*/ 48 h 4415"/>
              <a:gd name="T82" fmla="*/ 449 w 3998"/>
              <a:gd name="T83" fmla="*/ 48 h 4415"/>
              <a:gd name="T84" fmla="*/ 449 w 3998"/>
              <a:gd name="T85" fmla="*/ 1018 h 4415"/>
              <a:gd name="T86" fmla="*/ 739 w 3998"/>
              <a:gd name="T87" fmla="*/ 1321 h 4415"/>
              <a:gd name="T88" fmla="*/ 1026 w 3998"/>
              <a:gd name="T89" fmla="*/ 1018 h 4415"/>
              <a:gd name="T90" fmla="*/ 1026 w 3998"/>
              <a:gd name="T91" fmla="*/ 48 h 4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998" h="4415">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rgbClr val="231F2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ptos Light" panose="020B0004020202020204" pitchFamily="34" charset="0"/>
            </a:endParaRPr>
          </a:p>
        </p:txBody>
      </p:sp>
      <p:sp>
        <p:nvSpPr>
          <p:cNvPr id="2" name="Title 1">
            <a:extLst>
              <a:ext uri="{FF2B5EF4-FFF2-40B4-BE49-F238E27FC236}">
                <a16:creationId xmlns:a16="http://schemas.microsoft.com/office/drawing/2014/main" id="{DD93F370-0603-42F8-A7D8-E3390EE70687}"/>
              </a:ext>
            </a:extLst>
          </p:cNvPr>
          <p:cNvSpPr>
            <a:spLocks noGrp="1"/>
          </p:cNvSpPr>
          <p:nvPr>
            <p:ph type="ctrTitle" hasCustomPrompt="1"/>
          </p:nvPr>
        </p:nvSpPr>
        <p:spPr>
          <a:xfrm>
            <a:off x="1702053" y="1585468"/>
            <a:ext cx="8686800" cy="2105012"/>
          </a:xfrm>
        </p:spPr>
        <p:txBody>
          <a:bodyPr anchor="b" anchorCtr="0"/>
          <a:lstStyle>
            <a:lvl1pPr algn="l">
              <a:defRPr sz="4800" b="0" spc="0" baseline="0">
                <a:solidFill>
                  <a:schemeClr val="bg1"/>
                </a:solidFill>
                <a:latin typeface="Aptos Light" panose="020B0004020202020204" pitchFamily="34" charset="0"/>
              </a:defRPr>
            </a:lvl1pPr>
          </a:lstStyle>
          <a:p>
            <a:r>
              <a:rPr lang="en-US"/>
              <a:t>[Presentation title]</a:t>
            </a:r>
          </a:p>
        </p:txBody>
      </p:sp>
      <p:sp>
        <p:nvSpPr>
          <p:cNvPr id="3" name="Subtitle 2">
            <a:extLst>
              <a:ext uri="{FF2B5EF4-FFF2-40B4-BE49-F238E27FC236}">
                <a16:creationId xmlns:a16="http://schemas.microsoft.com/office/drawing/2014/main" id="{4077195B-8D8D-4BD5-8ADD-A390F24676CD}"/>
              </a:ext>
            </a:extLst>
          </p:cNvPr>
          <p:cNvSpPr>
            <a:spLocks noGrp="1"/>
          </p:cNvSpPr>
          <p:nvPr>
            <p:ph type="subTitle" idx="1" hasCustomPrompt="1"/>
          </p:nvPr>
        </p:nvSpPr>
        <p:spPr>
          <a:xfrm>
            <a:off x="1702053" y="3931920"/>
            <a:ext cx="8686800" cy="914400"/>
          </a:xfrm>
        </p:spPr>
        <p:txBody>
          <a:bodyPr>
            <a:noAutofit/>
          </a:bodyPr>
          <a:lstStyle>
            <a:lvl1pPr marL="0" indent="0" algn="l">
              <a:spcBef>
                <a:spcPts val="0"/>
              </a:spcBef>
              <a:buNone/>
              <a:defRPr sz="2400">
                <a:solidFill>
                  <a:schemeClr val="bg1"/>
                </a:solidFill>
                <a:latin typeface="Aptos Light" panose="020B0004020202020204" pitchFamily="34" charset="0"/>
              </a:defRPr>
            </a:lvl1pPr>
            <a:lvl2pPr marL="0" indent="0" algn="l">
              <a:spcBef>
                <a:spcPts val="0"/>
              </a:spcBef>
              <a:buNone/>
              <a:defRPr sz="2400">
                <a:solidFill>
                  <a:schemeClr val="bg1"/>
                </a:solidFill>
              </a:defRPr>
            </a:lvl2pPr>
            <a:lvl3pPr marL="0" indent="0" algn="l">
              <a:spcBef>
                <a:spcPts val="0"/>
              </a:spcBef>
              <a:buNone/>
              <a:defRPr sz="2400">
                <a:solidFill>
                  <a:schemeClr val="bg1"/>
                </a:solidFill>
              </a:defRPr>
            </a:lvl3pPr>
            <a:lvl4pPr marL="0" indent="0" algn="l">
              <a:spcBef>
                <a:spcPts val="0"/>
              </a:spcBef>
              <a:buNone/>
              <a:defRPr sz="2400">
                <a:solidFill>
                  <a:schemeClr val="bg1"/>
                </a:solidFill>
              </a:defRPr>
            </a:lvl4pPr>
            <a:lvl5pPr marL="0" indent="0" algn="l">
              <a:spcBef>
                <a:spcPts val="0"/>
              </a:spcBef>
              <a:buNone/>
              <a:defRPr sz="2400">
                <a:solidFill>
                  <a:schemeClr val="bg1"/>
                </a:solidFill>
              </a:defRPr>
            </a:lvl5pPr>
            <a:lvl6pPr marL="0" indent="0" algn="l">
              <a:spcBef>
                <a:spcPts val="0"/>
              </a:spcBef>
              <a:buNone/>
              <a:defRPr sz="2400">
                <a:solidFill>
                  <a:schemeClr val="bg1"/>
                </a:solidFill>
              </a:defRPr>
            </a:lvl6pPr>
            <a:lvl7pPr marL="0" indent="0" algn="l">
              <a:spcBef>
                <a:spcPts val="0"/>
              </a:spcBef>
              <a:buNone/>
              <a:defRPr sz="2400">
                <a:solidFill>
                  <a:schemeClr val="bg1"/>
                </a:solidFill>
              </a:defRPr>
            </a:lvl7pPr>
            <a:lvl8pPr marL="0" indent="0" algn="l">
              <a:spcBef>
                <a:spcPts val="0"/>
              </a:spcBef>
              <a:buNone/>
              <a:defRPr sz="2400">
                <a:solidFill>
                  <a:schemeClr val="bg1"/>
                </a:solidFill>
              </a:defRPr>
            </a:lvl8pPr>
            <a:lvl9pPr marL="0" indent="0" algn="l">
              <a:spcBef>
                <a:spcPts val="0"/>
              </a:spcBef>
              <a:buNone/>
              <a:defRPr sz="2400">
                <a:solidFill>
                  <a:schemeClr val="bg1"/>
                </a:solidFill>
              </a:defRPr>
            </a:lvl9pPr>
          </a:lstStyle>
          <a:p>
            <a:r>
              <a:rPr lang="en-US"/>
              <a:t>[Optional subtitle]</a:t>
            </a:r>
          </a:p>
        </p:txBody>
      </p:sp>
      <p:sp>
        <p:nvSpPr>
          <p:cNvPr id="7" name="Text Placeholder 3">
            <a:extLst>
              <a:ext uri="{FF2B5EF4-FFF2-40B4-BE49-F238E27FC236}">
                <a16:creationId xmlns:a16="http://schemas.microsoft.com/office/drawing/2014/main" id="{E404E13A-A174-144E-87D8-E5915BFAC31A}"/>
              </a:ext>
            </a:extLst>
          </p:cNvPr>
          <p:cNvSpPr>
            <a:spLocks noGrp="1"/>
          </p:cNvSpPr>
          <p:nvPr>
            <p:ph type="body" sz="quarter" idx="10" hasCustomPrompt="1"/>
          </p:nvPr>
        </p:nvSpPr>
        <p:spPr>
          <a:xfrm>
            <a:off x="1702052" y="5577840"/>
            <a:ext cx="8686800" cy="914400"/>
          </a:xfrm>
        </p:spPr>
        <p:txBody>
          <a:bodyPr anchor="b" anchorCtr="0">
            <a:noAutofit/>
          </a:bodyPr>
          <a:lstStyle>
            <a:lvl1pPr marL="0" indent="0">
              <a:spcBef>
                <a:spcPts val="0"/>
              </a:spcBef>
              <a:buFontTx/>
              <a:buNone/>
              <a:defRPr sz="1600" b="1">
                <a:solidFill>
                  <a:schemeClr val="bg1"/>
                </a:solidFill>
                <a:latin typeface="Aptos Light" panose="020B0004020202020204" pitchFamily="34" charset="0"/>
              </a:defRPr>
            </a:lvl1pPr>
            <a:lvl2pPr marL="0" indent="0">
              <a:spcBef>
                <a:spcPts val="0"/>
              </a:spcBef>
              <a:buFontTx/>
              <a:buNone/>
              <a:defRPr sz="1600">
                <a:solidFill>
                  <a:schemeClr val="bg1"/>
                </a:solidFill>
              </a:defRPr>
            </a:lvl2pPr>
            <a:lvl3pPr marL="0" indent="0">
              <a:spcBef>
                <a:spcPts val="0"/>
              </a:spcBef>
              <a:buFontTx/>
              <a:buNone/>
              <a:defRPr sz="1600">
                <a:solidFill>
                  <a:schemeClr val="bg1"/>
                </a:solidFill>
              </a:defRPr>
            </a:lvl3pPr>
            <a:lvl4pPr marL="0" indent="0">
              <a:spcBef>
                <a:spcPts val="0"/>
              </a:spcBef>
              <a:buFontTx/>
              <a:buNone/>
              <a:defRPr sz="1600">
                <a:solidFill>
                  <a:schemeClr val="bg1"/>
                </a:solidFill>
              </a:defRPr>
            </a:lvl4pPr>
            <a:lvl5pPr marL="0" indent="0">
              <a:spcBef>
                <a:spcPts val="0"/>
              </a:spcBef>
              <a:buFontTx/>
              <a:buNone/>
              <a:defRPr sz="1600">
                <a:solidFill>
                  <a:schemeClr val="bg1"/>
                </a:solidFill>
              </a:defRPr>
            </a:lvl5pPr>
            <a:lvl6pPr marL="0" indent="0">
              <a:spcBef>
                <a:spcPts val="0"/>
              </a:spcBef>
              <a:buFontTx/>
              <a:buNone/>
              <a:defRPr sz="1600">
                <a:solidFill>
                  <a:schemeClr val="bg1"/>
                </a:solidFill>
              </a:defRPr>
            </a:lvl6pPr>
            <a:lvl7pPr marL="0" indent="0">
              <a:spcBef>
                <a:spcPts val="0"/>
              </a:spcBef>
              <a:buFontTx/>
              <a:buNone/>
              <a:defRPr sz="1600">
                <a:solidFill>
                  <a:schemeClr val="bg1"/>
                </a:solidFill>
              </a:defRPr>
            </a:lvl7pPr>
            <a:lvl8pPr marL="0" indent="0">
              <a:spcBef>
                <a:spcPts val="0"/>
              </a:spcBef>
              <a:buFontTx/>
              <a:buNone/>
              <a:defRPr sz="1600">
                <a:solidFill>
                  <a:schemeClr val="bg1"/>
                </a:solidFill>
              </a:defRPr>
            </a:lvl8pPr>
            <a:lvl9pPr marL="0" indent="0">
              <a:spcBef>
                <a:spcPts val="0"/>
              </a:spcBef>
              <a:buFontTx/>
              <a:buNone/>
              <a:defRPr sz="1600">
                <a:solidFill>
                  <a:schemeClr val="bg1"/>
                </a:solidFill>
              </a:defRPr>
            </a:lvl9pPr>
          </a:lstStyle>
          <a:p>
            <a:pPr lvl="0"/>
            <a:r>
              <a:rPr lang="en-US"/>
              <a:t>[Month 00, 0000]</a:t>
            </a:r>
            <a:br>
              <a:rPr lang="en-US"/>
            </a:br>
            <a:r>
              <a:rPr lang="en-US"/>
              <a:t>[Presenter Name]</a:t>
            </a:r>
            <a:br>
              <a:rPr lang="en-US"/>
            </a:br>
            <a:r>
              <a:rPr lang="en-US"/>
              <a:t>[Title]</a:t>
            </a:r>
          </a:p>
        </p:txBody>
      </p:sp>
    </p:spTree>
    <p:extLst>
      <p:ext uri="{BB962C8B-B14F-4D97-AF65-F5344CB8AC3E}">
        <p14:creationId xmlns:p14="http://schemas.microsoft.com/office/powerpoint/2010/main" val="12860019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090" userDrawn="1">
          <p15:clr>
            <a:srgbClr val="FBAE40"/>
          </p15:clr>
        </p15:guide>
        <p15:guide id="2" pos="6546" userDrawn="1">
          <p15:clr>
            <a:srgbClr val="FBAE40"/>
          </p15:clr>
        </p15:guide>
        <p15:guide id="3" orient="horz" pos="776" userDrawn="1">
          <p15:clr>
            <a:srgbClr val="FBAE40"/>
          </p15:clr>
        </p15:guide>
        <p15:guide id="4" pos="748"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Cover slide option 2">
    <p:bg>
      <p:bgRef idx="1001">
        <a:schemeClr val="bg1"/>
      </p:bgRef>
    </p:bg>
    <p:spTree>
      <p:nvGrpSpPr>
        <p:cNvPr id="1" name=""/>
        <p:cNvGrpSpPr/>
        <p:nvPr/>
      </p:nvGrpSpPr>
      <p:grpSpPr>
        <a:xfrm>
          <a:off x="0" y="0"/>
          <a:ext cx="0" cy="0"/>
          <a:chOff x="0" y="0"/>
          <a:chExt cx="0" cy="0"/>
        </a:xfrm>
      </p:grpSpPr>
      <p:sp>
        <p:nvSpPr>
          <p:cNvPr id="4" name="Background">
            <a:extLst>
              <a:ext uri="{FF2B5EF4-FFF2-40B4-BE49-F238E27FC236}">
                <a16:creationId xmlns:a16="http://schemas.microsoft.com/office/drawing/2014/main" id="{F0AF58B2-47B7-814E-A6E5-ECB9608EF8B7}"/>
              </a:ext>
              <a:ext uri="{C183D7F6-B498-43B3-948B-1728B52AA6E4}">
                <adec:decorative xmlns:adec="http://schemas.microsoft.com/office/drawing/2017/decorative" val="1"/>
              </a:ext>
            </a:extLst>
          </p:cNvPr>
          <p:cNvSpPr/>
          <p:nvPr/>
        </p:nvSpPr>
        <p:spPr bwMode="hidden">
          <a:xfrm>
            <a:off x="0" y="3840480"/>
            <a:ext cx="12192000" cy="3017520"/>
          </a:xfrm>
          <a:prstGeom prst="rect">
            <a:avLst/>
          </a:prstGeom>
          <a:solidFill>
            <a:srgbClr val="ECECE1"/>
          </a:solidFill>
          <a:ln>
            <a:noFill/>
          </a:ln>
        </p:spPr>
        <p:style>
          <a:lnRef idx="0">
            <a:schemeClr val="accent1"/>
          </a:lnRef>
          <a:fillRef idx="1">
            <a:schemeClr val="accent1"/>
          </a:fillRef>
          <a:effectRef idx="0">
            <a:srgbClr val="000000"/>
          </a:effectRef>
          <a:fontRef idx="minor">
            <a:schemeClr val="dk1"/>
          </a:fontRef>
        </p:style>
        <p:txBody>
          <a:bodyPr rtlCol="0" anchor="ctr"/>
          <a:lstStyle/>
          <a:p>
            <a:pPr algn="ctr">
              <a:lnSpc>
                <a:spcPct val="100000"/>
              </a:lnSpc>
            </a:pPr>
            <a:endParaRPr lang="en-US" sz="1800">
              <a:latin typeface="Aptos Light" panose="020B0004020202020204" pitchFamily="34" charset="0"/>
            </a:endParaRPr>
          </a:p>
        </p:txBody>
      </p:sp>
      <p:sp>
        <p:nvSpPr>
          <p:cNvPr id="5" name="UST" descr="UST">
            <a:extLst>
              <a:ext uri="{FF2B5EF4-FFF2-40B4-BE49-F238E27FC236}">
                <a16:creationId xmlns:a16="http://schemas.microsoft.com/office/drawing/2014/main" id="{B5100F4C-957F-DD4E-8499-CC403AD1E86D}"/>
              </a:ext>
            </a:extLst>
          </p:cNvPr>
          <p:cNvSpPr>
            <a:spLocks noChangeAspect="1" noEditPoints="1"/>
          </p:cNvSpPr>
          <p:nvPr/>
        </p:nvSpPr>
        <p:spPr bwMode="black">
          <a:xfrm>
            <a:off x="365125" y="358775"/>
            <a:ext cx="731520" cy="809172"/>
          </a:xfrm>
          <a:custGeom>
            <a:avLst/>
            <a:gdLst>
              <a:gd name="T0" fmla="*/ 3605 w 3998"/>
              <a:gd name="T1" fmla="*/ 3263 h 4415"/>
              <a:gd name="T2" fmla="*/ 3605 w 3998"/>
              <a:gd name="T3" fmla="*/ 3263 h 4415"/>
              <a:gd name="T4" fmla="*/ 2969 w 3998"/>
              <a:gd name="T5" fmla="*/ 3263 h 4415"/>
              <a:gd name="T6" fmla="*/ 2969 w 3998"/>
              <a:gd name="T7" fmla="*/ 3899 h 4415"/>
              <a:gd name="T8" fmla="*/ 3605 w 3998"/>
              <a:gd name="T9" fmla="*/ 3899 h 4415"/>
              <a:gd name="T10" fmla="*/ 3605 w 3998"/>
              <a:gd name="T11" fmla="*/ 3263 h 4415"/>
              <a:gd name="T12" fmla="*/ 3450 w 3998"/>
              <a:gd name="T13" fmla="*/ 703 h 4415"/>
              <a:gd name="T14" fmla="*/ 3450 w 3998"/>
              <a:gd name="T15" fmla="*/ 703 h 4415"/>
              <a:gd name="T16" fmla="*/ 3308 w 3998"/>
              <a:gd name="T17" fmla="*/ 668 h 4415"/>
              <a:gd name="T18" fmla="*/ 3077 w 3998"/>
              <a:gd name="T19" fmla="*/ 505 h 4415"/>
              <a:gd name="T20" fmla="*/ 3308 w 3998"/>
              <a:gd name="T21" fmla="*/ 383 h 4415"/>
              <a:gd name="T22" fmla="*/ 3661 w 3998"/>
              <a:gd name="T23" fmla="*/ 530 h 4415"/>
              <a:gd name="T24" fmla="*/ 3940 w 3998"/>
              <a:gd name="T25" fmla="*/ 305 h 4415"/>
              <a:gd name="T26" fmla="*/ 3310 w 3998"/>
              <a:gd name="T27" fmla="*/ 0 h 4415"/>
              <a:gd name="T28" fmla="*/ 2629 w 3998"/>
              <a:gd name="T29" fmla="*/ 517 h 4415"/>
              <a:gd name="T30" fmla="*/ 3182 w 3998"/>
              <a:gd name="T31" fmla="*/ 1056 h 4415"/>
              <a:gd name="T32" fmla="*/ 3331 w 3998"/>
              <a:gd name="T33" fmla="*/ 1093 h 4415"/>
              <a:gd name="T34" fmla="*/ 3531 w 3998"/>
              <a:gd name="T35" fmla="*/ 1229 h 4415"/>
              <a:gd name="T36" fmla="*/ 3266 w 3998"/>
              <a:gd name="T37" fmla="*/ 1367 h 4415"/>
              <a:gd name="T38" fmla="*/ 2854 w 3998"/>
              <a:gd name="T39" fmla="*/ 1184 h 4415"/>
              <a:gd name="T40" fmla="*/ 2576 w 3998"/>
              <a:gd name="T41" fmla="*/ 1409 h 4415"/>
              <a:gd name="T42" fmla="*/ 3268 w 3998"/>
              <a:gd name="T43" fmla="*/ 1736 h 4415"/>
              <a:gd name="T44" fmla="*/ 3998 w 3998"/>
              <a:gd name="T45" fmla="*/ 1217 h 4415"/>
              <a:gd name="T46" fmla="*/ 3450 w 3998"/>
              <a:gd name="T47" fmla="*/ 703 h 4415"/>
              <a:gd name="T48" fmla="*/ 1451 w 3998"/>
              <a:gd name="T49" fmla="*/ 2778 h 4415"/>
              <a:gd name="T50" fmla="*/ 1451 w 3998"/>
              <a:gd name="T51" fmla="*/ 2778 h 4415"/>
              <a:gd name="T52" fmla="*/ 24 w 3998"/>
              <a:gd name="T53" fmla="*/ 2778 h 4415"/>
              <a:gd name="T54" fmla="*/ 24 w 3998"/>
              <a:gd name="T55" fmla="*/ 3168 h 4415"/>
              <a:gd name="T56" fmla="*/ 512 w 3998"/>
              <a:gd name="T57" fmla="*/ 3168 h 4415"/>
              <a:gd name="T58" fmla="*/ 512 w 3998"/>
              <a:gd name="T59" fmla="*/ 4415 h 4415"/>
              <a:gd name="T60" fmla="*/ 963 w 3998"/>
              <a:gd name="T61" fmla="*/ 4415 h 4415"/>
              <a:gd name="T62" fmla="*/ 963 w 3998"/>
              <a:gd name="T63" fmla="*/ 3168 h 4415"/>
              <a:gd name="T64" fmla="*/ 1451 w 3998"/>
              <a:gd name="T65" fmla="*/ 3168 h 4415"/>
              <a:gd name="T66" fmla="*/ 1451 w 3998"/>
              <a:gd name="T67" fmla="*/ 2778 h 4415"/>
              <a:gd name="T68" fmla="*/ 1026 w 3998"/>
              <a:gd name="T69" fmla="*/ 48 h 4415"/>
              <a:gd name="T70" fmla="*/ 1026 w 3998"/>
              <a:gd name="T71" fmla="*/ 48 h 4415"/>
              <a:gd name="T72" fmla="*/ 1475 w 3998"/>
              <a:gd name="T73" fmla="*/ 48 h 4415"/>
              <a:gd name="T74" fmla="*/ 1475 w 3998"/>
              <a:gd name="T75" fmla="*/ 1015 h 4415"/>
              <a:gd name="T76" fmla="*/ 741 w 3998"/>
              <a:gd name="T77" fmla="*/ 1736 h 4415"/>
              <a:gd name="T78" fmla="*/ 0 w 3998"/>
              <a:gd name="T79" fmla="*/ 1015 h 4415"/>
              <a:gd name="T80" fmla="*/ 0 w 3998"/>
              <a:gd name="T81" fmla="*/ 48 h 4415"/>
              <a:gd name="T82" fmla="*/ 449 w 3998"/>
              <a:gd name="T83" fmla="*/ 48 h 4415"/>
              <a:gd name="T84" fmla="*/ 449 w 3998"/>
              <a:gd name="T85" fmla="*/ 1018 h 4415"/>
              <a:gd name="T86" fmla="*/ 739 w 3998"/>
              <a:gd name="T87" fmla="*/ 1321 h 4415"/>
              <a:gd name="T88" fmla="*/ 1026 w 3998"/>
              <a:gd name="T89" fmla="*/ 1018 h 4415"/>
              <a:gd name="T90" fmla="*/ 1026 w 3998"/>
              <a:gd name="T91" fmla="*/ 48 h 4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998" h="4415">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rgbClr val="231F2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ptos Light" panose="020B0004020202020204" pitchFamily="34" charset="0"/>
            </a:endParaRPr>
          </a:p>
        </p:txBody>
      </p:sp>
      <p:sp>
        <p:nvSpPr>
          <p:cNvPr id="2" name="Title 1">
            <a:extLst>
              <a:ext uri="{FF2B5EF4-FFF2-40B4-BE49-F238E27FC236}">
                <a16:creationId xmlns:a16="http://schemas.microsoft.com/office/drawing/2014/main" id="{DD93F370-0603-42F8-A7D8-E3390EE70687}"/>
              </a:ext>
            </a:extLst>
          </p:cNvPr>
          <p:cNvSpPr>
            <a:spLocks noGrp="1"/>
          </p:cNvSpPr>
          <p:nvPr>
            <p:ph type="ctrTitle" hasCustomPrompt="1"/>
          </p:nvPr>
        </p:nvSpPr>
        <p:spPr>
          <a:xfrm>
            <a:off x="1188720" y="1234440"/>
            <a:ext cx="5166360" cy="2304288"/>
          </a:xfrm>
          <a:solidFill>
            <a:srgbClr val="006E74"/>
          </a:solidFill>
        </p:spPr>
        <p:txBody>
          <a:bodyPr lIns="274320" tIns="274320" rIns="274320" bIns="274320" anchor="t" anchorCtr="0"/>
          <a:lstStyle>
            <a:lvl1pPr algn="l">
              <a:defRPr sz="3200" b="0" spc="0" baseline="0">
                <a:solidFill>
                  <a:schemeClr val="bg1"/>
                </a:solidFill>
                <a:latin typeface="Aptos Light" panose="020B0004020202020204" pitchFamily="34" charset="0"/>
              </a:defRPr>
            </a:lvl1pPr>
          </a:lstStyle>
          <a:p>
            <a:r>
              <a:rPr lang="en-US"/>
              <a:t>[Presentation title]</a:t>
            </a:r>
          </a:p>
        </p:txBody>
      </p:sp>
      <p:sp>
        <p:nvSpPr>
          <p:cNvPr id="3" name="Subtitle 2">
            <a:extLst>
              <a:ext uri="{FF2B5EF4-FFF2-40B4-BE49-F238E27FC236}">
                <a16:creationId xmlns:a16="http://schemas.microsoft.com/office/drawing/2014/main" id="{4077195B-8D8D-4BD5-8ADD-A390F24676CD}"/>
              </a:ext>
            </a:extLst>
          </p:cNvPr>
          <p:cNvSpPr>
            <a:spLocks noGrp="1"/>
          </p:cNvSpPr>
          <p:nvPr>
            <p:ph type="subTitle" idx="1" hasCustomPrompt="1"/>
          </p:nvPr>
        </p:nvSpPr>
        <p:spPr>
          <a:xfrm>
            <a:off x="1188720" y="4114799"/>
            <a:ext cx="5166360" cy="685800"/>
          </a:xfrm>
        </p:spPr>
        <p:txBody>
          <a:bodyPr anchor="t" anchorCtr="0">
            <a:noAutofit/>
          </a:bodyPr>
          <a:lstStyle>
            <a:lvl1pPr marL="0" indent="0" algn="l">
              <a:spcBef>
                <a:spcPts val="0"/>
              </a:spcBef>
              <a:buNone/>
              <a:defRPr sz="2000" b="0">
                <a:solidFill>
                  <a:schemeClr val="tx1"/>
                </a:solidFill>
                <a:latin typeface="Aptos Light" panose="020B0004020202020204" pitchFamily="34" charset="0"/>
              </a:defRPr>
            </a:lvl1pPr>
            <a:lvl2pPr marL="0" indent="0" algn="l">
              <a:spcBef>
                <a:spcPts val="0"/>
              </a:spcBef>
              <a:buNone/>
              <a:defRPr sz="2000">
                <a:solidFill>
                  <a:schemeClr val="tx1"/>
                </a:solidFill>
              </a:defRPr>
            </a:lvl2pPr>
            <a:lvl3pPr marL="0" indent="0" algn="l">
              <a:spcBef>
                <a:spcPts val="0"/>
              </a:spcBef>
              <a:buNone/>
              <a:defRPr sz="2000">
                <a:solidFill>
                  <a:schemeClr val="tx1"/>
                </a:solidFill>
              </a:defRPr>
            </a:lvl3pPr>
            <a:lvl4pPr marL="0" indent="0" algn="l">
              <a:spcBef>
                <a:spcPts val="0"/>
              </a:spcBef>
              <a:buNone/>
              <a:defRPr sz="2000">
                <a:solidFill>
                  <a:schemeClr val="tx1"/>
                </a:solidFill>
              </a:defRPr>
            </a:lvl4pPr>
            <a:lvl5pPr marL="0" indent="0" algn="l">
              <a:spcBef>
                <a:spcPts val="0"/>
              </a:spcBef>
              <a:buNone/>
              <a:defRPr sz="2000">
                <a:solidFill>
                  <a:schemeClr val="tx1"/>
                </a:solidFill>
              </a:defRPr>
            </a:lvl5pPr>
            <a:lvl6pPr marL="0" indent="0" algn="l">
              <a:spcBef>
                <a:spcPts val="0"/>
              </a:spcBef>
              <a:buNone/>
              <a:defRPr sz="2000">
                <a:solidFill>
                  <a:schemeClr val="tx1"/>
                </a:solidFill>
              </a:defRPr>
            </a:lvl6pPr>
            <a:lvl7pPr marL="0" indent="0" algn="l">
              <a:spcBef>
                <a:spcPts val="0"/>
              </a:spcBef>
              <a:buNone/>
              <a:defRPr sz="2000">
                <a:solidFill>
                  <a:schemeClr val="tx1"/>
                </a:solidFill>
              </a:defRPr>
            </a:lvl7pPr>
            <a:lvl8pPr marL="0" indent="0" algn="l">
              <a:spcBef>
                <a:spcPts val="0"/>
              </a:spcBef>
              <a:buNone/>
              <a:defRPr sz="2000">
                <a:solidFill>
                  <a:schemeClr val="tx1"/>
                </a:solidFill>
              </a:defRPr>
            </a:lvl8pPr>
            <a:lvl9pPr marL="0" indent="0" algn="l">
              <a:spcBef>
                <a:spcPts val="0"/>
              </a:spcBef>
              <a:buNone/>
              <a:defRPr sz="2000">
                <a:solidFill>
                  <a:schemeClr val="tx1"/>
                </a:solidFill>
              </a:defRPr>
            </a:lvl9pPr>
          </a:lstStyle>
          <a:p>
            <a:r>
              <a:rPr lang="en-US"/>
              <a:t>[Optional subtitle]</a:t>
            </a:r>
          </a:p>
        </p:txBody>
      </p:sp>
      <p:sp>
        <p:nvSpPr>
          <p:cNvPr id="12" name="Text Placeholder 3">
            <a:extLst>
              <a:ext uri="{FF2B5EF4-FFF2-40B4-BE49-F238E27FC236}">
                <a16:creationId xmlns:a16="http://schemas.microsoft.com/office/drawing/2014/main" id="{096EBD33-E0A7-064A-B661-81AD68C0BB90}"/>
              </a:ext>
            </a:extLst>
          </p:cNvPr>
          <p:cNvSpPr>
            <a:spLocks noGrp="1"/>
          </p:cNvSpPr>
          <p:nvPr>
            <p:ph type="body" sz="quarter" idx="11" hasCustomPrompt="1"/>
          </p:nvPr>
        </p:nvSpPr>
        <p:spPr>
          <a:xfrm>
            <a:off x="1188720" y="5577840"/>
            <a:ext cx="5166360" cy="914400"/>
          </a:xfrm>
        </p:spPr>
        <p:txBody>
          <a:bodyPr anchor="b" anchorCtr="0">
            <a:noAutofit/>
          </a:bodyPr>
          <a:lstStyle>
            <a:lvl1pPr marL="0" indent="0">
              <a:spcBef>
                <a:spcPts val="0"/>
              </a:spcBef>
              <a:buFontTx/>
              <a:buNone/>
              <a:defRPr sz="1600" b="1">
                <a:solidFill>
                  <a:schemeClr val="tx1"/>
                </a:solidFill>
                <a:latin typeface="Aptos Light" panose="020B0004020202020204" pitchFamily="34" charset="0"/>
              </a:defRPr>
            </a:lvl1pPr>
            <a:lvl2pPr marL="0" indent="0">
              <a:spcBef>
                <a:spcPts val="0"/>
              </a:spcBef>
              <a:buFontTx/>
              <a:buNone/>
              <a:defRPr sz="1600">
                <a:solidFill>
                  <a:schemeClr val="tx1"/>
                </a:solidFill>
              </a:defRPr>
            </a:lvl2pPr>
            <a:lvl3pPr marL="0" indent="0">
              <a:spcBef>
                <a:spcPts val="0"/>
              </a:spcBef>
              <a:buFontTx/>
              <a:buNone/>
              <a:defRPr sz="1600">
                <a:solidFill>
                  <a:schemeClr val="tx1"/>
                </a:solidFill>
              </a:defRPr>
            </a:lvl3pPr>
            <a:lvl4pPr marL="0" indent="0">
              <a:spcBef>
                <a:spcPts val="0"/>
              </a:spcBef>
              <a:buFontTx/>
              <a:buNone/>
              <a:defRPr sz="1600">
                <a:solidFill>
                  <a:schemeClr val="tx1"/>
                </a:solidFill>
              </a:defRPr>
            </a:lvl4pPr>
            <a:lvl5pPr marL="0" indent="0">
              <a:spcBef>
                <a:spcPts val="0"/>
              </a:spcBef>
              <a:buFontTx/>
              <a:buNone/>
              <a:defRPr sz="1600">
                <a:solidFill>
                  <a:schemeClr val="tx1"/>
                </a:solidFill>
              </a:defRPr>
            </a:lvl5pPr>
            <a:lvl6pPr marL="0" indent="0">
              <a:spcBef>
                <a:spcPts val="0"/>
              </a:spcBef>
              <a:buFontTx/>
              <a:buNone/>
              <a:defRPr sz="1600">
                <a:solidFill>
                  <a:schemeClr val="tx1"/>
                </a:solidFill>
              </a:defRPr>
            </a:lvl6pPr>
            <a:lvl7pPr marL="0" indent="0">
              <a:spcBef>
                <a:spcPts val="0"/>
              </a:spcBef>
              <a:buFontTx/>
              <a:buNone/>
              <a:defRPr sz="1600">
                <a:solidFill>
                  <a:schemeClr val="tx1"/>
                </a:solidFill>
              </a:defRPr>
            </a:lvl7pPr>
            <a:lvl8pPr marL="0" indent="0">
              <a:spcBef>
                <a:spcPts val="0"/>
              </a:spcBef>
              <a:buFontTx/>
              <a:buNone/>
              <a:defRPr sz="1600">
                <a:solidFill>
                  <a:schemeClr val="tx1"/>
                </a:solidFill>
              </a:defRPr>
            </a:lvl8pPr>
            <a:lvl9pPr marL="0" indent="0">
              <a:spcBef>
                <a:spcPts val="0"/>
              </a:spcBef>
              <a:buFontTx/>
              <a:buNone/>
              <a:defRPr sz="1600">
                <a:solidFill>
                  <a:schemeClr val="tx1"/>
                </a:solidFill>
              </a:defRPr>
            </a:lvl9pPr>
          </a:lstStyle>
          <a:p>
            <a:pPr lvl="0"/>
            <a:r>
              <a:rPr lang="en-US"/>
              <a:t>[Month 00, 0000]</a:t>
            </a:r>
            <a:br>
              <a:rPr lang="en-US"/>
            </a:br>
            <a:r>
              <a:rPr lang="en-US"/>
              <a:t>[Presenter Name]</a:t>
            </a:r>
            <a:br>
              <a:rPr lang="en-US"/>
            </a:br>
            <a:r>
              <a:rPr lang="en-US"/>
              <a:t>[Title]</a:t>
            </a:r>
          </a:p>
        </p:txBody>
      </p:sp>
      <p:sp>
        <p:nvSpPr>
          <p:cNvPr id="10" name="Picture Placeholder 4">
            <a:extLst>
              <a:ext uri="{FF2B5EF4-FFF2-40B4-BE49-F238E27FC236}">
                <a16:creationId xmlns:a16="http://schemas.microsoft.com/office/drawing/2014/main" id="{2BFAF5D7-E03E-9E44-ABB8-3AFA83714D07}"/>
              </a:ext>
            </a:extLst>
          </p:cNvPr>
          <p:cNvSpPr>
            <a:spLocks noGrp="1"/>
          </p:cNvSpPr>
          <p:nvPr>
            <p:ph type="pic" sz="quarter" idx="10" hasCustomPrompt="1"/>
          </p:nvPr>
        </p:nvSpPr>
        <p:spPr>
          <a:xfrm>
            <a:off x="6657340" y="2148840"/>
            <a:ext cx="5166360" cy="4343400"/>
          </a:xfrm>
          <a:solidFill>
            <a:srgbClr val="D7E0E3"/>
          </a:solidFill>
        </p:spPr>
        <p:txBody>
          <a:bodyPr anchor="ctr" anchorCtr="0">
            <a:normAutofit/>
          </a:bodyPr>
          <a:lstStyle>
            <a:lvl1pPr marL="0" indent="0" algn="ctr">
              <a:buFontTx/>
              <a:buNone/>
              <a:defRPr sz="1200">
                <a:latin typeface="Aptos Light" panose="020B0004020202020204" pitchFamily="34" charset="0"/>
              </a:defRPr>
            </a:lvl1pPr>
          </a:lstStyle>
          <a:p>
            <a:r>
              <a:rPr lang="en-US"/>
              <a:t>[Click icon to insert photo]</a:t>
            </a:r>
          </a:p>
        </p:txBody>
      </p:sp>
    </p:spTree>
    <p:extLst>
      <p:ext uri="{BB962C8B-B14F-4D97-AF65-F5344CB8AC3E}">
        <p14:creationId xmlns:p14="http://schemas.microsoft.com/office/powerpoint/2010/main" val="5646128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090" userDrawn="1">
          <p15:clr>
            <a:srgbClr val="FBAE40"/>
          </p15:clr>
        </p15:guide>
        <p15:guide id="2" pos="748" userDrawn="1">
          <p15:clr>
            <a:srgbClr val="FBAE40"/>
          </p15:clr>
        </p15:guide>
        <p15:guide id="3" pos="4192" userDrawn="1">
          <p15:clr>
            <a:srgbClr val="FBAE40"/>
          </p15:clr>
        </p15:guide>
        <p15:guide id="4" pos="4004" userDrawn="1">
          <p15:clr>
            <a:srgbClr val="FBAE40"/>
          </p15:clr>
        </p15:guide>
        <p15:guide id="5" orient="horz" pos="776"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Cover slide option 3">
    <p:bg>
      <p:bgRef idx="1001">
        <a:schemeClr val="bg1"/>
      </p:bgRef>
    </p:bg>
    <p:spTree>
      <p:nvGrpSpPr>
        <p:cNvPr id="1" name=""/>
        <p:cNvGrpSpPr/>
        <p:nvPr/>
      </p:nvGrpSpPr>
      <p:grpSpPr>
        <a:xfrm>
          <a:off x="0" y="0"/>
          <a:ext cx="0" cy="0"/>
          <a:chOff x="0" y="0"/>
          <a:chExt cx="0" cy="0"/>
        </a:xfrm>
      </p:grpSpPr>
      <p:sp>
        <p:nvSpPr>
          <p:cNvPr id="5" name="UST" descr="UST">
            <a:extLst>
              <a:ext uri="{FF2B5EF4-FFF2-40B4-BE49-F238E27FC236}">
                <a16:creationId xmlns:a16="http://schemas.microsoft.com/office/drawing/2014/main" id="{B5100F4C-957F-DD4E-8499-CC403AD1E86D}"/>
              </a:ext>
            </a:extLst>
          </p:cNvPr>
          <p:cNvSpPr>
            <a:spLocks noChangeAspect="1" noEditPoints="1"/>
          </p:cNvSpPr>
          <p:nvPr/>
        </p:nvSpPr>
        <p:spPr bwMode="black">
          <a:xfrm>
            <a:off x="365125" y="358775"/>
            <a:ext cx="731520" cy="809172"/>
          </a:xfrm>
          <a:custGeom>
            <a:avLst/>
            <a:gdLst>
              <a:gd name="T0" fmla="*/ 3605 w 3998"/>
              <a:gd name="T1" fmla="*/ 3263 h 4415"/>
              <a:gd name="T2" fmla="*/ 3605 w 3998"/>
              <a:gd name="T3" fmla="*/ 3263 h 4415"/>
              <a:gd name="T4" fmla="*/ 2969 w 3998"/>
              <a:gd name="T5" fmla="*/ 3263 h 4415"/>
              <a:gd name="T6" fmla="*/ 2969 w 3998"/>
              <a:gd name="T7" fmla="*/ 3899 h 4415"/>
              <a:gd name="T8" fmla="*/ 3605 w 3998"/>
              <a:gd name="T9" fmla="*/ 3899 h 4415"/>
              <a:gd name="T10" fmla="*/ 3605 w 3998"/>
              <a:gd name="T11" fmla="*/ 3263 h 4415"/>
              <a:gd name="T12" fmla="*/ 3450 w 3998"/>
              <a:gd name="T13" fmla="*/ 703 h 4415"/>
              <a:gd name="T14" fmla="*/ 3450 w 3998"/>
              <a:gd name="T15" fmla="*/ 703 h 4415"/>
              <a:gd name="T16" fmla="*/ 3308 w 3998"/>
              <a:gd name="T17" fmla="*/ 668 h 4415"/>
              <a:gd name="T18" fmla="*/ 3077 w 3998"/>
              <a:gd name="T19" fmla="*/ 505 h 4415"/>
              <a:gd name="T20" fmla="*/ 3308 w 3998"/>
              <a:gd name="T21" fmla="*/ 383 h 4415"/>
              <a:gd name="T22" fmla="*/ 3661 w 3998"/>
              <a:gd name="T23" fmla="*/ 530 h 4415"/>
              <a:gd name="T24" fmla="*/ 3940 w 3998"/>
              <a:gd name="T25" fmla="*/ 305 h 4415"/>
              <a:gd name="T26" fmla="*/ 3310 w 3998"/>
              <a:gd name="T27" fmla="*/ 0 h 4415"/>
              <a:gd name="T28" fmla="*/ 2629 w 3998"/>
              <a:gd name="T29" fmla="*/ 517 h 4415"/>
              <a:gd name="T30" fmla="*/ 3182 w 3998"/>
              <a:gd name="T31" fmla="*/ 1056 h 4415"/>
              <a:gd name="T32" fmla="*/ 3331 w 3998"/>
              <a:gd name="T33" fmla="*/ 1093 h 4415"/>
              <a:gd name="T34" fmla="*/ 3531 w 3998"/>
              <a:gd name="T35" fmla="*/ 1229 h 4415"/>
              <a:gd name="T36" fmla="*/ 3266 w 3998"/>
              <a:gd name="T37" fmla="*/ 1367 h 4415"/>
              <a:gd name="T38" fmla="*/ 2854 w 3998"/>
              <a:gd name="T39" fmla="*/ 1184 h 4415"/>
              <a:gd name="T40" fmla="*/ 2576 w 3998"/>
              <a:gd name="T41" fmla="*/ 1409 h 4415"/>
              <a:gd name="T42" fmla="*/ 3268 w 3998"/>
              <a:gd name="T43" fmla="*/ 1736 h 4415"/>
              <a:gd name="T44" fmla="*/ 3998 w 3998"/>
              <a:gd name="T45" fmla="*/ 1217 h 4415"/>
              <a:gd name="T46" fmla="*/ 3450 w 3998"/>
              <a:gd name="T47" fmla="*/ 703 h 4415"/>
              <a:gd name="T48" fmla="*/ 1451 w 3998"/>
              <a:gd name="T49" fmla="*/ 2778 h 4415"/>
              <a:gd name="T50" fmla="*/ 1451 w 3998"/>
              <a:gd name="T51" fmla="*/ 2778 h 4415"/>
              <a:gd name="T52" fmla="*/ 24 w 3998"/>
              <a:gd name="T53" fmla="*/ 2778 h 4415"/>
              <a:gd name="T54" fmla="*/ 24 w 3998"/>
              <a:gd name="T55" fmla="*/ 3168 h 4415"/>
              <a:gd name="T56" fmla="*/ 512 w 3998"/>
              <a:gd name="T57" fmla="*/ 3168 h 4415"/>
              <a:gd name="T58" fmla="*/ 512 w 3998"/>
              <a:gd name="T59" fmla="*/ 4415 h 4415"/>
              <a:gd name="T60" fmla="*/ 963 w 3998"/>
              <a:gd name="T61" fmla="*/ 4415 h 4415"/>
              <a:gd name="T62" fmla="*/ 963 w 3998"/>
              <a:gd name="T63" fmla="*/ 3168 h 4415"/>
              <a:gd name="T64" fmla="*/ 1451 w 3998"/>
              <a:gd name="T65" fmla="*/ 3168 h 4415"/>
              <a:gd name="T66" fmla="*/ 1451 w 3998"/>
              <a:gd name="T67" fmla="*/ 2778 h 4415"/>
              <a:gd name="T68" fmla="*/ 1026 w 3998"/>
              <a:gd name="T69" fmla="*/ 48 h 4415"/>
              <a:gd name="T70" fmla="*/ 1026 w 3998"/>
              <a:gd name="T71" fmla="*/ 48 h 4415"/>
              <a:gd name="T72" fmla="*/ 1475 w 3998"/>
              <a:gd name="T73" fmla="*/ 48 h 4415"/>
              <a:gd name="T74" fmla="*/ 1475 w 3998"/>
              <a:gd name="T75" fmla="*/ 1015 h 4415"/>
              <a:gd name="T76" fmla="*/ 741 w 3998"/>
              <a:gd name="T77" fmla="*/ 1736 h 4415"/>
              <a:gd name="T78" fmla="*/ 0 w 3998"/>
              <a:gd name="T79" fmla="*/ 1015 h 4415"/>
              <a:gd name="T80" fmla="*/ 0 w 3998"/>
              <a:gd name="T81" fmla="*/ 48 h 4415"/>
              <a:gd name="T82" fmla="*/ 449 w 3998"/>
              <a:gd name="T83" fmla="*/ 48 h 4415"/>
              <a:gd name="T84" fmla="*/ 449 w 3998"/>
              <a:gd name="T85" fmla="*/ 1018 h 4415"/>
              <a:gd name="T86" fmla="*/ 739 w 3998"/>
              <a:gd name="T87" fmla="*/ 1321 h 4415"/>
              <a:gd name="T88" fmla="*/ 1026 w 3998"/>
              <a:gd name="T89" fmla="*/ 1018 h 4415"/>
              <a:gd name="T90" fmla="*/ 1026 w 3998"/>
              <a:gd name="T91" fmla="*/ 48 h 4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998" h="4415">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rgbClr val="231F2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ptos Light" panose="020B0004020202020204" pitchFamily="34" charset="0"/>
            </a:endParaRPr>
          </a:p>
        </p:txBody>
      </p:sp>
      <p:sp>
        <p:nvSpPr>
          <p:cNvPr id="2" name="Title 1">
            <a:extLst>
              <a:ext uri="{FF2B5EF4-FFF2-40B4-BE49-F238E27FC236}">
                <a16:creationId xmlns:a16="http://schemas.microsoft.com/office/drawing/2014/main" id="{DD93F370-0603-42F8-A7D8-E3390EE70687}"/>
              </a:ext>
            </a:extLst>
          </p:cNvPr>
          <p:cNvSpPr>
            <a:spLocks noGrp="1"/>
          </p:cNvSpPr>
          <p:nvPr>
            <p:ph type="ctrTitle" hasCustomPrompt="1"/>
          </p:nvPr>
        </p:nvSpPr>
        <p:spPr>
          <a:xfrm>
            <a:off x="6657340" y="365759"/>
            <a:ext cx="5166360" cy="3200400"/>
          </a:xfrm>
          <a:solidFill>
            <a:srgbClr val="006E74"/>
          </a:solidFill>
        </p:spPr>
        <p:txBody>
          <a:bodyPr lIns="274320" tIns="274320" rIns="274320" bIns="274320" anchor="t" anchorCtr="0"/>
          <a:lstStyle>
            <a:lvl1pPr algn="l">
              <a:defRPr sz="3200" b="0" spc="0" baseline="0">
                <a:solidFill>
                  <a:schemeClr val="bg1"/>
                </a:solidFill>
                <a:latin typeface="Aptos Light" panose="020B0004020202020204" pitchFamily="34" charset="0"/>
              </a:defRPr>
            </a:lvl1pPr>
          </a:lstStyle>
          <a:p>
            <a:r>
              <a:rPr lang="en-US"/>
              <a:t>[Presentation title]</a:t>
            </a:r>
          </a:p>
        </p:txBody>
      </p:sp>
      <p:sp>
        <p:nvSpPr>
          <p:cNvPr id="3" name="Subtitle 2">
            <a:extLst>
              <a:ext uri="{FF2B5EF4-FFF2-40B4-BE49-F238E27FC236}">
                <a16:creationId xmlns:a16="http://schemas.microsoft.com/office/drawing/2014/main" id="{4077195B-8D8D-4BD5-8ADD-A390F24676CD}"/>
              </a:ext>
            </a:extLst>
          </p:cNvPr>
          <p:cNvSpPr>
            <a:spLocks noGrp="1"/>
          </p:cNvSpPr>
          <p:nvPr>
            <p:ph type="subTitle" idx="1" hasCustomPrompt="1"/>
          </p:nvPr>
        </p:nvSpPr>
        <p:spPr bwMode="gray">
          <a:xfrm>
            <a:off x="6931152" y="2651760"/>
            <a:ext cx="4617720" cy="685800"/>
          </a:xfrm>
        </p:spPr>
        <p:txBody>
          <a:bodyPr anchor="t" anchorCtr="0">
            <a:noAutofit/>
          </a:bodyPr>
          <a:lstStyle>
            <a:lvl1pPr marL="0" indent="0" algn="l">
              <a:spcBef>
                <a:spcPts val="0"/>
              </a:spcBef>
              <a:buNone/>
              <a:defRPr sz="2000" b="0">
                <a:solidFill>
                  <a:schemeClr val="bg1"/>
                </a:solidFill>
                <a:latin typeface="Aptos Light" panose="020B0004020202020204" pitchFamily="34" charset="0"/>
              </a:defRPr>
            </a:lvl1pPr>
            <a:lvl2pPr marL="0" indent="0" algn="l">
              <a:spcBef>
                <a:spcPts val="0"/>
              </a:spcBef>
              <a:buNone/>
              <a:defRPr sz="2000">
                <a:solidFill>
                  <a:schemeClr val="bg1"/>
                </a:solidFill>
              </a:defRPr>
            </a:lvl2pPr>
            <a:lvl3pPr marL="0" indent="0" algn="l">
              <a:spcBef>
                <a:spcPts val="0"/>
              </a:spcBef>
              <a:buNone/>
              <a:defRPr sz="2000">
                <a:solidFill>
                  <a:schemeClr val="bg1"/>
                </a:solidFill>
              </a:defRPr>
            </a:lvl3pPr>
            <a:lvl4pPr marL="0" indent="0" algn="l">
              <a:spcBef>
                <a:spcPts val="0"/>
              </a:spcBef>
              <a:buNone/>
              <a:defRPr sz="2000">
                <a:solidFill>
                  <a:schemeClr val="bg1"/>
                </a:solidFill>
              </a:defRPr>
            </a:lvl4pPr>
            <a:lvl5pPr marL="0" indent="0" algn="l">
              <a:spcBef>
                <a:spcPts val="0"/>
              </a:spcBef>
              <a:buNone/>
              <a:defRPr sz="2000">
                <a:solidFill>
                  <a:schemeClr val="bg1"/>
                </a:solidFill>
              </a:defRPr>
            </a:lvl5pPr>
            <a:lvl6pPr marL="0" indent="0" algn="l">
              <a:spcBef>
                <a:spcPts val="0"/>
              </a:spcBef>
              <a:buNone/>
              <a:defRPr sz="2000">
                <a:solidFill>
                  <a:schemeClr val="bg1"/>
                </a:solidFill>
              </a:defRPr>
            </a:lvl6pPr>
            <a:lvl7pPr marL="0" indent="0" algn="l">
              <a:spcBef>
                <a:spcPts val="0"/>
              </a:spcBef>
              <a:buNone/>
              <a:defRPr sz="2000">
                <a:solidFill>
                  <a:schemeClr val="bg1"/>
                </a:solidFill>
              </a:defRPr>
            </a:lvl7pPr>
            <a:lvl8pPr marL="0" indent="0" algn="l">
              <a:spcBef>
                <a:spcPts val="0"/>
              </a:spcBef>
              <a:buNone/>
              <a:defRPr sz="2000">
                <a:solidFill>
                  <a:schemeClr val="bg1"/>
                </a:solidFill>
              </a:defRPr>
            </a:lvl8pPr>
            <a:lvl9pPr marL="0" indent="0" algn="l">
              <a:spcBef>
                <a:spcPts val="0"/>
              </a:spcBef>
              <a:buNone/>
              <a:defRPr sz="2000">
                <a:solidFill>
                  <a:schemeClr val="bg1"/>
                </a:solidFill>
              </a:defRPr>
            </a:lvl9pPr>
          </a:lstStyle>
          <a:p>
            <a:r>
              <a:rPr lang="en-US"/>
              <a:t>[Optional subtitle]</a:t>
            </a:r>
          </a:p>
        </p:txBody>
      </p:sp>
      <p:sp>
        <p:nvSpPr>
          <p:cNvPr id="12" name="Text Placeholder 3">
            <a:extLst>
              <a:ext uri="{FF2B5EF4-FFF2-40B4-BE49-F238E27FC236}">
                <a16:creationId xmlns:a16="http://schemas.microsoft.com/office/drawing/2014/main" id="{096EBD33-E0A7-064A-B661-81AD68C0BB90}"/>
              </a:ext>
            </a:extLst>
          </p:cNvPr>
          <p:cNvSpPr>
            <a:spLocks noGrp="1"/>
          </p:cNvSpPr>
          <p:nvPr>
            <p:ph type="body" sz="quarter" idx="11" hasCustomPrompt="1"/>
          </p:nvPr>
        </p:nvSpPr>
        <p:spPr>
          <a:xfrm>
            <a:off x="6657340" y="5577840"/>
            <a:ext cx="5166360" cy="914400"/>
          </a:xfrm>
        </p:spPr>
        <p:txBody>
          <a:bodyPr anchor="b" anchorCtr="0">
            <a:noAutofit/>
          </a:bodyPr>
          <a:lstStyle>
            <a:lvl1pPr marL="0" indent="0">
              <a:spcBef>
                <a:spcPts val="0"/>
              </a:spcBef>
              <a:buFontTx/>
              <a:buNone/>
              <a:defRPr sz="1600" b="1">
                <a:solidFill>
                  <a:schemeClr val="tx1"/>
                </a:solidFill>
                <a:latin typeface="Aptos Light" panose="020B0004020202020204" pitchFamily="34" charset="0"/>
              </a:defRPr>
            </a:lvl1pPr>
            <a:lvl2pPr marL="0" indent="0">
              <a:spcBef>
                <a:spcPts val="0"/>
              </a:spcBef>
              <a:buFontTx/>
              <a:buNone/>
              <a:defRPr sz="1600">
                <a:solidFill>
                  <a:schemeClr val="tx1"/>
                </a:solidFill>
              </a:defRPr>
            </a:lvl2pPr>
            <a:lvl3pPr marL="0" indent="0">
              <a:spcBef>
                <a:spcPts val="0"/>
              </a:spcBef>
              <a:buFontTx/>
              <a:buNone/>
              <a:defRPr sz="1600">
                <a:solidFill>
                  <a:schemeClr val="tx1"/>
                </a:solidFill>
              </a:defRPr>
            </a:lvl3pPr>
            <a:lvl4pPr marL="0" indent="0">
              <a:spcBef>
                <a:spcPts val="0"/>
              </a:spcBef>
              <a:buFontTx/>
              <a:buNone/>
              <a:defRPr sz="1600">
                <a:solidFill>
                  <a:schemeClr val="tx1"/>
                </a:solidFill>
              </a:defRPr>
            </a:lvl4pPr>
            <a:lvl5pPr marL="0" indent="0">
              <a:spcBef>
                <a:spcPts val="0"/>
              </a:spcBef>
              <a:buFontTx/>
              <a:buNone/>
              <a:defRPr sz="1600">
                <a:solidFill>
                  <a:schemeClr val="tx1"/>
                </a:solidFill>
              </a:defRPr>
            </a:lvl5pPr>
            <a:lvl6pPr marL="0" indent="0">
              <a:spcBef>
                <a:spcPts val="0"/>
              </a:spcBef>
              <a:buFontTx/>
              <a:buNone/>
              <a:defRPr sz="1600">
                <a:solidFill>
                  <a:schemeClr val="tx1"/>
                </a:solidFill>
              </a:defRPr>
            </a:lvl6pPr>
            <a:lvl7pPr marL="0" indent="0">
              <a:spcBef>
                <a:spcPts val="0"/>
              </a:spcBef>
              <a:buFontTx/>
              <a:buNone/>
              <a:defRPr sz="1600">
                <a:solidFill>
                  <a:schemeClr val="tx1"/>
                </a:solidFill>
              </a:defRPr>
            </a:lvl7pPr>
            <a:lvl8pPr marL="0" indent="0">
              <a:spcBef>
                <a:spcPts val="0"/>
              </a:spcBef>
              <a:buFontTx/>
              <a:buNone/>
              <a:defRPr sz="1600">
                <a:solidFill>
                  <a:schemeClr val="tx1"/>
                </a:solidFill>
              </a:defRPr>
            </a:lvl8pPr>
            <a:lvl9pPr marL="0" indent="0">
              <a:spcBef>
                <a:spcPts val="0"/>
              </a:spcBef>
              <a:buFontTx/>
              <a:buNone/>
              <a:defRPr sz="1600">
                <a:solidFill>
                  <a:schemeClr val="tx1"/>
                </a:solidFill>
              </a:defRPr>
            </a:lvl9pPr>
          </a:lstStyle>
          <a:p>
            <a:pPr lvl="0"/>
            <a:r>
              <a:rPr lang="en-US"/>
              <a:t>[Month 00, 0000]</a:t>
            </a:r>
            <a:br>
              <a:rPr lang="en-US"/>
            </a:br>
            <a:r>
              <a:rPr lang="en-US"/>
              <a:t>[Presenter Name]</a:t>
            </a:r>
            <a:br>
              <a:rPr lang="en-US"/>
            </a:br>
            <a:r>
              <a:rPr lang="en-US"/>
              <a:t>[Title]</a:t>
            </a:r>
          </a:p>
        </p:txBody>
      </p:sp>
      <p:sp>
        <p:nvSpPr>
          <p:cNvPr id="10" name="Picture Placeholder 4">
            <a:extLst>
              <a:ext uri="{FF2B5EF4-FFF2-40B4-BE49-F238E27FC236}">
                <a16:creationId xmlns:a16="http://schemas.microsoft.com/office/drawing/2014/main" id="{2BFAF5D7-E03E-9E44-ABB8-3AFA83714D07}"/>
              </a:ext>
            </a:extLst>
          </p:cNvPr>
          <p:cNvSpPr>
            <a:spLocks noGrp="1"/>
          </p:cNvSpPr>
          <p:nvPr>
            <p:ph type="pic" sz="quarter" idx="10" hasCustomPrompt="1"/>
          </p:nvPr>
        </p:nvSpPr>
        <p:spPr>
          <a:xfrm>
            <a:off x="1188720" y="1234440"/>
            <a:ext cx="5166360" cy="5257800"/>
          </a:xfrm>
          <a:solidFill>
            <a:srgbClr val="D7E0E3"/>
          </a:solidFill>
        </p:spPr>
        <p:txBody>
          <a:bodyPr anchor="ctr" anchorCtr="0">
            <a:normAutofit/>
          </a:bodyPr>
          <a:lstStyle>
            <a:lvl1pPr marL="0" indent="0" algn="ctr">
              <a:buFontTx/>
              <a:buNone/>
              <a:defRPr sz="1200">
                <a:latin typeface="Aptos Light" panose="020B0004020202020204" pitchFamily="34" charset="0"/>
              </a:defRPr>
            </a:lvl1pPr>
          </a:lstStyle>
          <a:p>
            <a:r>
              <a:rPr lang="en-US"/>
              <a:t>[Click icon to insert photo]</a:t>
            </a:r>
          </a:p>
        </p:txBody>
      </p:sp>
    </p:spTree>
    <p:extLst>
      <p:ext uri="{BB962C8B-B14F-4D97-AF65-F5344CB8AC3E}">
        <p14:creationId xmlns:p14="http://schemas.microsoft.com/office/powerpoint/2010/main" val="121103061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090" userDrawn="1">
          <p15:clr>
            <a:srgbClr val="FBAE40"/>
          </p15:clr>
        </p15:guide>
        <p15:guide id="2" pos="4004" userDrawn="1">
          <p15:clr>
            <a:srgbClr val="FBAE40"/>
          </p15:clr>
        </p15:guide>
        <p15:guide id="3" pos="4192" userDrawn="1">
          <p15:clr>
            <a:srgbClr val="FBAE40"/>
          </p15:clr>
        </p15:guide>
        <p15:guide id="4" orient="horz" pos="776" userDrawn="1">
          <p15:clr>
            <a:srgbClr val="FBAE40"/>
          </p15:clr>
        </p15:guide>
        <p15:guide id="5" pos="748"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Cover slide option 4">
    <p:bg>
      <p:bgRef idx="1001">
        <a:schemeClr val="bg1"/>
      </p:bgRef>
    </p:bg>
    <p:spTree>
      <p:nvGrpSpPr>
        <p:cNvPr id="1" name=""/>
        <p:cNvGrpSpPr/>
        <p:nvPr/>
      </p:nvGrpSpPr>
      <p:grpSpPr>
        <a:xfrm>
          <a:off x="0" y="0"/>
          <a:ext cx="0" cy="0"/>
          <a:chOff x="0" y="0"/>
          <a:chExt cx="0" cy="0"/>
        </a:xfrm>
      </p:grpSpPr>
      <p:sp>
        <p:nvSpPr>
          <p:cNvPr id="10" name="Picture Placeholder 4">
            <a:extLst>
              <a:ext uri="{FF2B5EF4-FFF2-40B4-BE49-F238E27FC236}">
                <a16:creationId xmlns:a16="http://schemas.microsoft.com/office/drawing/2014/main" id="{2BFAF5D7-E03E-9E44-ABB8-3AFA83714D07}"/>
              </a:ext>
            </a:extLst>
          </p:cNvPr>
          <p:cNvSpPr>
            <a:spLocks noGrp="1"/>
          </p:cNvSpPr>
          <p:nvPr>
            <p:ph type="pic" sz="quarter" idx="10" hasCustomPrompt="1"/>
          </p:nvPr>
        </p:nvSpPr>
        <p:spPr>
          <a:xfrm>
            <a:off x="4137660" y="-1"/>
            <a:ext cx="8054340" cy="6856615"/>
          </a:xfrm>
          <a:solidFill>
            <a:srgbClr val="D7E0E3"/>
          </a:solidFill>
        </p:spPr>
        <p:txBody>
          <a:bodyPr anchor="ctr" anchorCtr="0">
            <a:normAutofit/>
          </a:bodyPr>
          <a:lstStyle>
            <a:lvl1pPr marL="0" indent="0" algn="ctr">
              <a:buFontTx/>
              <a:buNone/>
              <a:defRPr sz="1200">
                <a:latin typeface="Aptos Light" panose="020B0004020202020204" pitchFamily="34" charset="0"/>
              </a:defRPr>
            </a:lvl1pPr>
          </a:lstStyle>
          <a:p>
            <a:r>
              <a:rPr lang="en-US"/>
              <a:t>[Click icon to insert photo]</a:t>
            </a:r>
          </a:p>
        </p:txBody>
      </p:sp>
      <p:sp>
        <p:nvSpPr>
          <p:cNvPr id="5" name="UST" descr="UST">
            <a:extLst>
              <a:ext uri="{FF2B5EF4-FFF2-40B4-BE49-F238E27FC236}">
                <a16:creationId xmlns:a16="http://schemas.microsoft.com/office/drawing/2014/main" id="{B5100F4C-957F-DD4E-8499-CC403AD1E86D}"/>
              </a:ext>
            </a:extLst>
          </p:cNvPr>
          <p:cNvSpPr>
            <a:spLocks noChangeAspect="1" noEditPoints="1"/>
          </p:cNvSpPr>
          <p:nvPr/>
        </p:nvSpPr>
        <p:spPr bwMode="black">
          <a:xfrm>
            <a:off x="365125" y="358775"/>
            <a:ext cx="731520" cy="809172"/>
          </a:xfrm>
          <a:custGeom>
            <a:avLst/>
            <a:gdLst>
              <a:gd name="T0" fmla="*/ 3605 w 3998"/>
              <a:gd name="T1" fmla="*/ 3263 h 4415"/>
              <a:gd name="T2" fmla="*/ 3605 w 3998"/>
              <a:gd name="T3" fmla="*/ 3263 h 4415"/>
              <a:gd name="T4" fmla="*/ 2969 w 3998"/>
              <a:gd name="T5" fmla="*/ 3263 h 4415"/>
              <a:gd name="T6" fmla="*/ 2969 w 3998"/>
              <a:gd name="T7" fmla="*/ 3899 h 4415"/>
              <a:gd name="T8" fmla="*/ 3605 w 3998"/>
              <a:gd name="T9" fmla="*/ 3899 h 4415"/>
              <a:gd name="T10" fmla="*/ 3605 w 3998"/>
              <a:gd name="T11" fmla="*/ 3263 h 4415"/>
              <a:gd name="T12" fmla="*/ 3450 w 3998"/>
              <a:gd name="T13" fmla="*/ 703 h 4415"/>
              <a:gd name="T14" fmla="*/ 3450 w 3998"/>
              <a:gd name="T15" fmla="*/ 703 h 4415"/>
              <a:gd name="T16" fmla="*/ 3308 w 3998"/>
              <a:gd name="T17" fmla="*/ 668 h 4415"/>
              <a:gd name="T18" fmla="*/ 3077 w 3998"/>
              <a:gd name="T19" fmla="*/ 505 h 4415"/>
              <a:gd name="T20" fmla="*/ 3308 w 3998"/>
              <a:gd name="T21" fmla="*/ 383 h 4415"/>
              <a:gd name="T22" fmla="*/ 3661 w 3998"/>
              <a:gd name="T23" fmla="*/ 530 h 4415"/>
              <a:gd name="T24" fmla="*/ 3940 w 3998"/>
              <a:gd name="T25" fmla="*/ 305 h 4415"/>
              <a:gd name="T26" fmla="*/ 3310 w 3998"/>
              <a:gd name="T27" fmla="*/ 0 h 4415"/>
              <a:gd name="T28" fmla="*/ 2629 w 3998"/>
              <a:gd name="T29" fmla="*/ 517 h 4415"/>
              <a:gd name="T30" fmla="*/ 3182 w 3998"/>
              <a:gd name="T31" fmla="*/ 1056 h 4415"/>
              <a:gd name="T32" fmla="*/ 3331 w 3998"/>
              <a:gd name="T33" fmla="*/ 1093 h 4415"/>
              <a:gd name="T34" fmla="*/ 3531 w 3998"/>
              <a:gd name="T35" fmla="*/ 1229 h 4415"/>
              <a:gd name="T36" fmla="*/ 3266 w 3998"/>
              <a:gd name="T37" fmla="*/ 1367 h 4415"/>
              <a:gd name="T38" fmla="*/ 2854 w 3998"/>
              <a:gd name="T39" fmla="*/ 1184 h 4415"/>
              <a:gd name="T40" fmla="*/ 2576 w 3998"/>
              <a:gd name="T41" fmla="*/ 1409 h 4415"/>
              <a:gd name="T42" fmla="*/ 3268 w 3998"/>
              <a:gd name="T43" fmla="*/ 1736 h 4415"/>
              <a:gd name="T44" fmla="*/ 3998 w 3998"/>
              <a:gd name="T45" fmla="*/ 1217 h 4415"/>
              <a:gd name="T46" fmla="*/ 3450 w 3998"/>
              <a:gd name="T47" fmla="*/ 703 h 4415"/>
              <a:gd name="T48" fmla="*/ 1451 w 3998"/>
              <a:gd name="T49" fmla="*/ 2778 h 4415"/>
              <a:gd name="T50" fmla="*/ 1451 w 3998"/>
              <a:gd name="T51" fmla="*/ 2778 h 4415"/>
              <a:gd name="T52" fmla="*/ 24 w 3998"/>
              <a:gd name="T53" fmla="*/ 2778 h 4415"/>
              <a:gd name="T54" fmla="*/ 24 w 3998"/>
              <a:gd name="T55" fmla="*/ 3168 h 4415"/>
              <a:gd name="T56" fmla="*/ 512 w 3998"/>
              <a:gd name="T57" fmla="*/ 3168 h 4415"/>
              <a:gd name="T58" fmla="*/ 512 w 3998"/>
              <a:gd name="T59" fmla="*/ 4415 h 4415"/>
              <a:gd name="T60" fmla="*/ 963 w 3998"/>
              <a:gd name="T61" fmla="*/ 4415 h 4415"/>
              <a:gd name="T62" fmla="*/ 963 w 3998"/>
              <a:gd name="T63" fmla="*/ 3168 h 4415"/>
              <a:gd name="T64" fmla="*/ 1451 w 3998"/>
              <a:gd name="T65" fmla="*/ 3168 h 4415"/>
              <a:gd name="T66" fmla="*/ 1451 w 3998"/>
              <a:gd name="T67" fmla="*/ 2778 h 4415"/>
              <a:gd name="T68" fmla="*/ 1026 w 3998"/>
              <a:gd name="T69" fmla="*/ 48 h 4415"/>
              <a:gd name="T70" fmla="*/ 1026 w 3998"/>
              <a:gd name="T71" fmla="*/ 48 h 4415"/>
              <a:gd name="T72" fmla="*/ 1475 w 3998"/>
              <a:gd name="T73" fmla="*/ 48 h 4415"/>
              <a:gd name="T74" fmla="*/ 1475 w 3998"/>
              <a:gd name="T75" fmla="*/ 1015 h 4415"/>
              <a:gd name="T76" fmla="*/ 741 w 3998"/>
              <a:gd name="T77" fmla="*/ 1736 h 4415"/>
              <a:gd name="T78" fmla="*/ 0 w 3998"/>
              <a:gd name="T79" fmla="*/ 1015 h 4415"/>
              <a:gd name="T80" fmla="*/ 0 w 3998"/>
              <a:gd name="T81" fmla="*/ 48 h 4415"/>
              <a:gd name="T82" fmla="*/ 449 w 3998"/>
              <a:gd name="T83" fmla="*/ 48 h 4415"/>
              <a:gd name="T84" fmla="*/ 449 w 3998"/>
              <a:gd name="T85" fmla="*/ 1018 h 4415"/>
              <a:gd name="T86" fmla="*/ 739 w 3998"/>
              <a:gd name="T87" fmla="*/ 1321 h 4415"/>
              <a:gd name="T88" fmla="*/ 1026 w 3998"/>
              <a:gd name="T89" fmla="*/ 1018 h 4415"/>
              <a:gd name="T90" fmla="*/ 1026 w 3998"/>
              <a:gd name="T91" fmla="*/ 48 h 4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998" h="4415">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rgbClr val="231F2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ptos Light" panose="020B0004020202020204" pitchFamily="34" charset="0"/>
            </a:endParaRPr>
          </a:p>
        </p:txBody>
      </p:sp>
      <p:sp>
        <p:nvSpPr>
          <p:cNvPr id="2" name="Title 1">
            <a:extLst>
              <a:ext uri="{FF2B5EF4-FFF2-40B4-BE49-F238E27FC236}">
                <a16:creationId xmlns:a16="http://schemas.microsoft.com/office/drawing/2014/main" id="{DD93F370-0603-42F8-A7D8-E3390EE70687}"/>
              </a:ext>
            </a:extLst>
          </p:cNvPr>
          <p:cNvSpPr>
            <a:spLocks noGrp="1"/>
          </p:cNvSpPr>
          <p:nvPr>
            <p:ph type="ctrTitle" hasCustomPrompt="1"/>
          </p:nvPr>
        </p:nvSpPr>
        <p:spPr>
          <a:xfrm>
            <a:off x="1337946" y="1623058"/>
            <a:ext cx="4532630" cy="3737611"/>
          </a:xfrm>
          <a:solidFill>
            <a:srgbClr val="006E74"/>
          </a:solidFill>
        </p:spPr>
        <p:txBody>
          <a:bodyPr lIns="274320" tIns="274320" rIns="274320" bIns="274320" anchor="t" anchorCtr="0"/>
          <a:lstStyle>
            <a:lvl1pPr algn="l">
              <a:defRPr sz="3200" b="0" spc="0" baseline="0">
                <a:solidFill>
                  <a:schemeClr val="bg1"/>
                </a:solidFill>
                <a:latin typeface="Aptos Light" panose="020B0004020202020204" pitchFamily="34" charset="0"/>
              </a:defRPr>
            </a:lvl1pPr>
          </a:lstStyle>
          <a:p>
            <a:r>
              <a:rPr lang="en-US"/>
              <a:t>[Presentation title]</a:t>
            </a:r>
          </a:p>
        </p:txBody>
      </p:sp>
      <p:sp>
        <p:nvSpPr>
          <p:cNvPr id="3" name="Subtitle 2">
            <a:extLst>
              <a:ext uri="{FF2B5EF4-FFF2-40B4-BE49-F238E27FC236}">
                <a16:creationId xmlns:a16="http://schemas.microsoft.com/office/drawing/2014/main" id="{4077195B-8D8D-4BD5-8ADD-A390F24676CD}"/>
              </a:ext>
            </a:extLst>
          </p:cNvPr>
          <p:cNvSpPr>
            <a:spLocks noGrp="1"/>
          </p:cNvSpPr>
          <p:nvPr>
            <p:ph type="subTitle" idx="1" hasCustomPrompt="1"/>
          </p:nvPr>
        </p:nvSpPr>
        <p:spPr bwMode="gray">
          <a:xfrm>
            <a:off x="1630680" y="2903218"/>
            <a:ext cx="3855718" cy="1291591"/>
          </a:xfrm>
        </p:spPr>
        <p:txBody>
          <a:bodyPr anchor="t" anchorCtr="0">
            <a:noAutofit/>
          </a:bodyPr>
          <a:lstStyle>
            <a:lvl1pPr marL="0" indent="0" algn="l">
              <a:spcBef>
                <a:spcPts val="0"/>
              </a:spcBef>
              <a:buNone/>
              <a:defRPr sz="2000" b="0">
                <a:solidFill>
                  <a:schemeClr val="bg1"/>
                </a:solidFill>
                <a:latin typeface="Aptos Light" panose="020B0004020202020204" pitchFamily="34" charset="0"/>
              </a:defRPr>
            </a:lvl1pPr>
            <a:lvl2pPr marL="0" indent="0" algn="l">
              <a:spcBef>
                <a:spcPts val="0"/>
              </a:spcBef>
              <a:buNone/>
              <a:defRPr sz="2000">
                <a:solidFill>
                  <a:schemeClr val="bg1"/>
                </a:solidFill>
              </a:defRPr>
            </a:lvl2pPr>
            <a:lvl3pPr marL="0" indent="0" algn="l">
              <a:spcBef>
                <a:spcPts val="0"/>
              </a:spcBef>
              <a:buNone/>
              <a:defRPr sz="2000">
                <a:solidFill>
                  <a:schemeClr val="bg1"/>
                </a:solidFill>
              </a:defRPr>
            </a:lvl3pPr>
            <a:lvl4pPr marL="0" indent="0" algn="l">
              <a:spcBef>
                <a:spcPts val="0"/>
              </a:spcBef>
              <a:buNone/>
              <a:defRPr sz="2000">
                <a:solidFill>
                  <a:schemeClr val="bg1"/>
                </a:solidFill>
              </a:defRPr>
            </a:lvl4pPr>
            <a:lvl5pPr marL="0" indent="0" algn="l">
              <a:spcBef>
                <a:spcPts val="0"/>
              </a:spcBef>
              <a:buNone/>
              <a:defRPr sz="2000">
                <a:solidFill>
                  <a:schemeClr val="bg1"/>
                </a:solidFill>
              </a:defRPr>
            </a:lvl5pPr>
            <a:lvl6pPr marL="0" indent="0" algn="l">
              <a:spcBef>
                <a:spcPts val="0"/>
              </a:spcBef>
              <a:buNone/>
              <a:defRPr sz="2000">
                <a:solidFill>
                  <a:schemeClr val="bg1"/>
                </a:solidFill>
              </a:defRPr>
            </a:lvl6pPr>
            <a:lvl7pPr marL="0" indent="0" algn="l">
              <a:spcBef>
                <a:spcPts val="0"/>
              </a:spcBef>
              <a:buNone/>
              <a:defRPr sz="2000">
                <a:solidFill>
                  <a:schemeClr val="bg1"/>
                </a:solidFill>
              </a:defRPr>
            </a:lvl7pPr>
            <a:lvl8pPr marL="0" indent="0" algn="l">
              <a:spcBef>
                <a:spcPts val="0"/>
              </a:spcBef>
              <a:buNone/>
              <a:defRPr sz="2000">
                <a:solidFill>
                  <a:schemeClr val="bg1"/>
                </a:solidFill>
              </a:defRPr>
            </a:lvl8pPr>
            <a:lvl9pPr marL="0" indent="0" algn="l">
              <a:spcBef>
                <a:spcPts val="0"/>
              </a:spcBef>
              <a:buNone/>
              <a:defRPr sz="2000">
                <a:solidFill>
                  <a:schemeClr val="bg1"/>
                </a:solidFill>
              </a:defRPr>
            </a:lvl9pPr>
          </a:lstStyle>
          <a:p>
            <a:r>
              <a:rPr lang="en-US"/>
              <a:t>[Optional subtitle]</a:t>
            </a:r>
          </a:p>
        </p:txBody>
      </p:sp>
      <p:sp>
        <p:nvSpPr>
          <p:cNvPr id="12" name="Text Placeholder 3">
            <a:extLst>
              <a:ext uri="{FF2B5EF4-FFF2-40B4-BE49-F238E27FC236}">
                <a16:creationId xmlns:a16="http://schemas.microsoft.com/office/drawing/2014/main" id="{096EBD33-E0A7-064A-B661-81AD68C0BB90}"/>
              </a:ext>
            </a:extLst>
          </p:cNvPr>
          <p:cNvSpPr>
            <a:spLocks noGrp="1"/>
          </p:cNvSpPr>
          <p:nvPr>
            <p:ph type="body" sz="quarter" idx="11" hasCustomPrompt="1"/>
          </p:nvPr>
        </p:nvSpPr>
        <p:spPr>
          <a:xfrm>
            <a:off x="1630680" y="4194809"/>
            <a:ext cx="3855718" cy="914400"/>
          </a:xfrm>
        </p:spPr>
        <p:txBody>
          <a:bodyPr anchor="b" anchorCtr="0">
            <a:noAutofit/>
          </a:bodyPr>
          <a:lstStyle>
            <a:lvl1pPr marL="0" indent="0">
              <a:spcBef>
                <a:spcPts val="0"/>
              </a:spcBef>
              <a:buFontTx/>
              <a:buNone/>
              <a:defRPr sz="1600" b="1">
                <a:solidFill>
                  <a:schemeClr val="bg1"/>
                </a:solidFill>
                <a:latin typeface="Aptos Light" panose="020B0004020202020204" pitchFamily="34" charset="0"/>
              </a:defRPr>
            </a:lvl1pPr>
            <a:lvl2pPr marL="0" indent="0">
              <a:spcBef>
                <a:spcPts val="0"/>
              </a:spcBef>
              <a:buFontTx/>
              <a:buNone/>
              <a:defRPr sz="1600">
                <a:solidFill>
                  <a:schemeClr val="tx1"/>
                </a:solidFill>
              </a:defRPr>
            </a:lvl2pPr>
            <a:lvl3pPr marL="0" indent="0">
              <a:spcBef>
                <a:spcPts val="0"/>
              </a:spcBef>
              <a:buFontTx/>
              <a:buNone/>
              <a:defRPr sz="1600">
                <a:solidFill>
                  <a:schemeClr val="tx1"/>
                </a:solidFill>
              </a:defRPr>
            </a:lvl3pPr>
            <a:lvl4pPr marL="0" indent="0">
              <a:spcBef>
                <a:spcPts val="0"/>
              </a:spcBef>
              <a:buFontTx/>
              <a:buNone/>
              <a:defRPr sz="1600">
                <a:solidFill>
                  <a:schemeClr val="tx1"/>
                </a:solidFill>
              </a:defRPr>
            </a:lvl4pPr>
            <a:lvl5pPr marL="0" indent="0">
              <a:spcBef>
                <a:spcPts val="0"/>
              </a:spcBef>
              <a:buFontTx/>
              <a:buNone/>
              <a:defRPr sz="1600">
                <a:solidFill>
                  <a:schemeClr val="tx1"/>
                </a:solidFill>
              </a:defRPr>
            </a:lvl5pPr>
            <a:lvl6pPr marL="0" indent="0">
              <a:spcBef>
                <a:spcPts val="0"/>
              </a:spcBef>
              <a:buFontTx/>
              <a:buNone/>
              <a:defRPr sz="1600">
                <a:solidFill>
                  <a:schemeClr val="tx1"/>
                </a:solidFill>
              </a:defRPr>
            </a:lvl6pPr>
            <a:lvl7pPr marL="0" indent="0">
              <a:spcBef>
                <a:spcPts val="0"/>
              </a:spcBef>
              <a:buFontTx/>
              <a:buNone/>
              <a:defRPr sz="1600">
                <a:solidFill>
                  <a:schemeClr val="tx1"/>
                </a:solidFill>
              </a:defRPr>
            </a:lvl7pPr>
            <a:lvl8pPr marL="0" indent="0">
              <a:spcBef>
                <a:spcPts val="0"/>
              </a:spcBef>
              <a:buFontTx/>
              <a:buNone/>
              <a:defRPr sz="1600">
                <a:solidFill>
                  <a:schemeClr val="tx1"/>
                </a:solidFill>
              </a:defRPr>
            </a:lvl8pPr>
            <a:lvl9pPr marL="0" indent="0">
              <a:spcBef>
                <a:spcPts val="0"/>
              </a:spcBef>
              <a:buFontTx/>
              <a:buNone/>
              <a:defRPr sz="1600">
                <a:solidFill>
                  <a:schemeClr val="tx1"/>
                </a:solidFill>
              </a:defRPr>
            </a:lvl9pPr>
          </a:lstStyle>
          <a:p>
            <a:pPr lvl="0"/>
            <a:r>
              <a:rPr lang="en-US"/>
              <a:t>[Month 00, 0000]</a:t>
            </a:r>
            <a:br>
              <a:rPr lang="en-US"/>
            </a:br>
            <a:r>
              <a:rPr lang="en-US"/>
              <a:t>[Presenter Name]</a:t>
            </a:r>
            <a:br>
              <a:rPr lang="en-US"/>
            </a:br>
            <a:r>
              <a:rPr lang="en-US"/>
              <a:t>[Title]</a:t>
            </a:r>
          </a:p>
        </p:txBody>
      </p:sp>
    </p:spTree>
    <p:extLst>
      <p:ext uri="{BB962C8B-B14F-4D97-AF65-F5344CB8AC3E}">
        <p14:creationId xmlns:p14="http://schemas.microsoft.com/office/powerpoint/2010/main" val="243377680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090" userDrawn="1">
          <p15:clr>
            <a:srgbClr val="FBAE40"/>
          </p15:clr>
        </p15:guide>
        <p15:guide id="2" pos="4004" userDrawn="1">
          <p15:clr>
            <a:srgbClr val="FBAE40"/>
          </p15:clr>
        </p15:guide>
        <p15:guide id="3" pos="4192" userDrawn="1">
          <p15:clr>
            <a:srgbClr val="FBAE40"/>
          </p15:clr>
        </p15:guide>
        <p15:guide id="4" orient="horz" pos="776" userDrawn="1">
          <p15:clr>
            <a:srgbClr val="FBAE40"/>
          </p15:clr>
        </p15:guide>
        <p15:guide id="5" pos="748"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1_Cover slide option 4">
    <p:bg>
      <p:bgRef idx="1001">
        <a:schemeClr val="bg1"/>
      </p:bgRef>
    </p:bg>
    <p:spTree>
      <p:nvGrpSpPr>
        <p:cNvPr id="1" name=""/>
        <p:cNvGrpSpPr/>
        <p:nvPr/>
      </p:nvGrpSpPr>
      <p:grpSpPr>
        <a:xfrm>
          <a:off x="0" y="0"/>
          <a:ext cx="0" cy="0"/>
          <a:chOff x="0" y="0"/>
          <a:chExt cx="0" cy="0"/>
        </a:xfrm>
      </p:grpSpPr>
      <p:sp>
        <p:nvSpPr>
          <p:cNvPr id="10" name="Picture Placeholder 4">
            <a:extLst>
              <a:ext uri="{FF2B5EF4-FFF2-40B4-BE49-F238E27FC236}">
                <a16:creationId xmlns:a16="http://schemas.microsoft.com/office/drawing/2014/main" id="{2BFAF5D7-E03E-9E44-ABB8-3AFA83714D07}"/>
              </a:ext>
            </a:extLst>
          </p:cNvPr>
          <p:cNvSpPr>
            <a:spLocks noGrp="1"/>
          </p:cNvSpPr>
          <p:nvPr>
            <p:ph type="pic" sz="quarter" idx="10" hasCustomPrompt="1"/>
          </p:nvPr>
        </p:nvSpPr>
        <p:spPr>
          <a:xfrm>
            <a:off x="4137660" y="-1"/>
            <a:ext cx="8054340" cy="6856615"/>
          </a:xfrm>
          <a:solidFill>
            <a:srgbClr val="D7E0E3"/>
          </a:solidFill>
        </p:spPr>
        <p:txBody>
          <a:bodyPr anchor="ctr" anchorCtr="0">
            <a:normAutofit/>
          </a:bodyPr>
          <a:lstStyle>
            <a:lvl1pPr marL="0" indent="0" algn="ctr">
              <a:buFontTx/>
              <a:buNone/>
              <a:defRPr sz="1200">
                <a:latin typeface="Aptos Light" panose="020B0004020202020204" pitchFamily="34" charset="0"/>
              </a:defRPr>
            </a:lvl1pPr>
          </a:lstStyle>
          <a:p>
            <a:r>
              <a:rPr lang="en-US"/>
              <a:t>[Click icon to insert photo]</a:t>
            </a:r>
          </a:p>
        </p:txBody>
      </p:sp>
      <p:sp>
        <p:nvSpPr>
          <p:cNvPr id="2" name="Title 1">
            <a:extLst>
              <a:ext uri="{FF2B5EF4-FFF2-40B4-BE49-F238E27FC236}">
                <a16:creationId xmlns:a16="http://schemas.microsoft.com/office/drawing/2014/main" id="{DD93F370-0603-42F8-A7D8-E3390EE70687}"/>
              </a:ext>
            </a:extLst>
          </p:cNvPr>
          <p:cNvSpPr>
            <a:spLocks noGrp="1"/>
          </p:cNvSpPr>
          <p:nvPr>
            <p:ph type="ctrTitle" hasCustomPrompt="1"/>
          </p:nvPr>
        </p:nvSpPr>
        <p:spPr>
          <a:xfrm>
            <a:off x="1337946" y="1623058"/>
            <a:ext cx="4532630" cy="3737611"/>
          </a:xfrm>
          <a:solidFill>
            <a:srgbClr val="006E74"/>
          </a:solidFill>
        </p:spPr>
        <p:txBody>
          <a:bodyPr lIns="274320" tIns="274320" rIns="274320" bIns="274320" anchor="t" anchorCtr="0"/>
          <a:lstStyle>
            <a:lvl1pPr algn="l">
              <a:defRPr sz="3200" b="0" spc="0" baseline="0">
                <a:solidFill>
                  <a:schemeClr val="bg1"/>
                </a:solidFill>
                <a:latin typeface="Aptos Light" panose="020B0004020202020204" pitchFamily="34" charset="0"/>
              </a:defRPr>
            </a:lvl1pPr>
          </a:lstStyle>
          <a:p>
            <a:r>
              <a:rPr lang="en-US"/>
              <a:t>[Presentation title]</a:t>
            </a:r>
          </a:p>
        </p:txBody>
      </p:sp>
      <p:sp>
        <p:nvSpPr>
          <p:cNvPr id="3" name="Subtitle 2">
            <a:extLst>
              <a:ext uri="{FF2B5EF4-FFF2-40B4-BE49-F238E27FC236}">
                <a16:creationId xmlns:a16="http://schemas.microsoft.com/office/drawing/2014/main" id="{4077195B-8D8D-4BD5-8ADD-A390F24676CD}"/>
              </a:ext>
            </a:extLst>
          </p:cNvPr>
          <p:cNvSpPr>
            <a:spLocks noGrp="1"/>
          </p:cNvSpPr>
          <p:nvPr>
            <p:ph type="subTitle" idx="1" hasCustomPrompt="1"/>
          </p:nvPr>
        </p:nvSpPr>
        <p:spPr bwMode="gray">
          <a:xfrm>
            <a:off x="1630680" y="2903218"/>
            <a:ext cx="3855718" cy="1291591"/>
          </a:xfrm>
        </p:spPr>
        <p:txBody>
          <a:bodyPr anchor="t" anchorCtr="0">
            <a:noAutofit/>
          </a:bodyPr>
          <a:lstStyle>
            <a:lvl1pPr marL="0" indent="0" algn="l">
              <a:spcBef>
                <a:spcPts val="0"/>
              </a:spcBef>
              <a:buNone/>
              <a:defRPr sz="2000" b="0">
                <a:solidFill>
                  <a:schemeClr val="bg1"/>
                </a:solidFill>
                <a:latin typeface="Aptos Light" panose="020B0004020202020204" pitchFamily="34" charset="0"/>
              </a:defRPr>
            </a:lvl1pPr>
            <a:lvl2pPr marL="0" indent="0" algn="l">
              <a:spcBef>
                <a:spcPts val="0"/>
              </a:spcBef>
              <a:buNone/>
              <a:defRPr sz="2000">
                <a:solidFill>
                  <a:schemeClr val="bg1"/>
                </a:solidFill>
              </a:defRPr>
            </a:lvl2pPr>
            <a:lvl3pPr marL="0" indent="0" algn="l">
              <a:spcBef>
                <a:spcPts val="0"/>
              </a:spcBef>
              <a:buNone/>
              <a:defRPr sz="2000">
                <a:solidFill>
                  <a:schemeClr val="bg1"/>
                </a:solidFill>
              </a:defRPr>
            </a:lvl3pPr>
            <a:lvl4pPr marL="0" indent="0" algn="l">
              <a:spcBef>
                <a:spcPts val="0"/>
              </a:spcBef>
              <a:buNone/>
              <a:defRPr sz="2000">
                <a:solidFill>
                  <a:schemeClr val="bg1"/>
                </a:solidFill>
              </a:defRPr>
            </a:lvl4pPr>
            <a:lvl5pPr marL="0" indent="0" algn="l">
              <a:spcBef>
                <a:spcPts val="0"/>
              </a:spcBef>
              <a:buNone/>
              <a:defRPr sz="2000">
                <a:solidFill>
                  <a:schemeClr val="bg1"/>
                </a:solidFill>
              </a:defRPr>
            </a:lvl5pPr>
            <a:lvl6pPr marL="0" indent="0" algn="l">
              <a:spcBef>
                <a:spcPts val="0"/>
              </a:spcBef>
              <a:buNone/>
              <a:defRPr sz="2000">
                <a:solidFill>
                  <a:schemeClr val="bg1"/>
                </a:solidFill>
              </a:defRPr>
            </a:lvl6pPr>
            <a:lvl7pPr marL="0" indent="0" algn="l">
              <a:spcBef>
                <a:spcPts val="0"/>
              </a:spcBef>
              <a:buNone/>
              <a:defRPr sz="2000">
                <a:solidFill>
                  <a:schemeClr val="bg1"/>
                </a:solidFill>
              </a:defRPr>
            </a:lvl7pPr>
            <a:lvl8pPr marL="0" indent="0" algn="l">
              <a:spcBef>
                <a:spcPts val="0"/>
              </a:spcBef>
              <a:buNone/>
              <a:defRPr sz="2000">
                <a:solidFill>
                  <a:schemeClr val="bg1"/>
                </a:solidFill>
              </a:defRPr>
            </a:lvl8pPr>
            <a:lvl9pPr marL="0" indent="0" algn="l">
              <a:spcBef>
                <a:spcPts val="0"/>
              </a:spcBef>
              <a:buNone/>
              <a:defRPr sz="2000">
                <a:solidFill>
                  <a:schemeClr val="bg1"/>
                </a:solidFill>
              </a:defRPr>
            </a:lvl9pPr>
          </a:lstStyle>
          <a:p>
            <a:r>
              <a:rPr lang="en-US"/>
              <a:t>[Optional subtitle]</a:t>
            </a:r>
          </a:p>
        </p:txBody>
      </p:sp>
      <p:sp>
        <p:nvSpPr>
          <p:cNvPr id="12" name="Text Placeholder 3">
            <a:extLst>
              <a:ext uri="{FF2B5EF4-FFF2-40B4-BE49-F238E27FC236}">
                <a16:creationId xmlns:a16="http://schemas.microsoft.com/office/drawing/2014/main" id="{096EBD33-E0A7-064A-B661-81AD68C0BB90}"/>
              </a:ext>
            </a:extLst>
          </p:cNvPr>
          <p:cNvSpPr>
            <a:spLocks noGrp="1"/>
          </p:cNvSpPr>
          <p:nvPr>
            <p:ph type="body" sz="quarter" idx="11" hasCustomPrompt="1"/>
          </p:nvPr>
        </p:nvSpPr>
        <p:spPr>
          <a:xfrm>
            <a:off x="1630680" y="4194809"/>
            <a:ext cx="3855718" cy="914400"/>
          </a:xfrm>
        </p:spPr>
        <p:txBody>
          <a:bodyPr anchor="b" anchorCtr="0">
            <a:noAutofit/>
          </a:bodyPr>
          <a:lstStyle>
            <a:lvl1pPr marL="0" indent="0">
              <a:spcBef>
                <a:spcPts val="0"/>
              </a:spcBef>
              <a:buFontTx/>
              <a:buNone/>
              <a:defRPr sz="1600" b="1">
                <a:solidFill>
                  <a:schemeClr val="bg1"/>
                </a:solidFill>
                <a:latin typeface="Aptos Light" panose="020B0004020202020204" pitchFamily="34" charset="0"/>
              </a:defRPr>
            </a:lvl1pPr>
            <a:lvl2pPr marL="0" indent="0">
              <a:spcBef>
                <a:spcPts val="0"/>
              </a:spcBef>
              <a:buFontTx/>
              <a:buNone/>
              <a:defRPr sz="1600">
                <a:solidFill>
                  <a:schemeClr val="tx1"/>
                </a:solidFill>
              </a:defRPr>
            </a:lvl2pPr>
            <a:lvl3pPr marL="0" indent="0">
              <a:spcBef>
                <a:spcPts val="0"/>
              </a:spcBef>
              <a:buFontTx/>
              <a:buNone/>
              <a:defRPr sz="1600">
                <a:solidFill>
                  <a:schemeClr val="tx1"/>
                </a:solidFill>
              </a:defRPr>
            </a:lvl3pPr>
            <a:lvl4pPr marL="0" indent="0">
              <a:spcBef>
                <a:spcPts val="0"/>
              </a:spcBef>
              <a:buFontTx/>
              <a:buNone/>
              <a:defRPr sz="1600">
                <a:solidFill>
                  <a:schemeClr val="tx1"/>
                </a:solidFill>
              </a:defRPr>
            </a:lvl4pPr>
            <a:lvl5pPr marL="0" indent="0">
              <a:spcBef>
                <a:spcPts val="0"/>
              </a:spcBef>
              <a:buFontTx/>
              <a:buNone/>
              <a:defRPr sz="1600">
                <a:solidFill>
                  <a:schemeClr val="tx1"/>
                </a:solidFill>
              </a:defRPr>
            </a:lvl5pPr>
            <a:lvl6pPr marL="0" indent="0">
              <a:spcBef>
                <a:spcPts val="0"/>
              </a:spcBef>
              <a:buFontTx/>
              <a:buNone/>
              <a:defRPr sz="1600">
                <a:solidFill>
                  <a:schemeClr val="tx1"/>
                </a:solidFill>
              </a:defRPr>
            </a:lvl6pPr>
            <a:lvl7pPr marL="0" indent="0">
              <a:spcBef>
                <a:spcPts val="0"/>
              </a:spcBef>
              <a:buFontTx/>
              <a:buNone/>
              <a:defRPr sz="1600">
                <a:solidFill>
                  <a:schemeClr val="tx1"/>
                </a:solidFill>
              </a:defRPr>
            </a:lvl7pPr>
            <a:lvl8pPr marL="0" indent="0">
              <a:spcBef>
                <a:spcPts val="0"/>
              </a:spcBef>
              <a:buFontTx/>
              <a:buNone/>
              <a:defRPr sz="1600">
                <a:solidFill>
                  <a:schemeClr val="tx1"/>
                </a:solidFill>
              </a:defRPr>
            </a:lvl8pPr>
            <a:lvl9pPr marL="0" indent="0">
              <a:spcBef>
                <a:spcPts val="0"/>
              </a:spcBef>
              <a:buFontTx/>
              <a:buNone/>
              <a:defRPr sz="1600">
                <a:solidFill>
                  <a:schemeClr val="tx1"/>
                </a:solidFill>
              </a:defRPr>
            </a:lvl9pPr>
          </a:lstStyle>
          <a:p>
            <a:pPr lvl="0"/>
            <a:r>
              <a:rPr lang="en-US"/>
              <a:t>[Month 00, 0000]</a:t>
            </a:r>
            <a:br>
              <a:rPr lang="en-US"/>
            </a:br>
            <a:r>
              <a:rPr lang="en-US"/>
              <a:t>[Presenter Name]</a:t>
            </a:r>
            <a:br>
              <a:rPr lang="en-US"/>
            </a:br>
            <a:r>
              <a:rPr lang="en-US"/>
              <a:t>[Title]</a:t>
            </a:r>
          </a:p>
        </p:txBody>
      </p:sp>
      <p:sp>
        <p:nvSpPr>
          <p:cNvPr id="9" name="UST" descr="UST">
            <a:extLst>
              <a:ext uri="{FF2B5EF4-FFF2-40B4-BE49-F238E27FC236}">
                <a16:creationId xmlns:a16="http://schemas.microsoft.com/office/drawing/2014/main" id="{6F560B5D-F430-7088-D59F-7B7BA25ED293}"/>
              </a:ext>
            </a:extLst>
          </p:cNvPr>
          <p:cNvSpPr>
            <a:spLocks noChangeAspect="1" noEditPoints="1"/>
          </p:cNvSpPr>
          <p:nvPr/>
        </p:nvSpPr>
        <p:spPr bwMode="black">
          <a:xfrm>
            <a:off x="365125" y="358775"/>
            <a:ext cx="732109" cy="810000"/>
          </a:xfrm>
          <a:custGeom>
            <a:avLst/>
            <a:gdLst>
              <a:gd name="T0" fmla="*/ 3605 w 4000"/>
              <a:gd name="T1" fmla="*/ 485 h 4419"/>
              <a:gd name="T2" fmla="*/ 3605 w 4000"/>
              <a:gd name="T3" fmla="*/ 485 h 4419"/>
              <a:gd name="T4" fmla="*/ 2969 w 4000"/>
              <a:gd name="T5" fmla="*/ 485 h 4419"/>
              <a:gd name="T6" fmla="*/ 2969 w 4000"/>
              <a:gd name="T7" fmla="*/ 1120 h 4419"/>
              <a:gd name="T8" fmla="*/ 3605 w 4000"/>
              <a:gd name="T9" fmla="*/ 1120 h 4419"/>
              <a:gd name="T10" fmla="*/ 3605 w 4000"/>
              <a:gd name="T11" fmla="*/ 485 h 4419"/>
              <a:gd name="T12" fmla="*/ 4000 w 4000"/>
              <a:gd name="T13" fmla="*/ 2730 h 4419"/>
              <a:gd name="T14" fmla="*/ 4000 w 4000"/>
              <a:gd name="T15" fmla="*/ 2730 h 4419"/>
              <a:gd name="T16" fmla="*/ 2574 w 4000"/>
              <a:gd name="T17" fmla="*/ 2730 h 4419"/>
              <a:gd name="T18" fmla="*/ 2574 w 4000"/>
              <a:gd name="T19" fmla="*/ 3120 h 4419"/>
              <a:gd name="T20" fmla="*/ 3062 w 4000"/>
              <a:gd name="T21" fmla="*/ 3120 h 4419"/>
              <a:gd name="T22" fmla="*/ 3062 w 4000"/>
              <a:gd name="T23" fmla="*/ 4367 h 4419"/>
              <a:gd name="T24" fmla="*/ 3512 w 4000"/>
              <a:gd name="T25" fmla="*/ 4367 h 4419"/>
              <a:gd name="T26" fmla="*/ 3512 w 4000"/>
              <a:gd name="T27" fmla="*/ 3120 h 4419"/>
              <a:gd name="T28" fmla="*/ 4000 w 4000"/>
              <a:gd name="T29" fmla="*/ 3120 h 4419"/>
              <a:gd name="T30" fmla="*/ 4000 w 4000"/>
              <a:gd name="T31" fmla="*/ 2730 h 4419"/>
              <a:gd name="T32" fmla="*/ 903 w 4000"/>
              <a:gd name="T33" fmla="*/ 3385 h 4419"/>
              <a:gd name="T34" fmla="*/ 903 w 4000"/>
              <a:gd name="T35" fmla="*/ 3385 h 4419"/>
              <a:gd name="T36" fmla="*/ 760 w 4000"/>
              <a:gd name="T37" fmla="*/ 3351 h 4419"/>
              <a:gd name="T38" fmla="*/ 530 w 4000"/>
              <a:gd name="T39" fmla="*/ 3188 h 4419"/>
              <a:gd name="T40" fmla="*/ 760 w 4000"/>
              <a:gd name="T41" fmla="*/ 3065 h 4419"/>
              <a:gd name="T42" fmla="*/ 1114 w 4000"/>
              <a:gd name="T43" fmla="*/ 3213 h 4419"/>
              <a:gd name="T44" fmla="*/ 1392 w 4000"/>
              <a:gd name="T45" fmla="*/ 2988 h 4419"/>
              <a:gd name="T46" fmla="*/ 763 w 4000"/>
              <a:gd name="T47" fmla="*/ 2683 h 4419"/>
              <a:gd name="T48" fmla="*/ 82 w 4000"/>
              <a:gd name="T49" fmla="*/ 3199 h 4419"/>
              <a:gd name="T50" fmla="*/ 635 w 4000"/>
              <a:gd name="T51" fmla="*/ 3739 h 4419"/>
              <a:gd name="T52" fmla="*/ 784 w 4000"/>
              <a:gd name="T53" fmla="*/ 3776 h 4419"/>
              <a:gd name="T54" fmla="*/ 984 w 4000"/>
              <a:gd name="T55" fmla="*/ 3912 h 4419"/>
              <a:gd name="T56" fmla="*/ 718 w 4000"/>
              <a:gd name="T57" fmla="*/ 4050 h 4419"/>
              <a:gd name="T58" fmla="*/ 307 w 4000"/>
              <a:gd name="T59" fmla="*/ 3867 h 4419"/>
              <a:gd name="T60" fmla="*/ 29 w 4000"/>
              <a:gd name="T61" fmla="*/ 4092 h 4419"/>
              <a:gd name="T62" fmla="*/ 721 w 4000"/>
              <a:gd name="T63" fmla="*/ 4419 h 4419"/>
              <a:gd name="T64" fmla="*/ 1451 w 4000"/>
              <a:gd name="T65" fmla="*/ 3900 h 4419"/>
              <a:gd name="T66" fmla="*/ 903 w 4000"/>
              <a:gd name="T67" fmla="*/ 3385 h 4419"/>
              <a:gd name="T68" fmla="*/ 1026 w 4000"/>
              <a:gd name="T69" fmla="*/ 0 h 4419"/>
              <a:gd name="T70" fmla="*/ 1026 w 4000"/>
              <a:gd name="T71" fmla="*/ 0 h 4419"/>
              <a:gd name="T72" fmla="*/ 1475 w 4000"/>
              <a:gd name="T73" fmla="*/ 0 h 4419"/>
              <a:gd name="T74" fmla="*/ 1475 w 4000"/>
              <a:gd name="T75" fmla="*/ 967 h 4419"/>
              <a:gd name="T76" fmla="*/ 741 w 4000"/>
              <a:gd name="T77" fmla="*/ 1688 h 4419"/>
              <a:gd name="T78" fmla="*/ 0 w 4000"/>
              <a:gd name="T79" fmla="*/ 967 h 4419"/>
              <a:gd name="T80" fmla="*/ 0 w 4000"/>
              <a:gd name="T81" fmla="*/ 0 h 4419"/>
              <a:gd name="T82" fmla="*/ 449 w 4000"/>
              <a:gd name="T83" fmla="*/ 0 h 4419"/>
              <a:gd name="T84" fmla="*/ 449 w 4000"/>
              <a:gd name="T85" fmla="*/ 970 h 4419"/>
              <a:gd name="T86" fmla="*/ 739 w 4000"/>
              <a:gd name="T87" fmla="*/ 1273 h 4419"/>
              <a:gd name="T88" fmla="*/ 1026 w 4000"/>
              <a:gd name="T89" fmla="*/ 970 h 4419"/>
              <a:gd name="T90" fmla="*/ 1026 w 4000"/>
              <a:gd name="T91" fmla="*/ 0 h 4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000" h="4419">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ptos Light" panose="020B0004020202020204" pitchFamily="34" charset="0"/>
            </a:endParaRPr>
          </a:p>
        </p:txBody>
      </p:sp>
      <p:cxnSp>
        <p:nvCxnSpPr>
          <p:cNvPr id="11" name="Straight Connector 10">
            <a:extLst>
              <a:ext uri="{FF2B5EF4-FFF2-40B4-BE49-F238E27FC236}">
                <a16:creationId xmlns:a16="http://schemas.microsoft.com/office/drawing/2014/main" id="{7DE9729B-D502-0D7F-154E-21A46B3FCB08}"/>
              </a:ext>
            </a:extLst>
          </p:cNvPr>
          <p:cNvCxnSpPr>
            <a:cxnSpLocks/>
          </p:cNvCxnSpPr>
          <p:nvPr/>
        </p:nvCxnSpPr>
        <p:spPr>
          <a:xfrm>
            <a:off x="1337946" y="371716"/>
            <a:ext cx="0" cy="792000"/>
          </a:xfrm>
          <a:prstGeom prst="line">
            <a:avLst/>
          </a:prstGeom>
          <a:ln w="12700" cap="sq">
            <a:solidFill>
              <a:schemeClr val="tx1"/>
            </a:solidFill>
          </a:ln>
        </p:spPr>
        <p:style>
          <a:lnRef idx="1">
            <a:schemeClr val="accent1"/>
          </a:lnRef>
          <a:fillRef idx="0">
            <a:schemeClr val="accent1"/>
          </a:fillRef>
          <a:effectRef idx="0">
            <a:srgbClr val="000000"/>
          </a:effectRef>
          <a:fontRef idx="minor">
            <a:schemeClr val="bg1"/>
          </a:fontRef>
        </p:style>
      </p:cxnSp>
    </p:spTree>
    <p:extLst>
      <p:ext uri="{BB962C8B-B14F-4D97-AF65-F5344CB8AC3E}">
        <p14:creationId xmlns:p14="http://schemas.microsoft.com/office/powerpoint/2010/main" val="259131004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090" userDrawn="1">
          <p15:clr>
            <a:srgbClr val="FBAE40"/>
          </p15:clr>
        </p15:guide>
        <p15:guide id="2" pos="4004" userDrawn="1">
          <p15:clr>
            <a:srgbClr val="FBAE40"/>
          </p15:clr>
        </p15:guide>
        <p15:guide id="3" pos="4192" userDrawn="1">
          <p15:clr>
            <a:srgbClr val="FBAE40"/>
          </p15:clr>
        </p15:guide>
        <p15:guide id="4" orient="horz" pos="776" userDrawn="1">
          <p15:clr>
            <a:srgbClr val="FBAE40"/>
          </p15:clr>
        </p15:guide>
        <p15:guide id="5" pos="748"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Cover slide option 5">
    <p:bg>
      <p:bgRef idx="1001">
        <a:schemeClr val="bg1"/>
      </p:bgRef>
    </p:bg>
    <p:spTree>
      <p:nvGrpSpPr>
        <p:cNvPr id="1" name=""/>
        <p:cNvGrpSpPr/>
        <p:nvPr/>
      </p:nvGrpSpPr>
      <p:grpSpPr>
        <a:xfrm>
          <a:off x="0" y="0"/>
          <a:ext cx="0" cy="0"/>
          <a:chOff x="0" y="0"/>
          <a:chExt cx="0" cy="0"/>
        </a:xfrm>
      </p:grpSpPr>
      <p:pic>
        <p:nvPicPr>
          <p:cNvPr id="4" name="Picture Placeholder 9" descr="A picture containing sky, water, outdoor&#10;&#10;Description automatically generated">
            <a:extLst>
              <a:ext uri="{FF2B5EF4-FFF2-40B4-BE49-F238E27FC236}">
                <a16:creationId xmlns:a16="http://schemas.microsoft.com/office/drawing/2014/main" id="{EDFC6823-FF63-4F4F-9127-CAA6E3928ED0}"/>
              </a:ext>
            </a:extLst>
          </p:cNvPr>
          <p:cNvPicPr>
            <a:picLocks noChangeAspect="1"/>
          </p:cNvPicPr>
          <p:nvPr/>
        </p:nvPicPr>
        <p:blipFill rotWithShape="1">
          <a:blip r:embed="rId2"/>
          <a:srcRect l="74" r="3839" b="3765"/>
          <a:stretch/>
        </p:blipFill>
        <p:spPr>
          <a:xfrm>
            <a:off x="0" y="0"/>
            <a:ext cx="12192000" cy="6856413"/>
          </a:xfrm>
          <a:prstGeom prst="rect">
            <a:avLst/>
          </a:prstGeom>
        </p:spPr>
      </p:pic>
      <p:sp>
        <p:nvSpPr>
          <p:cNvPr id="2" name="Title 1">
            <a:extLst>
              <a:ext uri="{FF2B5EF4-FFF2-40B4-BE49-F238E27FC236}">
                <a16:creationId xmlns:a16="http://schemas.microsoft.com/office/drawing/2014/main" id="{DD93F370-0603-42F8-A7D8-E3390EE70687}"/>
              </a:ext>
            </a:extLst>
          </p:cNvPr>
          <p:cNvSpPr>
            <a:spLocks noGrp="1"/>
          </p:cNvSpPr>
          <p:nvPr>
            <p:ph type="ctrTitle" hasCustomPrompt="1"/>
          </p:nvPr>
        </p:nvSpPr>
        <p:spPr>
          <a:xfrm>
            <a:off x="1337946" y="1623058"/>
            <a:ext cx="4532630" cy="3737611"/>
          </a:xfrm>
          <a:solidFill>
            <a:srgbClr val="006E74"/>
          </a:solidFill>
        </p:spPr>
        <p:txBody>
          <a:bodyPr lIns="274320" tIns="274320" rIns="274320" bIns="274320" anchor="t" anchorCtr="0"/>
          <a:lstStyle>
            <a:lvl1pPr algn="l">
              <a:defRPr sz="3200" b="0" spc="0" baseline="0">
                <a:solidFill>
                  <a:schemeClr val="bg1"/>
                </a:solidFill>
                <a:latin typeface="Aptos Light" panose="020B0004020202020204" pitchFamily="34" charset="0"/>
              </a:defRPr>
            </a:lvl1pPr>
          </a:lstStyle>
          <a:p>
            <a:r>
              <a:rPr lang="en-US"/>
              <a:t>[Presentation title]</a:t>
            </a:r>
          </a:p>
        </p:txBody>
      </p:sp>
      <p:sp>
        <p:nvSpPr>
          <p:cNvPr id="3" name="Subtitle 2">
            <a:extLst>
              <a:ext uri="{FF2B5EF4-FFF2-40B4-BE49-F238E27FC236}">
                <a16:creationId xmlns:a16="http://schemas.microsoft.com/office/drawing/2014/main" id="{4077195B-8D8D-4BD5-8ADD-A390F24676CD}"/>
              </a:ext>
            </a:extLst>
          </p:cNvPr>
          <p:cNvSpPr>
            <a:spLocks noGrp="1"/>
          </p:cNvSpPr>
          <p:nvPr>
            <p:ph type="subTitle" idx="1" hasCustomPrompt="1"/>
          </p:nvPr>
        </p:nvSpPr>
        <p:spPr bwMode="gray">
          <a:xfrm>
            <a:off x="1630680" y="2903218"/>
            <a:ext cx="3855718" cy="1291591"/>
          </a:xfrm>
        </p:spPr>
        <p:txBody>
          <a:bodyPr anchor="t" anchorCtr="0">
            <a:noAutofit/>
          </a:bodyPr>
          <a:lstStyle>
            <a:lvl1pPr marL="0" indent="0" algn="l">
              <a:spcBef>
                <a:spcPts val="0"/>
              </a:spcBef>
              <a:buNone/>
              <a:defRPr sz="2000" b="0">
                <a:solidFill>
                  <a:schemeClr val="bg1"/>
                </a:solidFill>
                <a:latin typeface="Aptos Light" panose="020B0004020202020204" pitchFamily="34" charset="0"/>
              </a:defRPr>
            </a:lvl1pPr>
            <a:lvl2pPr marL="0" indent="0" algn="l">
              <a:spcBef>
                <a:spcPts val="0"/>
              </a:spcBef>
              <a:buNone/>
              <a:defRPr sz="2000">
                <a:solidFill>
                  <a:schemeClr val="bg1"/>
                </a:solidFill>
              </a:defRPr>
            </a:lvl2pPr>
            <a:lvl3pPr marL="0" indent="0" algn="l">
              <a:spcBef>
                <a:spcPts val="0"/>
              </a:spcBef>
              <a:buNone/>
              <a:defRPr sz="2000">
                <a:solidFill>
                  <a:schemeClr val="bg1"/>
                </a:solidFill>
              </a:defRPr>
            </a:lvl3pPr>
            <a:lvl4pPr marL="0" indent="0" algn="l">
              <a:spcBef>
                <a:spcPts val="0"/>
              </a:spcBef>
              <a:buNone/>
              <a:defRPr sz="2000">
                <a:solidFill>
                  <a:schemeClr val="bg1"/>
                </a:solidFill>
              </a:defRPr>
            </a:lvl4pPr>
            <a:lvl5pPr marL="0" indent="0" algn="l">
              <a:spcBef>
                <a:spcPts val="0"/>
              </a:spcBef>
              <a:buNone/>
              <a:defRPr sz="2000">
                <a:solidFill>
                  <a:schemeClr val="bg1"/>
                </a:solidFill>
              </a:defRPr>
            </a:lvl5pPr>
            <a:lvl6pPr marL="0" indent="0" algn="l">
              <a:spcBef>
                <a:spcPts val="0"/>
              </a:spcBef>
              <a:buNone/>
              <a:defRPr sz="2000">
                <a:solidFill>
                  <a:schemeClr val="bg1"/>
                </a:solidFill>
              </a:defRPr>
            </a:lvl6pPr>
            <a:lvl7pPr marL="0" indent="0" algn="l">
              <a:spcBef>
                <a:spcPts val="0"/>
              </a:spcBef>
              <a:buNone/>
              <a:defRPr sz="2000">
                <a:solidFill>
                  <a:schemeClr val="bg1"/>
                </a:solidFill>
              </a:defRPr>
            </a:lvl7pPr>
            <a:lvl8pPr marL="0" indent="0" algn="l">
              <a:spcBef>
                <a:spcPts val="0"/>
              </a:spcBef>
              <a:buNone/>
              <a:defRPr sz="2000">
                <a:solidFill>
                  <a:schemeClr val="bg1"/>
                </a:solidFill>
              </a:defRPr>
            </a:lvl8pPr>
            <a:lvl9pPr marL="0" indent="0" algn="l">
              <a:spcBef>
                <a:spcPts val="0"/>
              </a:spcBef>
              <a:buNone/>
              <a:defRPr sz="2000">
                <a:solidFill>
                  <a:schemeClr val="bg1"/>
                </a:solidFill>
              </a:defRPr>
            </a:lvl9pPr>
          </a:lstStyle>
          <a:p>
            <a:r>
              <a:rPr lang="en-US"/>
              <a:t>[Optional subtitle]</a:t>
            </a:r>
          </a:p>
        </p:txBody>
      </p:sp>
      <p:sp>
        <p:nvSpPr>
          <p:cNvPr id="12" name="Text Placeholder 3">
            <a:extLst>
              <a:ext uri="{FF2B5EF4-FFF2-40B4-BE49-F238E27FC236}">
                <a16:creationId xmlns:a16="http://schemas.microsoft.com/office/drawing/2014/main" id="{096EBD33-E0A7-064A-B661-81AD68C0BB90}"/>
              </a:ext>
            </a:extLst>
          </p:cNvPr>
          <p:cNvSpPr>
            <a:spLocks noGrp="1"/>
          </p:cNvSpPr>
          <p:nvPr>
            <p:ph type="body" sz="quarter" idx="11" hasCustomPrompt="1"/>
          </p:nvPr>
        </p:nvSpPr>
        <p:spPr>
          <a:xfrm>
            <a:off x="1630680" y="4194809"/>
            <a:ext cx="3855718" cy="914400"/>
          </a:xfrm>
        </p:spPr>
        <p:txBody>
          <a:bodyPr anchor="b" anchorCtr="0">
            <a:noAutofit/>
          </a:bodyPr>
          <a:lstStyle>
            <a:lvl1pPr marL="0" indent="0">
              <a:spcBef>
                <a:spcPts val="0"/>
              </a:spcBef>
              <a:buFontTx/>
              <a:buNone/>
              <a:defRPr sz="1600" b="1">
                <a:solidFill>
                  <a:schemeClr val="bg1"/>
                </a:solidFill>
                <a:latin typeface="Aptos Light" panose="020B0004020202020204" pitchFamily="34" charset="0"/>
              </a:defRPr>
            </a:lvl1pPr>
            <a:lvl2pPr marL="0" indent="0">
              <a:spcBef>
                <a:spcPts val="0"/>
              </a:spcBef>
              <a:buFontTx/>
              <a:buNone/>
              <a:defRPr sz="1600">
                <a:solidFill>
                  <a:schemeClr val="tx1"/>
                </a:solidFill>
              </a:defRPr>
            </a:lvl2pPr>
            <a:lvl3pPr marL="0" indent="0">
              <a:spcBef>
                <a:spcPts val="0"/>
              </a:spcBef>
              <a:buFontTx/>
              <a:buNone/>
              <a:defRPr sz="1600">
                <a:solidFill>
                  <a:schemeClr val="tx1"/>
                </a:solidFill>
              </a:defRPr>
            </a:lvl3pPr>
            <a:lvl4pPr marL="0" indent="0">
              <a:spcBef>
                <a:spcPts val="0"/>
              </a:spcBef>
              <a:buFontTx/>
              <a:buNone/>
              <a:defRPr sz="1600">
                <a:solidFill>
                  <a:schemeClr val="tx1"/>
                </a:solidFill>
              </a:defRPr>
            </a:lvl4pPr>
            <a:lvl5pPr marL="0" indent="0">
              <a:spcBef>
                <a:spcPts val="0"/>
              </a:spcBef>
              <a:buFontTx/>
              <a:buNone/>
              <a:defRPr sz="1600">
                <a:solidFill>
                  <a:schemeClr val="tx1"/>
                </a:solidFill>
              </a:defRPr>
            </a:lvl5pPr>
            <a:lvl6pPr marL="0" indent="0">
              <a:spcBef>
                <a:spcPts val="0"/>
              </a:spcBef>
              <a:buFontTx/>
              <a:buNone/>
              <a:defRPr sz="1600">
                <a:solidFill>
                  <a:schemeClr val="tx1"/>
                </a:solidFill>
              </a:defRPr>
            </a:lvl6pPr>
            <a:lvl7pPr marL="0" indent="0">
              <a:spcBef>
                <a:spcPts val="0"/>
              </a:spcBef>
              <a:buFontTx/>
              <a:buNone/>
              <a:defRPr sz="1600">
                <a:solidFill>
                  <a:schemeClr val="tx1"/>
                </a:solidFill>
              </a:defRPr>
            </a:lvl7pPr>
            <a:lvl8pPr marL="0" indent="0">
              <a:spcBef>
                <a:spcPts val="0"/>
              </a:spcBef>
              <a:buFontTx/>
              <a:buNone/>
              <a:defRPr sz="1600">
                <a:solidFill>
                  <a:schemeClr val="tx1"/>
                </a:solidFill>
              </a:defRPr>
            </a:lvl8pPr>
            <a:lvl9pPr marL="0" indent="0">
              <a:spcBef>
                <a:spcPts val="0"/>
              </a:spcBef>
              <a:buFontTx/>
              <a:buNone/>
              <a:defRPr sz="1600">
                <a:solidFill>
                  <a:schemeClr val="tx1"/>
                </a:solidFill>
              </a:defRPr>
            </a:lvl9pPr>
          </a:lstStyle>
          <a:p>
            <a:pPr lvl="0"/>
            <a:r>
              <a:rPr lang="en-US"/>
              <a:t>[Month 00, 0000]</a:t>
            </a:r>
            <a:br>
              <a:rPr lang="en-US"/>
            </a:br>
            <a:r>
              <a:rPr lang="en-US"/>
              <a:t>[Presenter Name]</a:t>
            </a:r>
            <a:br>
              <a:rPr lang="en-US"/>
            </a:br>
            <a:r>
              <a:rPr lang="en-US"/>
              <a:t>[Title]</a:t>
            </a:r>
          </a:p>
        </p:txBody>
      </p:sp>
      <p:sp>
        <p:nvSpPr>
          <p:cNvPr id="6" name="UST" descr="UST">
            <a:extLst>
              <a:ext uri="{FF2B5EF4-FFF2-40B4-BE49-F238E27FC236}">
                <a16:creationId xmlns:a16="http://schemas.microsoft.com/office/drawing/2014/main" id="{EE8A81E1-DE09-7CB1-9795-9302AA213937}"/>
              </a:ext>
            </a:extLst>
          </p:cNvPr>
          <p:cNvSpPr>
            <a:spLocks noChangeAspect="1" noEditPoints="1"/>
          </p:cNvSpPr>
          <p:nvPr/>
        </p:nvSpPr>
        <p:spPr bwMode="black">
          <a:xfrm>
            <a:off x="365125" y="358775"/>
            <a:ext cx="731520" cy="809172"/>
          </a:xfrm>
          <a:custGeom>
            <a:avLst/>
            <a:gdLst>
              <a:gd name="T0" fmla="*/ 3605 w 3998"/>
              <a:gd name="T1" fmla="*/ 3263 h 4415"/>
              <a:gd name="T2" fmla="*/ 3605 w 3998"/>
              <a:gd name="T3" fmla="*/ 3263 h 4415"/>
              <a:gd name="T4" fmla="*/ 2969 w 3998"/>
              <a:gd name="T5" fmla="*/ 3263 h 4415"/>
              <a:gd name="T6" fmla="*/ 2969 w 3998"/>
              <a:gd name="T7" fmla="*/ 3899 h 4415"/>
              <a:gd name="T8" fmla="*/ 3605 w 3998"/>
              <a:gd name="T9" fmla="*/ 3899 h 4415"/>
              <a:gd name="T10" fmla="*/ 3605 w 3998"/>
              <a:gd name="T11" fmla="*/ 3263 h 4415"/>
              <a:gd name="T12" fmla="*/ 3450 w 3998"/>
              <a:gd name="T13" fmla="*/ 703 h 4415"/>
              <a:gd name="T14" fmla="*/ 3450 w 3998"/>
              <a:gd name="T15" fmla="*/ 703 h 4415"/>
              <a:gd name="T16" fmla="*/ 3308 w 3998"/>
              <a:gd name="T17" fmla="*/ 668 h 4415"/>
              <a:gd name="T18" fmla="*/ 3077 w 3998"/>
              <a:gd name="T19" fmla="*/ 505 h 4415"/>
              <a:gd name="T20" fmla="*/ 3308 w 3998"/>
              <a:gd name="T21" fmla="*/ 383 h 4415"/>
              <a:gd name="T22" fmla="*/ 3661 w 3998"/>
              <a:gd name="T23" fmla="*/ 530 h 4415"/>
              <a:gd name="T24" fmla="*/ 3940 w 3998"/>
              <a:gd name="T25" fmla="*/ 305 h 4415"/>
              <a:gd name="T26" fmla="*/ 3310 w 3998"/>
              <a:gd name="T27" fmla="*/ 0 h 4415"/>
              <a:gd name="T28" fmla="*/ 2629 w 3998"/>
              <a:gd name="T29" fmla="*/ 517 h 4415"/>
              <a:gd name="T30" fmla="*/ 3182 w 3998"/>
              <a:gd name="T31" fmla="*/ 1056 h 4415"/>
              <a:gd name="T32" fmla="*/ 3331 w 3998"/>
              <a:gd name="T33" fmla="*/ 1093 h 4415"/>
              <a:gd name="T34" fmla="*/ 3531 w 3998"/>
              <a:gd name="T35" fmla="*/ 1229 h 4415"/>
              <a:gd name="T36" fmla="*/ 3266 w 3998"/>
              <a:gd name="T37" fmla="*/ 1367 h 4415"/>
              <a:gd name="T38" fmla="*/ 2854 w 3998"/>
              <a:gd name="T39" fmla="*/ 1184 h 4415"/>
              <a:gd name="T40" fmla="*/ 2576 w 3998"/>
              <a:gd name="T41" fmla="*/ 1409 h 4415"/>
              <a:gd name="T42" fmla="*/ 3268 w 3998"/>
              <a:gd name="T43" fmla="*/ 1736 h 4415"/>
              <a:gd name="T44" fmla="*/ 3998 w 3998"/>
              <a:gd name="T45" fmla="*/ 1217 h 4415"/>
              <a:gd name="T46" fmla="*/ 3450 w 3998"/>
              <a:gd name="T47" fmla="*/ 703 h 4415"/>
              <a:gd name="T48" fmla="*/ 1451 w 3998"/>
              <a:gd name="T49" fmla="*/ 2778 h 4415"/>
              <a:gd name="T50" fmla="*/ 1451 w 3998"/>
              <a:gd name="T51" fmla="*/ 2778 h 4415"/>
              <a:gd name="T52" fmla="*/ 24 w 3998"/>
              <a:gd name="T53" fmla="*/ 2778 h 4415"/>
              <a:gd name="T54" fmla="*/ 24 w 3998"/>
              <a:gd name="T55" fmla="*/ 3168 h 4415"/>
              <a:gd name="T56" fmla="*/ 512 w 3998"/>
              <a:gd name="T57" fmla="*/ 3168 h 4415"/>
              <a:gd name="T58" fmla="*/ 512 w 3998"/>
              <a:gd name="T59" fmla="*/ 4415 h 4415"/>
              <a:gd name="T60" fmla="*/ 963 w 3998"/>
              <a:gd name="T61" fmla="*/ 4415 h 4415"/>
              <a:gd name="T62" fmla="*/ 963 w 3998"/>
              <a:gd name="T63" fmla="*/ 3168 h 4415"/>
              <a:gd name="T64" fmla="*/ 1451 w 3998"/>
              <a:gd name="T65" fmla="*/ 3168 h 4415"/>
              <a:gd name="T66" fmla="*/ 1451 w 3998"/>
              <a:gd name="T67" fmla="*/ 2778 h 4415"/>
              <a:gd name="T68" fmla="*/ 1026 w 3998"/>
              <a:gd name="T69" fmla="*/ 48 h 4415"/>
              <a:gd name="T70" fmla="*/ 1026 w 3998"/>
              <a:gd name="T71" fmla="*/ 48 h 4415"/>
              <a:gd name="T72" fmla="*/ 1475 w 3998"/>
              <a:gd name="T73" fmla="*/ 48 h 4415"/>
              <a:gd name="T74" fmla="*/ 1475 w 3998"/>
              <a:gd name="T75" fmla="*/ 1015 h 4415"/>
              <a:gd name="T76" fmla="*/ 741 w 3998"/>
              <a:gd name="T77" fmla="*/ 1736 h 4415"/>
              <a:gd name="T78" fmla="*/ 0 w 3998"/>
              <a:gd name="T79" fmla="*/ 1015 h 4415"/>
              <a:gd name="T80" fmla="*/ 0 w 3998"/>
              <a:gd name="T81" fmla="*/ 48 h 4415"/>
              <a:gd name="T82" fmla="*/ 449 w 3998"/>
              <a:gd name="T83" fmla="*/ 48 h 4415"/>
              <a:gd name="T84" fmla="*/ 449 w 3998"/>
              <a:gd name="T85" fmla="*/ 1018 h 4415"/>
              <a:gd name="T86" fmla="*/ 739 w 3998"/>
              <a:gd name="T87" fmla="*/ 1321 h 4415"/>
              <a:gd name="T88" fmla="*/ 1026 w 3998"/>
              <a:gd name="T89" fmla="*/ 1018 h 4415"/>
              <a:gd name="T90" fmla="*/ 1026 w 3998"/>
              <a:gd name="T91" fmla="*/ 48 h 4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998" h="4415">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latin typeface="Aptos Light" panose="020B0004020202020204" pitchFamily="34" charset="0"/>
            </a:endParaRPr>
          </a:p>
        </p:txBody>
      </p:sp>
    </p:spTree>
    <p:extLst>
      <p:ext uri="{BB962C8B-B14F-4D97-AF65-F5344CB8AC3E}">
        <p14:creationId xmlns:p14="http://schemas.microsoft.com/office/powerpoint/2010/main" val="49856826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090" userDrawn="1">
          <p15:clr>
            <a:srgbClr val="FBAE40"/>
          </p15:clr>
        </p15:guide>
        <p15:guide id="2" pos="4004" userDrawn="1">
          <p15:clr>
            <a:srgbClr val="FBAE40"/>
          </p15:clr>
        </p15:guide>
        <p15:guide id="3" pos="4192" userDrawn="1">
          <p15:clr>
            <a:srgbClr val="FBAE40"/>
          </p15:clr>
        </p15:guide>
        <p15:guide id="4" orient="horz" pos="776" userDrawn="1">
          <p15:clr>
            <a:srgbClr val="FBAE40"/>
          </p15:clr>
        </p15:guide>
        <p15:guide id="5" pos="748"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1_Cover slide option 5">
    <p:bg>
      <p:bgRef idx="1001">
        <a:schemeClr val="bg1"/>
      </p:bgRef>
    </p:bg>
    <p:spTree>
      <p:nvGrpSpPr>
        <p:cNvPr id="1" name=""/>
        <p:cNvGrpSpPr/>
        <p:nvPr/>
      </p:nvGrpSpPr>
      <p:grpSpPr>
        <a:xfrm>
          <a:off x="0" y="0"/>
          <a:ext cx="0" cy="0"/>
          <a:chOff x="0" y="0"/>
          <a:chExt cx="0" cy="0"/>
        </a:xfrm>
      </p:grpSpPr>
      <p:pic>
        <p:nvPicPr>
          <p:cNvPr id="14" name="Picture 13" descr="A person and person looking at a tablet&#10;&#10;Description automatically generated">
            <a:extLst>
              <a:ext uri="{FF2B5EF4-FFF2-40B4-BE49-F238E27FC236}">
                <a16:creationId xmlns:a16="http://schemas.microsoft.com/office/drawing/2014/main" id="{286D4F5F-2143-7413-017A-1D4DC62ACD64}"/>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t="2041" r="2041"/>
          <a:stretch/>
        </p:blipFill>
        <p:spPr>
          <a:xfrm>
            <a:off x="0" y="0"/>
            <a:ext cx="12192000" cy="6858000"/>
          </a:xfrm>
          <a:prstGeom prst="rect">
            <a:avLst/>
          </a:prstGeom>
        </p:spPr>
      </p:pic>
      <p:sp>
        <p:nvSpPr>
          <p:cNvPr id="2" name="Title 1">
            <a:extLst>
              <a:ext uri="{FF2B5EF4-FFF2-40B4-BE49-F238E27FC236}">
                <a16:creationId xmlns:a16="http://schemas.microsoft.com/office/drawing/2014/main" id="{DD93F370-0603-42F8-A7D8-E3390EE70687}"/>
              </a:ext>
            </a:extLst>
          </p:cNvPr>
          <p:cNvSpPr>
            <a:spLocks noGrp="1"/>
          </p:cNvSpPr>
          <p:nvPr>
            <p:ph type="ctrTitle" hasCustomPrompt="1"/>
          </p:nvPr>
        </p:nvSpPr>
        <p:spPr>
          <a:xfrm>
            <a:off x="1337946" y="1623058"/>
            <a:ext cx="4532630" cy="3737611"/>
          </a:xfrm>
          <a:solidFill>
            <a:srgbClr val="006E74"/>
          </a:solidFill>
        </p:spPr>
        <p:txBody>
          <a:bodyPr lIns="274320" tIns="274320" rIns="274320" bIns="274320" anchor="t" anchorCtr="0"/>
          <a:lstStyle>
            <a:lvl1pPr algn="l">
              <a:defRPr sz="3200" b="0" spc="0" baseline="0">
                <a:solidFill>
                  <a:schemeClr val="bg1"/>
                </a:solidFill>
                <a:latin typeface="Aptos Light" panose="020B0004020202020204" pitchFamily="34" charset="0"/>
              </a:defRPr>
            </a:lvl1pPr>
          </a:lstStyle>
          <a:p>
            <a:r>
              <a:rPr lang="en-US"/>
              <a:t>[Presentation title]</a:t>
            </a:r>
          </a:p>
        </p:txBody>
      </p:sp>
      <p:sp>
        <p:nvSpPr>
          <p:cNvPr id="3" name="Subtitle 2">
            <a:extLst>
              <a:ext uri="{FF2B5EF4-FFF2-40B4-BE49-F238E27FC236}">
                <a16:creationId xmlns:a16="http://schemas.microsoft.com/office/drawing/2014/main" id="{4077195B-8D8D-4BD5-8ADD-A390F24676CD}"/>
              </a:ext>
            </a:extLst>
          </p:cNvPr>
          <p:cNvSpPr>
            <a:spLocks noGrp="1"/>
          </p:cNvSpPr>
          <p:nvPr>
            <p:ph type="subTitle" idx="1" hasCustomPrompt="1"/>
          </p:nvPr>
        </p:nvSpPr>
        <p:spPr bwMode="gray">
          <a:xfrm>
            <a:off x="1630680" y="2903218"/>
            <a:ext cx="3855718" cy="1291591"/>
          </a:xfrm>
        </p:spPr>
        <p:txBody>
          <a:bodyPr anchor="t" anchorCtr="0">
            <a:noAutofit/>
          </a:bodyPr>
          <a:lstStyle>
            <a:lvl1pPr marL="0" indent="0" algn="l">
              <a:spcBef>
                <a:spcPts val="0"/>
              </a:spcBef>
              <a:buNone/>
              <a:defRPr sz="2000" b="0">
                <a:solidFill>
                  <a:schemeClr val="bg1"/>
                </a:solidFill>
                <a:latin typeface="Aptos Light" panose="020B0004020202020204" pitchFamily="34" charset="0"/>
              </a:defRPr>
            </a:lvl1pPr>
            <a:lvl2pPr marL="0" indent="0" algn="l">
              <a:spcBef>
                <a:spcPts val="0"/>
              </a:spcBef>
              <a:buNone/>
              <a:defRPr sz="2000">
                <a:solidFill>
                  <a:schemeClr val="bg1"/>
                </a:solidFill>
              </a:defRPr>
            </a:lvl2pPr>
            <a:lvl3pPr marL="0" indent="0" algn="l">
              <a:spcBef>
                <a:spcPts val="0"/>
              </a:spcBef>
              <a:buNone/>
              <a:defRPr sz="2000">
                <a:solidFill>
                  <a:schemeClr val="bg1"/>
                </a:solidFill>
              </a:defRPr>
            </a:lvl3pPr>
            <a:lvl4pPr marL="0" indent="0" algn="l">
              <a:spcBef>
                <a:spcPts val="0"/>
              </a:spcBef>
              <a:buNone/>
              <a:defRPr sz="2000">
                <a:solidFill>
                  <a:schemeClr val="bg1"/>
                </a:solidFill>
              </a:defRPr>
            </a:lvl4pPr>
            <a:lvl5pPr marL="0" indent="0" algn="l">
              <a:spcBef>
                <a:spcPts val="0"/>
              </a:spcBef>
              <a:buNone/>
              <a:defRPr sz="2000">
                <a:solidFill>
                  <a:schemeClr val="bg1"/>
                </a:solidFill>
              </a:defRPr>
            </a:lvl5pPr>
            <a:lvl6pPr marL="0" indent="0" algn="l">
              <a:spcBef>
                <a:spcPts val="0"/>
              </a:spcBef>
              <a:buNone/>
              <a:defRPr sz="2000">
                <a:solidFill>
                  <a:schemeClr val="bg1"/>
                </a:solidFill>
              </a:defRPr>
            </a:lvl6pPr>
            <a:lvl7pPr marL="0" indent="0" algn="l">
              <a:spcBef>
                <a:spcPts val="0"/>
              </a:spcBef>
              <a:buNone/>
              <a:defRPr sz="2000">
                <a:solidFill>
                  <a:schemeClr val="bg1"/>
                </a:solidFill>
              </a:defRPr>
            </a:lvl7pPr>
            <a:lvl8pPr marL="0" indent="0" algn="l">
              <a:spcBef>
                <a:spcPts val="0"/>
              </a:spcBef>
              <a:buNone/>
              <a:defRPr sz="2000">
                <a:solidFill>
                  <a:schemeClr val="bg1"/>
                </a:solidFill>
              </a:defRPr>
            </a:lvl8pPr>
            <a:lvl9pPr marL="0" indent="0" algn="l">
              <a:spcBef>
                <a:spcPts val="0"/>
              </a:spcBef>
              <a:buNone/>
              <a:defRPr sz="2000">
                <a:solidFill>
                  <a:schemeClr val="bg1"/>
                </a:solidFill>
              </a:defRPr>
            </a:lvl9pPr>
          </a:lstStyle>
          <a:p>
            <a:r>
              <a:rPr lang="en-US"/>
              <a:t>[Optional subtitle]</a:t>
            </a:r>
          </a:p>
        </p:txBody>
      </p:sp>
      <p:sp>
        <p:nvSpPr>
          <p:cNvPr id="12" name="Text Placeholder 3">
            <a:extLst>
              <a:ext uri="{FF2B5EF4-FFF2-40B4-BE49-F238E27FC236}">
                <a16:creationId xmlns:a16="http://schemas.microsoft.com/office/drawing/2014/main" id="{096EBD33-E0A7-064A-B661-81AD68C0BB90}"/>
              </a:ext>
            </a:extLst>
          </p:cNvPr>
          <p:cNvSpPr>
            <a:spLocks noGrp="1"/>
          </p:cNvSpPr>
          <p:nvPr>
            <p:ph type="body" sz="quarter" idx="11" hasCustomPrompt="1"/>
          </p:nvPr>
        </p:nvSpPr>
        <p:spPr>
          <a:xfrm>
            <a:off x="1630680" y="4194809"/>
            <a:ext cx="3855718" cy="914400"/>
          </a:xfrm>
        </p:spPr>
        <p:txBody>
          <a:bodyPr anchor="b" anchorCtr="0">
            <a:noAutofit/>
          </a:bodyPr>
          <a:lstStyle>
            <a:lvl1pPr marL="0" indent="0">
              <a:spcBef>
                <a:spcPts val="0"/>
              </a:spcBef>
              <a:buFontTx/>
              <a:buNone/>
              <a:defRPr sz="1600" b="1">
                <a:solidFill>
                  <a:schemeClr val="bg1"/>
                </a:solidFill>
                <a:latin typeface="Aptos Light" panose="020B0004020202020204" pitchFamily="34" charset="0"/>
              </a:defRPr>
            </a:lvl1pPr>
            <a:lvl2pPr marL="0" indent="0">
              <a:spcBef>
                <a:spcPts val="0"/>
              </a:spcBef>
              <a:buFontTx/>
              <a:buNone/>
              <a:defRPr sz="1600">
                <a:solidFill>
                  <a:schemeClr val="tx1"/>
                </a:solidFill>
              </a:defRPr>
            </a:lvl2pPr>
            <a:lvl3pPr marL="0" indent="0">
              <a:spcBef>
                <a:spcPts val="0"/>
              </a:spcBef>
              <a:buFontTx/>
              <a:buNone/>
              <a:defRPr sz="1600">
                <a:solidFill>
                  <a:schemeClr val="tx1"/>
                </a:solidFill>
              </a:defRPr>
            </a:lvl3pPr>
            <a:lvl4pPr marL="0" indent="0">
              <a:spcBef>
                <a:spcPts val="0"/>
              </a:spcBef>
              <a:buFontTx/>
              <a:buNone/>
              <a:defRPr sz="1600">
                <a:solidFill>
                  <a:schemeClr val="tx1"/>
                </a:solidFill>
              </a:defRPr>
            </a:lvl4pPr>
            <a:lvl5pPr marL="0" indent="0">
              <a:spcBef>
                <a:spcPts val="0"/>
              </a:spcBef>
              <a:buFontTx/>
              <a:buNone/>
              <a:defRPr sz="1600">
                <a:solidFill>
                  <a:schemeClr val="tx1"/>
                </a:solidFill>
              </a:defRPr>
            </a:lvl5pPr>
            <a:lvl6pPr marL="0" indent="0">
              <a:spcBef>
                <a:spcPts val="0"/>
              </a:spcBef>
              <a:buFontTx/>
              <a:buNone/>
              <a:defRPr sz="1600">
                <a:solidFill>
                  <a:schemeClr val="tx1"/>
                </a:solidFill>
              </a:defRPr>
            </a:lvl6pPr>
            <a:lvl7pPr marL="0" indent="0">
              <a:spcBef>
                <a:spcPts val="0"/>
              </a:spcBef>
              <a:buFontTx/>
              <a:buNone/>
              <a:defRPr sz="1600">
                <a:solidFill>
                  <a:schemeClr val="tx1"/>
                </a:solidFill>
              </a:defRPr>
            </a:lvl7pPr>
            <a:lvl8pPr marL="0" indent="0">
              <a:spcBef>
                <a:spcPts val="0"/>
              </a:spcBef>
              <a:buFontTx/>
              <a:buNone/>
              <a:defRPr sz="1600">
                <a:solidFill>
                  <a:schemeClr val="tx1"/>
                </a:solidFill>
              </a:defRPr>
            </a:lvl8pPr>
            <a:lvl9pPr marL="0" indent="0">
              <a:spcBef>
                <a:spcPts val="0"/>
              </a:spcBef>
              <a:buFontTx/>
              <a:buNone/>
              <a:defRPr sz="1600">
                <a:solidFill>
                  <a:schemeClr val="tx1"/>
                </a:solidFill>
              </a:defRPr>
            </a:lvl9pPr>
          </a:lstStyle>
          <a:p>
            <a:pPr lvl="0"/>
            <a:r>
              <a:rPr lang="en-US"/>
              <a:t>[Month 00, 0000]</a:t>
            </a:r>
            <a:br>
              <a:rPr lang="en-US"/>
            </a:br>
            <a:r>
              <a:rPr lang="en-US"/>
              <a:t>[Presenter Name]</a:t>
            </a:r>
            <a:br>
              <a:rPr lang="en-US"/>
            </a:br>
            <a:r>
              <a:rPr lang="en-US"/>
              <a:t>[Title]</a:t>
            </a:r>
          </a:p>
        </p:txBody>
      </p:sp>
      <p:sp>
        <p:nvSpPr>
          <p:cNvPr id="6" name="UST" descr="UST">
            <a:extLst>
              <a:ext uri="{FF2B5EF4-FFF2-40B4-BE49-F238E27FC236}">
                <a16:creationId xmlns:a16="http://schemas.microsoft.com/office/drawing/2014/main" id="{EE8A81E1-DE09-7CB1-9795-9302AA213937}"/>
              </a:ext>
            </a:extLst>
          </p:cNvPr>
          <p:cNvSpPr>
            <a:spLocks noChangeAspect="1" noEditPoints="1"/>
          </p:cNvSpPr>
          <p:nvPr/>
        </p:nvSpPr>
        <p:spPr bwMode="black">
          <a:xfrm>
            <a:off x="365125" y="358775"/>
            <a:ext cx="731520" cy="809172"/>
          </a:xfrm>
          <a:custGeom>
            <a:avLst/>
            <a:gdLst>
              <a:gd name="T0" fmla="*/ 3605 w 3998"/>
              <a:gd name="T1" fmla="*/ 3263 h 4415"/>
              <a:gd name="T2" fmla="*/ 3605 w 3998"/>
              <a:gd name="T3" fmla="*/ 3263 h 4415"/>
              <a:gd name="T4" fmla="*/ 2969 w 3998"/>
              <a:gd name="T5" fmla="*/ 3263 h 4415"/>
              <a:gd name="T6" fmla="*/ 2969 w 3998"/>
              <a:gd name="T7" fmla="*/ 3899 h 4415"/>
              <a:gd name="T8" fmla="*/ 3605 w 3998"/>
              <a:gd name="T9" fmla="*/ 3899 h 4415"/>
              <a:gd name="T10" fmla="*/ 3605 w 3998"/>
              <a:gd name="T11" fmla="*/ 3263 h 4415"/>
              <a:gd name="T12" fmla="*/ 3450 w 3998"/>
              <a:gd name="T13" fmla="*/ 703 h 4415"/>
              <a:gd name="T14" fmla="*/ 3450 w 3998"/>
              <a:gd name="T15" fmla="*/ 703 h 4415"/>
              <a:gd name="T16" fmla="*/ 3308 w 3998"/>
              <a:gd name="T17" fmla="*/ 668 h 4415"/>
              <a:gd name="T18" fmla="*/ 3077 w 3998"/>
              <a:gd name="T19" fmla="*/ 505 h 4415"/>
              <a:gd name="T20" fmla="*/ 3308 w 3998"/>
              <a:gd name="T21" fmla="*/ 383 h 4415"/>
              <a:gd name="T22" fmla="*/ 3661 w 3998"/>
              <a:gd name="T23" fmla="*/ 530 h 4415"/>
              <a:gd name="T24" fmla="*/ 3940 w 3998"/>
              <a:gd name="T25" fmla="*/ 305 h 4415"/>
              <a:gd name="T26" fmla="*/ 3310 w 3998"/>
              <a:gd name="T27" fmla="*/ 0 h 4415"/>
              <a:gd name="T28" fmla="*/ 2629 w 3998"/>
              <a:gd name="T29" fmla="*/ 517 h 4415"/>
              <a:gd name="T30" fmla="*/ 3182 w 3998"/>
              <a:gd name="T31" fmla="*/ 1056 h 4415"/>
              <a:gd name="T32" fmla="*/ 3331 w 3998"/>
              <a:gd name="T33" fmla="*/ 1093 h 4415"/>
              <a:gd name="T34" fmla="*/ 3531 w 3998"/>
              <a:gd name="T35" fmla="*/ 1229 h 4415"/>
              <a:gd name="T36" fmla="*/ 3266 w 3998"/>
              <a:gd name="T37" fmla="*/ 1367 h 4415"/>
              <a:gd name="T38" fmla="*/ 2854 w 3998"/>
              <a:gd name="T39" fmla="*/ 1184 h 4415"/>
              <a:gd name="T40" fmla="*/ 2576 w 3998"/>
              <a:gd name="T41" fmla="*/ 1409 h 4415"/>
              <a:gd name="T42" fmla="*/ 3268 w 3998"/>
              <a:gd name="T43" fmla="*/ 1736 h 4415"/>
              <a:gd name="T44" fmla="*/ 3998 w 3998"/>
              <a:gd name="T45" fmla="*/ 1217 h 4415"/>
              <a:gd name="T46" fmla="*/ 3450 w 3998"/>
              <a:gd name="T47" fmla="*/ 703 h 4415"/>
              <a:gd name="T48" fmla="*/ 1451 w 3998"/>
              <a:gd name="T49" fmla="*/ 2778 h 4415"/>
              <a:gd name="T50" fmla="*/ 1451 w 3998"/>
              <a:gd name="T51" fmla="*/ 2778 h 4415"/>
              <a:gd name="T52" fmla="*/ 24 w 3998"/>
              <a:gd name="T53" fmla="*/ 2778 h 4415"/>
              <a:gd name="T54" fmla="*/ 24 w 3998"/>
              <a:gd name="T55" fmla="*/ 3168 h 4415"/>
              <a:gd name="T56" fmla="*/ 512 w 3998"/>
              <a:gd name="T57" fmla="*/ 3168 h 4415"/>
              <a:gd name="T58" fmla="*/ 512 w 3998"/>
              <a:gd name="T59" fmla="*/ 4415 h 4415"/>
              <a:gd name="T60" fmla="*/ 963 w 3998"/>
              <a:gd name="T61" fmla="*/ 4415 h 4415"/>
              <a:gd name="T62" fmla="*/ 963 w 3998"/>
              <a:gd name="T63" fmla="*/ 3168 h 4415"/>
              <a:gd name="T64" fmla="*/ 1451 w 3998"/>
              <a:gd name="T65" fmla="*/ 3168 h 4415"/>
              <a:gd name="T66" fmla="*/ 1451 w 3998"/>
              <a:gd name="T67" fmla="*/ 2778 h 4415"/>
              <a:gd name="T68" fmla="*/ 1026 w 3998"/>
              <a:gd name="T69" fmla="*/ 48 h 4415"/>
              <a:gd name="T70" fmla="*/ 1026 w 3998"/>
              <a:gd name="T71" fmla="*/ 48 h 4415"/>
              <a:gd name="T72" fmla="*/ 1475 w 3998"/>
              <a:gd name="T73" fmla="*/ 48 h 4415"/>
              <a:gd name="T74" fmla="*/ 1475 w 3998"/>
              <a:gd name="T75" fmla="*/ 1015 h 4415"/>
              <a:gd name="T76" fmla="*/ 741 w 3998"/>
              <a:gd name="T77" fmla="*/ 1736 h 4415"/>
              <a:gd name="T78" fmla="*/ 0 w 3998"/>
              <a:gd name="T79" fmla="*/ 1015 h 4415"/>
              <a:gd name="T80" fmla="*/ 0 w 3998"/>
              <a:gd name="T81" fmla="*/ 48 h 4415"/>
              <a:gd name="T82" fmla="*/ 449 w 3998"/>
              <a:gd name="T83" fmla="*/ 48 h 4415"/>
              <a:gd name="T84" fmla="*/ 449 w 3998"/>
              <a:gd name="T85" fmla="*/ 1018 h 4415"/>
              <a:gd name="T86" fmla="*/ 739 w 3998"/>
              <a:gd name="T87" fmla="*/ 1321 h 4415"/>
              <a:gd name="T88" fmla="*/ 1026 w 3998"/>
              <a:gd name="T89" fmla="*/ 1018 h 4415"/>
              <a:gd name="T90" fmla="*/ 1026 w 3998"/>
              <a:gd name="T91" fmla="*/ 48 h 4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998" h="4415">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latin typeface="Aptos Light" panose="020B0004020202020204" pitchFamily="34" charset="0"/>
            </a:endParaRPr>
          </a:p>
        </p:txBody>
      </p:sp>
    </p:spTree>
    <p:extLst>
      <p:ext uri="{BB962C8B-B14F-4D97-AF65-F5344CB8AC3E}">
        <p14:creationId xmlns:p14="http://schemas.microsoft.com/office/powerpoint/2010/main" val="325591523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090" userDrawn="1">
          <p15:clr>
            <a:srgbClr val="FBAE40"/>
          </p15:clr>
        </p15:guide>
        <p15:guide id="2" pos="4004" userDrawn="1">
          <p15:clr>
            <a:srgbClr val="FBAE40"/>
          </p15:clr>
        </p15:guide>
        <p15:guide id="3" pos="4192" userDrawn="1">
          <p15:clr>
            <a:srgbClr val="FBAE40"/>
          </p15:clr>
        </p15:guide>
        <p15:guide id="4" orient="horz" pos="776" userDrawn="1">
          <p15:clr>
            <a:srgbClr val="FBAE40"/>
          </p15:clr>
        </p15:guide>
        <p15:guide id="5" pos="748"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Cover slide option 7">
    <p:bg>
      <p:bgRef idx="1001">
        <a:schemeClr val="bg1"/>
      </p:bgRef>
    </p:bg>
    <p:spTree>
      <p:nvGrpSpPr>
        <p:cNvPr id="1" name=""/>
        <p:cNvGrpSpPr/>
        <p:nvPr/>
      </p:nvGrpSpPr>
      <p:grpSpPr>
        <a:xfrm>
          <a:off x="0" y="0"/>
          <a:ext cx="0" cy="0"/>
          <a:chOff x="0" y="0"/>
          <a:chExt cx="0" cy="0"/>
        </a:xfrm>
      </p:grpSpPr>
      <p:sp>
        <p:nvSpPr>
          <p:cNvPr id="10" name="Picture Placeholder 4">
            <a:extLst>
              <a:ext uri="{FF2B5EF4-FFF2-40B4-BE49-F238E27FC236}">
                <a16:creationId xmlns:a16="http://schemas.microsoft.com/office/drawing/2014/main" id="{2BFAF5D7-E03E-9E44-ABB8-3AFA83714D07}"/>
              </a:ext>
            </a:extLst>
          </p:cNvPr>
          <p:cNvSpPr>
            <a:spLocks noGrp="1"/>
          </p:cNvSpPr>
          <p:nvPr>
            <p:ph type="pic" sz="quarter" idx="10" hasCustomPrompt="1"/>
          </p:nvPr>
        </p:nvSpPr>
        <p:spPr>
          <a:xfrm>
            <a:off x="0" y="-1"/>
            <a:ext cx="12192000" cy="6856615"/>
          </a:xfrm>
          <a:solidFill>
            <a:srgbClr val="D7E0E3"/>
          </a:solidFill>
        </p:spPr>
        <p:txBody>
          <a:bodyPr anchor="ctr" anchorCtr="0">
            <a:normAutofit/>
          </a:bodyPr>
          <a:lstStyle>
            <a:lvl1pPr marL="0" indent="0" algn="ctr">
              <a:buFontTx/>
              <a:buNone/>
              <a:defRPr sz="1200">
                <a:latin typeface="Aptos Light" panose="020B0004020202020204" pitchFamily="34" charset="0"/>
              </a:defRPr>
            </a:lvl1pPr>
          </a:lstStyle>
          <a:p>
            <a:r>
              <a:rPr lang="en-US"/>
              <a:t>[Click icon to insert photo]</a:t>
            </a:r>
          </a:p>
        </p:txBody>
      </p:sp>
      <p:sp>
        <p:nvSpPr>
          <p:cNvPr id="9" name="Subtitle 2">
            <a:extLst>
              <a:ext uri="{FF2B5EF4-FFF2-40B4-BE49-F238E27FC236}">
                <a16:creationId xmlns:a16="http://schemas.microsoft.com/office/drawing/2014/main" id="{3107067A-FCAA-8C72-B454-ED1ACC2EC5BB}"/>
              </a:ext>
            </a:extLst>
          </p:cNvPr>
          <p:cNvSpPr>
            <a:spLocks noGrp="1"/>
          </p:cNvSpPr>
          <p:nvPr>
            <p:ph type="subTitle" idx="1" hasCustomPrompt="1"/>
          </p:nvPr>
        </p:nvSpPr>
        <p:spPr bwMode="gray">
          <a:xfrm>
            <a:off x="480062" y="2270758"/>
            <a:ext cx="5684518" cy="1372328"/>
          </a:xfrm>
        </p:spPr>
        <p:txBody>
          <a:bodyPr anchor="t" anchorCtr="0">
            <a:noAutofit/>
          </a:bodyPr>
          <a:lstStyle>
            <a:lvl1pPr marL="0" indent="0" algn="l">
              <a:spcBef>
                <a:spcPts val="0"/>
              </a:spcBef>
              <a:buNone/>
              <a:defRPr sz="3200" b="0">
                <a:solidFill>
                  <a:schemeClr val="tx1"/>
                </a:solidFill>
                <a:latin typeface="Aptos Light" panose="020B0004020202020204" pitchFamily="34" charset="0"/>
              </a:defRPr>
            </a:lvl1pPr>
            <a:lvl2pPr marL="0" indent="0" algn="l">
              <a:spcBef>
                <a:spcPts val="0"/>
              </a:spcBef>
              <a:buNone/>
              <a:defRPr sz="2000">
                <a:solidFill>
                  <a:schemeClr val="bg1"/>
                </a:solidFill>
              </a:defRPr>
            </a:lvl2pPr>
            <a:lvl3pPr marL="0" indent="0" algn="l">
              <a:spcBef>
                <a:spcPts val="0"/>
              </a:spcBef>
              <a:buNone/>
              <a:defRPr sz="2000">
                <a:solidFill>
                  <a:schemeClr val="bg1"/>
                </a:solidFill>
              </a:defRPr>
            </a:lvl3pPr>
            <a:lvl4pPr marL="0" indent="0" algn="l">
              <a:spcBef>
                <a:spcPts val="0"/>
              </a:spcBef>
              <a:buNone/>
              <a:defRPr sz="2000">
                <a:solidFill>
                  <a:schemeClr val="bg1"/>
                </a:solidFill>
              </a:defRPr>
            </a:lvl4pPr>
            <a:lvl5pPr marL="0" indent="0" algn="l">
              <a:spcBef>
                <a:spcPts val="0"/>
              </a:spcBef>
              <a:buNone/>
              <a:defRPr sz="2000">
                <a:solidFill>
                  <a:schemeClr val="bg1"/>
                </a:solidFill>
              </a:defRPr>
            </a:lvl5pPr>
            <a:lvl6pPr marL="0" indent="0" algn="l">
              <a:spcBef>
                <a:spcPts val="0"/>
              </a:spcBef>
              <a:buNone/>
              <a:defRPr sz="2000">
                <a:solidFill>
                  <a:schemeClr val="bg1"/>
                </a:solidFill>
              </a:defRPr>
            </a:lvl6pPr>
            <a:lvl7pPr marL="0" indent="0" algn="l">
              <a:spcBef>
                <a:spcPts val="0"/>
              </a:spcBef>
              <a:buNone/>
              <a:defRPr sz="2000">
                <a:solidFill>
                  <a:schemeClr val="bg1"/>
                </a:solidFill>
              </a:defRPr>
            </a:lvl7pPr>
            <a:lvl8pPr marL="0" indent="0" algn="l">
              <a:spcBef>
                <a:spcPts val="0"/>
              </a:spcBef>
              <a:buNone/>
              <a:defRPr sz="2000">
                <a:solidFill>
                  <a:schemeClr val="bg1"/>
                </a:solidFill>
              </a:defRPr>
            </a:lvl8pPr>
            <a:lvl9pPr marL="0" indent="0" algn="l">
              <a:spcBef>
                <a:spcPts val="0"/>
              </a:spcBef>
              <a:buNone/>
              <a:defRPr sz="2000">
                <a:solidFill>
                  <a:schemeClr val="bg1"/>
                </a:solidFill>
              </a:defRPr>
            </a:lvl9pPr>
          </a:lstStyle>
          <a:p>
            <a:r>
              <a:rPr lang="en-US"/>
              <a:t>Presentation title </a:t>
            </a:r>
            <a:br>
              <a:rPr lang="en-US"/>
            </a:br>
            <a:r>
              <a:rPr lang="en-US"/>
              <a:t>is Aptos Light 32pt</a:t>
            </a:r>
          </a:p>
        </p:txBody>
      </p:sp>
      <p:sp>
        <p:nvSpPr>
          <p:cNvPr id="11" name="Text Placeholder 3">
            <a:extLst>
              <a:ext uri="{FF2B5EF4-FFF2-40B4-BE49-F238E27FC236}">
                <a16:creationId xmlns:a16="http://schemas.microsoft.com/office/drawing/2014/main" id="{0339DAFF-1198-F640-683F-024536A42C75}"/>
              </a:ext>
            </a:extLst>
          </p:cNvPr>
          <p:cNvSpPr>
            <a:spLocks noGrp="1"/>
          </p:cNvSpPr>
          <p:nvPr>
            <p:ph type="body" sz="quarter" idx="11" hasCustomPrompt="1"/>
          </p:nvPr>
        </p:nvSpPr>
        <p:spPr>
          <a:xfrm>
            <a:off x="480062" y="3875314"/>
            <a:ext cx="5684518" cy="870583"/>
          </a:xfrm>
        </p:spPr>
        <p:txBody>
          <a:bodyPr anchor="t" anchorCtr="0">
            <a:noAutofit/>
          </a:bodyPr>
          <a:lstStyle>
            <a:lvl1pPr marL="0" indent="0">
              <a:spcBef>
                <a:spcPts val="0"/>
              </a:spcBef>
              <a:buFontTx/>
              <a:buNone/>
              <a:defRPr sz="2000" b="1">
                <a:solidFill>
                  <a:schemeClr val="tx1"/>
                </a:solidFill>
                <a:latin typeface="Aptos Light" panose="020B0004020202020204" pitchFamily="34" charset="0"/>
              </a:defRPr>
            </a:lvl1pPr>
            <a:lvl2pPr marL="0" indent="0">
              <a:spcBef>
                <a:spcPts val="0"/>
              </a:spcBef>
              <a:buFontTx/>
              <a:buNone/>
              <a:defRPr sz="1600">
                <a:solidFill>
                  <a:schemeClr val="tx1"/>
                </a:solidFill>
              </a:defRPr>
            </a:lvl2pPr>
            <a:lvl3pPr marL="0" indent="0">
              <a:spcBef>
                <a:spcPts val="0"/>
              </a:spcBef>
              <a:buFontTx/>
              <a:buNone/>
              <a:defRPr sz="1600">
                <a:solidFill>
                  <a:schemeClr val="tx1"/>
                </a:solidFill>
              </a:defRPr>
            </a:lvl3pPr>
            <a:lvl4pPr marL="0" indent="0">
              <a:spcBef>
                <a:spcPts val="0"/>
              </a:spcBef>
              <a:buFontTx/>
              <a:buNone/>
              <a:defRPr sz="1600">
                <a:solidFill>
                  <a:schemeClr val="tx1"/>
                </a:solidFill>
              </a:defRPr>
            </a:lvl4pPr>
            <a:lvl5pPr marL="0" indent="0">
              <a:spcBef>
                <a:spcPts val="0"/>
              </a:spcBef>
              <a:buFontTx/>
              <a:buNone/>
              <a:defRPr sz="1600">
                <a:solidFill>
                  <a:schemeClr val="tx1"/>
                </a:solidFill>
              </a:defRPr>
            </a:lvl5pPr>
            <a:lvl6pPr marL="0" indent="0">
              <a:spcBef>
                <a:spcPts val="0"/>
              </a:spcBef>
              <a:buFontTx/>
              <a:buNone/>
              <a:defRPr sz="1600">
                <a:solidFill>
                  <a:schemeClr val="tx1"/>
                </a:solidFill>
              </a:defRPr>
            </a:lvl6pPr>
            <a:lvl7pPr marL="0" indent="0">
              <a:spcBef>
                <a:spcPts val="0"/>
              </a:spcBef>
              <a:buFontTx/>
              <a:buNone/>
              <a:defRPr sz="1600">
                <a:solidFill>
                  <a:schemeClr val="tx1"/>
                </a:solidFill>
              </a:defRPr>
            </a:lvl7pPr>
            <a:lvl8pPr marL="0" indent="0">
              <a:spcBef>
                <a:spcPts val="0"/>
              </a:spcBef>
              <a:buFontTx/>
              <a:buNone/>
              <a:defRPr sz="1600">
                <a:solidFill>
                  <a:schemeClr val="tx1"/>
                </a:solidFill>
              </a:defRPr>
            </a:lvl8pPr>
            <a:lvl9pPr marL="0" indent="0">
              <a:spcBef>
                <a:spcPts val="0"/>
              </a:spcBef>
              <a:buFontTx/>
              <a:buNone/>
              <a:defRPr sz="1600">
                <a:solidFill>
                  <a:schemeClr val="tx1"/>
                </a:solidFill>
              </a:defRPr>
            </a:lvl9pPr>
          </a:lstStyle>
          <a:p>
            <a:pPr lvl="0"/>
            <a:r>
              <a:rPr lang="en-US"/>
              <a:t>Optional subtitle is Aptos Light 20pt, sentence case, two lines max</a:t>
            </a:r>
          </a:p>
        </p:txBody>
      </p:sp>
      <p:sp>
        <p:nvSpPr>
          <p:cNvPr id="13" name="Text Placeholder 3">
            <a:extLst>
              <a:ext uri="{FF2B5EF4-FFF2-40B4-BE49-F238E27FC236}">
                <a16:creationId xmlns:a16="http://schemas.microsoft.com/office/drawing/2014/main" id="{A1302373-182B-29E4-E443-D6C8F5F97F97}"/>
              </a:ext>
            </a:extLst>
          </p:cNvPr>
          <p:cNvSpPr>
            <a:spLocks noGrp="1"/>
          </p:cNvSpPr>
          <p:nvPr>
            <p:ph type="body" sz="quarter" idx="12" hasCustomPrompt="1"/>
          </p:nvPr>
        </p:nvSpPr>
        <p:spPr>
          <a:xfrm>
            <a:off x="480062" y="4967152"/>
            <a:ext cx="5684518" cy="874124"/>
          </a:xfrm>
        </p:spPr>
        <p:txBody>
          <a:bodyPr anchor="b" anchorCtr="0">
            <a:noAutofit/>
          </a:bodyPr>
          <a:lstStyle>
            <a:lvl1pPr marL="0" indent="0">
              <a:spcBef>
                <a:spcPts val="0"/>
              </a:spcBef>
              <a:buFontTx/>
              <a:buNone/>
              <a:defRPr sz="1800" b="1">
                <a:solidFill>
                  <a:schemeClr val="tx1"/>
                </a:solidFill>
                <a:latin typeface="Aptos Light" panose="020B0004020202020204" pitchFamily="34" charset="0"/>
              </a:defRPr>
            </a:lvl1pPr>
            <a:lvl2pPr marL="0" indent="0">
              <a:spcBef>
                <a:spcPts val="0"/>
              </a:spcBef>
              <a:buFontTx/>
              <a:buNone/>
              <a:defRPr sz="1600">
                <a:solidFill>
                  <a:schemeClr val="tx1"/>
                </a:solidFill>
              </a:defRPr>
            </a:lvl2pPr>
            <a:lvl3pPr marL="0" indent="0">
              <a:spcBef>
                <a:spcPts val="0"/>
              </a:spcBef>
              <a:buFontTx/>
              <a:buNone/>
              <a:defRPr sz="1600">
                <a:solidFill>
                  <a:schemeClr val="tx1"/>
                </a:solidFill>
              </a:defRPr>
            </a:lvl3pPr>
            <a:lvl4pPr marL="0" indent="0">
              <a:spcBef>
                <a:spcPts val="0"/>
              </a:spcBef>
              <a:buFontTx/>
              <a:buNone/>
              <a:defRPr sz="1600">
                <a:solidFill>
                  <a:schemeClr val="tx1"/>
                </a:solidFill>
              </a:defRPr>
            </a:lvl4pPr>
            <a:lvl5pPr marL="0" indent="0">
              <a:spcBef>
                <a:spcPts val="0"/>
              </a:spcBef>
              <a:buFontTx/>
              <a:buNone/>
              <a:defRPr sz="1600">
                <a:solidFill>
                  <a:schemeClr val="tx1"/>
                </a:solidFill>
              </a:defRPr>
            </a:lvl5pPr>
            <a:lvl6pPr marL="0" indent="0">
              <a:spcBef>
                <a:spcPts val="0"/>
              </a:spcBef>
              <a:buFontTx/>
              <a:buNone/>
              <a:defRPr sz="1600">
                <a:solidFill>
                  <a:schemeClr val="tx1"/>
                </a:solidFill>
              </a:defRPr>
            </a:lvl6pPr>
            <a:lvl7pPr marL="0" indent="0">
              <a:spcBef>
                <a:spcPts val="0"/>
              </a:spcBef>
              <a:buFontTx/>
              <a:buNone/>
              <a:defRPr sz="1600">
                <a:solidFill>
                  <a:schemeClr val="tx1"/>
                </a:solidFill>
              </a:defRPr>
            </a:lvl7pPr>
            <a:lvl8pPr marL="0" indent="0">
              <a:spcBef>
                <a:spcPts val="0"/>
              </a:spcBef>
              <a:buFontTx/>
              <a:buNone/>
              <a:defRPr sz="1600">
                <a:solidFill>
                  <a:schemeClr val="tx1"/>
                </a:solidFill>
              </a:defRPr>
            </a:lvl8pPr>
            <a:lvl9pPr marL="0" indent="0">
              <a:spcBef>
                <a:spcPts val="0"/>
              </a:spcBef>
              <a:buFontTx/>
              <a:buNone/>
              <a:defRPr sz="1600">
                <a:solidFill>
                  <a:schemeClr val="tx1"/>
                </a:solidFill>
              </a:defRPr>
            </a:lvl9pPr>
          </a:lstStyle>
          <a:p>
            <a:pPr lvl="0"/>
            <a:r>
              <a:rPr lang="en-US"/>
              <a:t>[Month 00, 0000]</a:t>
            </a:r>
            <a:br>
              <a:rPr lang="en-US"/>
            </a:br>
            <a:r>
              <a:rPr lang="en-US"/>
              <a:t>[Presenter Name]</a:t>
            </a:r>
            <a:br>
              <a:rPr lang="en-US"/>
            </a:br>
            <a:r>
              <a:rPr lang="en-US"/>
              <a:t>[Title]</a:t>
            </a:r>
          </a:p>
        </p:txBody>
      </p:sp>
      <p:sp>
        <p:nvSpPr>
          <p:cNvPr id="14" name="UST" descr="UST">
            <a:extLst>
              <a:ext uri="{FF2B5EF4-FFF2-40B4-BE49-F238E27FC236}">
                <a16:creationId xmlns:a16="http://schemas.microsoft.com/office/drawing/2014/main" id="{D64FE565-A979-A6FD-86C3-B897AC101905}"/>
              </a:ext>
            </a:extLst>
          </p:cNvPr>
          <p:cNvSpPr>
            <a:spLocks noChangeAspect="1" noEditPoints="1"/>
          </p:cNvSpPr>
          <p:nvPr/>
        </p:nvSpPr>
        <p:spPr bwMode="black">
          <a:xfrm>
            <a:off x="365125" y="358775"/>
            <a:ext cx="731520" cy="809172"/>
          </a:xfrm>
          <a:custGeom>
            <a:avLst/>
            <a:gdLst>
              <a:gd name="T0" fmla="*/ 3605 w 3998"/>
              <a:gd name="T1" fmla="*/ 3263 h 4415"/>
              <a:gd name="T2" fmla="*/ 3605 w 3998"/>
              <a:gd name="T3" fmla="*/ 3263 h 4415"/>
              <a:gd name="T4" fmla="*/ 2969 w 3998"/>
              <a:gd name="T5" fmla="*/ 3263 h 4415"/>
              <a:gd name="T6" fmla="*/ 2969 w 3998"/>
              <a:gd name="T7" fmla="*/ 3899 h 4415"/>
              <a:gd name="T8" fmla="*/ 3605 w 3998"/>
              <a:gd name="T9" fmla="*/ 3899 h 4415"/>
              <a:gd name="T10" fmla="*/ 3605 w 3998"/>
              <a:gd name="T11" fmla="*/ 3263 h 4415"/>
              <a:gd name="T12" fmla="*/ 3450 w 3998"/>
              <a:gd name="T13" fmla="*/ 703 h 4415"/>
              <a:gd name="T14" fmla="*/ 3450 w 3998"/>
              <a:gd name="T15" fmla="*/ 703 h 4415"/>
              <a:gd name="T16" fmla="*/ 3308 w 3998"/>
              <a:gd name="T17" fmla="*/ 668 h 4415"/>
              <a:gd name="T18" fmla="*/ 3077 w 3998"/>
              <a:gd name="T19" fmla="*/ 505 h 4415"/>
              <a:gd name="T20" fmla="*/ 3308 w 3998"/>
              <a:gd name="T21" fmla="*/ 383 h 4415"/>
              <a:gd name="T22" fmla="*/ 3661 w 3998"/>
              <a:gd name="T23" fmla="*/ 530 h 4415"/>
              <a:gd name="T24" fmla="*/ 3940 w 3998"/>
              <a:gd name="T25" fmla="*/ 305 h 4415"/>
              <a:gd name="T26" fmla="*/ 3310 w 3998"/>
              <a:gd name="T27" fmla="*/ 0 h 4415"/>
              <a:gd name="T28" fmla="*/ 2629 w 3998"/>
              <a:gd name="T29" fmla="*/ 517 h 4415"/>
              <a:gd name="T30" fmla="*/ 3182 w 3998"/>
              <a:gd name="T31" fmla="*/ 1056 h 4415"/>
              <a:gd name="T32" fmla="*/ 3331 w 3998"/>
              <a:gd name="T33" fmla="*/ 1093 h 4415"/>
              <a:gd name="T34" fmla="*/ 3531 w 3998"/>
              <a:gd name="T35" fmla="*/ 1229 h 4415"/>
              <a:gd name="T36" fmla="*/ 3266 w 3998"/>
              <a:gd name="T37" fmla="*/ 1367 h 4415"/>
              <a:gd name="T38" fmla="*/ 2854 w 3998"/>
              <a:gd name="T39" fmla="*/ 1184 h 4415"/>
              <a:gd name="T40" fmla="*/ 2576 w 3998"/>
              <a:gd name="T41" fmla="*/ 1409 h 4415"/>
              <a:gd name="T42" fmla="*/ 3268 w 3998"/>
              <a:gd name="T43" fmla="*/ 1736 h 4415"/>
              <a:gd name="T44" fmla="*/ 3998 w 3998"/>
              <a:gd name="T45" fmla="*/ 1217 h 4415"/>
              <a:gd name="T46" fmla="*/ 3450 w 3998"/>
              <a:gd name="T47" fmla="*/ 703 h 4415"/>
              <a:gd name="T48" fmla="*/ 1451 w 3998"/>
              <a:gd name="T49" fmla="*/ 2778 h 4415"/>
              <a:gd name="T50" fmla="*/ 1451 w 3998"/>
              <a:gd name="T51" fmla="*/ 2778 h 4415"/>
              <a:gd name="T52" fmla="*/ 24 w 3998"/>
              <a:gd name="T53" fmla="*/ 2778 h 4415"/>
              <a:gd name="T54" fmla="*/ 24 w 3998"/>
              <a:gd name="T55" fmla="*/ 3168 h 4415"/>
              <a:gd name="T56" fmla="*/ 512 w 3998"/>
              <a:gd name="T57" fmla="*/ 3168 h 4415"/>
              <a:gd name="T58" fmla="*/ 512 w 3998"/>
              <a:gd name="T59" fmla="*/ 4415 h 4415"/>
              <a:gd name="T60" fmla="*/ 963 w 3998"/>
              <a:gd name="T61" fmla="*/ 4415 h 4415"/>
              <a:gd name="T62" fmla="*/ 963 w 3998"/>
              <a:gd name="T63" fmla="*/ 3168 h 4415"/>
              <a:gd name="T64" fmla="*/ 1451 w 3998"/>
              <a:gd name="T65" fmla="*/ 3168 h 4415"/>
              <a:gd name="T66" fmla="*/ 1451 w 3998"/>
              <a:gd name="T67" fmla="*/ 2778 h 4415"/>
              <a:gd name="T68" fmla="*/ 1026 w 3998"/>
              <a:gd name="T69" fmla="*/ 48 h 4415"/>
              <a:gd name="T70" fmla="*/ 1026 w 3998"/>
              <a:gd name="T71" fmla="*/ 48 h 4415"/>
              <a:gd name="T72" fmla="*/ 1475 w 3998"/>
              <a:gd name="T73" fmla="*/ 48 h 4415"/>
              <a:gd name="T74" fmla="*/ 1475 w 3998"/>
              <a:gd name="T75" fmla="*/ 1015 h 4415"/>
              <a:gd name="T76" fmla="*/ 741 w 3998"/>
              <a:gd name="T77" fmla="*/ 1736 h 4415"/>
              <a:gd name="T78" fmla="*/ 0 w 3998"/>
              <a:gd name="T79" fmla="*/ 1015 h 4415"/>
              <a:gd name="T80" fmla="*/ 0 w 3998"/>
              <a:gd name="T81" fmla="*/ 48 h 4415"/>
              <a:gd name="T82" fmla="*/ 449 w 3998"/>
              <a:gd name="T83" fmla="*/ 48 h 4415"/>
              <a:gd name="T84" fmla="*/ 449 w 3998"/>
              <a:gd name="T85" fmla="*/ 1018 h 4415"/>
              <a:gd name="T86" fmla="*/ 739 w 3998"/>
              <a:gd name="T87" fmla="*/ 1321 h 4415"/>
              <a:gd name="T88" fmla="*/ 1026 w 3998"/>
              <a:gd name="T89" fmla="*/ 1018 h 4415"/>
              <a:gd name="T90" fmla="*/ 1026 w 3998"/>
              <a:gd name="T91" fmla="*/ 48 h 4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998" h="4415">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rgbClr val="231F2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ptos Light" panose="020B0004020202020204" pitchFamily="34" charset="0"/>
            </a:endParaRPr>
          </a:p>
        </p:txBody>
      </p:sp>
    </p:spTree>
    <p:extLst>
      <p:ext uri="{BB962C8B-B14F-4D97-AF65-F5344CB8AC3E}">
        <p14:creationId xmlns:p14="http://schemas.microsoft.com/office/powerpoint/2010/main" val="152163957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090" userDrawn="1">
          <p15:clr>
            <a:srgbClr val="FBAE40"/>
          </p15:clr>
        </p15:guide>
        <p15:guide id="2" pos="4004" userDrawn="1">
          <p15:clr>
            <a:srgbClr val="FBAE40"/>
          </p15:clr>
        </p15:guide>
        <p15:guide id="3" pos="4192" userDrawn="1">
          <p15:clr>
            <a:srgbClr val="FBAE40"/>
          </p15:clr>
        </p15:guide>
        <p15:guide id="4" orient="horz" pos="776" userDrawn="1">
          <p15:clr>
            <a:srgbClr val="FBAE40"/>
          </p15:clr>
        </p15:guide>
        <p15:guide id="5" pos="748"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Cover slide option 8">
    <p:bg>
      <p:bgRef idx="1001">
        <a:schemeClr val="bg1"/>
      </p:bgRef>
    </p:bg>
    <p:spTree>
      <p:nvGrpSpPr>
        <p:cNvPr id="1" name=""/>
        <p:cNvGrpSpPr/>
        <p:nvPr/>
      </p:nvGrpSpPr>
      <p:grpSpPr>
        <a:xfrm>
          <a:off x="0" y="0"/>
          <a:ext cx="0" cy="0"/>
          <a:chOff x="0" y="0"/>
          <a:chExt cx="0" cy="0"/>
        </a:xfrm>
      </p:grpSpPr>
      <p:sp>
        <p:nvSpPr>
          <p:cNvPr id="10" name="Picture Placeholder 4">
            <a:extLst>
              <a:ext uri="{FF2B5EF4-FFF2-40B4-BE49-F238E27FC236}">
                <a16:creationId xmlns:a16="http://schemas.microsoft.com/office/drawing/2014/main" id="{2BFAF5D7-E03E-9E44-ABB8-3AFA83714D07}"/>
              </a:ext>
            </a:extLst>
          </p:cNvPr>
          <p:cNvSpPr>
            <a:spLocks noGrp="1"/>
          </p:cNvSpPr>
          <p:nvPr>
            <p:ph type="pic" sz="quarter" idx="10" hasCustomPrompt="1"/>
          </p:nvPr>
        </p:nvSpPr>
        <p:spPr>
          <a:xfrm>
            <a:off x="0" y="-1"/>
            <a:ext cx="12192000" cy="6856615"/>
          </a:xfrm>
          <a:solidFill>
            <a:srgbClr val="D7E0E3"/>
          </a:solidFill>
        </p:spPr>
        <p:txBody>
          <a:bodyPr anchor="ctr" anchorCtr="0">
            <a:normAutofit/>
          </a:bodyPr>
          <a:lstStyle>
            <a:lvl1pPr marL="0" indent="0" algn="ctr">
              <a:buFontTx/>
              <a:buNone/>
              <a:defRPr sz="1200">
                <a:latin typeface="Aptos Light" panose="020B0004020202020204" pitchFamily="34" charset="0"/>
              </a:defRPr>
            </a:lvl1pPr>
          </a:lstStyle>
          <a:p>
            <a:r>
              <a:rPr lang="en-US"/>
              <a:t>[Click icon to insert photo]</a:t>
            </a:r>
          </a:p>
        </p:txBody>
      </p:sp>
      <p:sp>
        <p:nvSpPr>
          <p:cNvPr id="8" name="UST" descr="UST">
            <a:extLst>
              <a:ext uri="{FF2B5EF4-FFF2-40B4-BE49-F238E27FC236}">
                <a16:creationId xmlns:a16="http://schemas.microsoft.com/office/drawing/2014/main" id="{B5100F4C-957F-DD4E-8499-CC403AD1E86D}"/>
              </a:ext>
            </a:extLst>
          </p:cNvPr>
          <p:cNvSpPr>
            <a:spLocks noChangeAspect="1" noEditPoints="1"/>
          </p:cNvSpPr>
          <p:nvPr/>
        </p:nvSpPr>
        <p:spPr bwMode="black">
          <a:xfrm>
            <a:off x="365125" y="358775"/>
            <a:ext cx="731520" cy="809172"/>
          </a:xfrm>
          <a:custGeom>
            <a:avLst/>
            <a:gdLst>
              <a:gd name="T0" fmla="*/ 3605 w 3998"/>
              <a:gd name="T1" fmla="*/ 3263 h 4415"/>
              <a:gd name="T2" fmla="*/ 3605 w 3998"/>
              <a:gd name="T3" fmla="*/ 3263 h 4415"/>
              <a:gd name="T4" fmla="*/ 2969 w 3998"/>
              <a:gd name="T5" fmla="*/ 3263 h 4415"/>
              <a:gd name="T6" fmla="*/ 2969 w 3998"/>
              <a:gd name="T7" fmla="*/ 3899 h 4415"/>
              <a:gd name="T8" fmla="*/ 3605 w 3998"/>
              <a:gd name="T9" fmla="*/ 3899 h 4415"/>
              <a:gd name="T10" fmla="*/ 3605 w 3998"/>
              <a:gd name="T11" fmla="*/ 3263 h 4415"/>
              <a:gd name="T12" fmla="*/ 3450 w 3998"/>
              <a:gd name="T13" fmla="*/ 703 h 4415"/>
              <a:gd name="T14" fmla="*/ 3450 w 3998"/>
              <a:gd name="T15" fmla="*/ 703 h 4415"/>
              <a:gd name="T16" fmla="*/ 3308 w 3998"/>
              <a:gd name="T17" fmla="*/ 668 h 4415"/>
              <a:gd name="T18" fmla="*/ 3077 w 3998"/>
              <a:gd name="T19" fmla="*/ 505 h 4415"/>
              <a:gd name="T20" fmla="*/ 3308 w 3998"/>
              <a:gd name="T21" fmla="*/ 383 h 4415"/>
              <a:gd name="T22" fmla="*/ 3661 w 3998"/>
              <a:gd name="T23" fmla="*/ 530 h 4415"/>
              <a:gd name="T24" fmla="*/ 3940 w 3998"/>
              <a:gd name="T25" fmla="*/ 305 h 4415"/>
              <a:gd name="T26" fmla="*/ 3310 w 3998"/>
              <a:gd name="T27" fmla="*/ 0 h 4415"/>
              <a:gd name="T28" fmla="*/ 2629 w 3998"/>
              <a:gd name="T29" fmla="*/ 517 h 4415"/>
              <a:gd name="T30" fmla="*/ 3182 w 3998"/>
              <a:gd name="T31" fmla="*/ 1056 h 4415"/>
              <a:gd name="T32" fmla="*/ 3331 w 3998"/>
              <a:gd name="T33" fmla="*/ 1093 h 4415"/>
              <a:gd name="T34" fmla="*/ 3531 w 3998"/>
              <a:gd name="T35" fmla="*/ 1229 h 4415"/>
              <a:gd name="T36" fmla="*/ 3266 w 3998"/>
              <a:gd name="T37" fmla="*/ 1367 h 4415"/>
              <a:gd name="T38" fmla="*/ 2854 w 3998"/>
              <a:gd name="T39" fmla="*/ 1184 h 4415"/>
              <a:gd name="T40" fmla="*/ 2576 w 3998"/>
              <a:gd name="T41" fmla="*/ 1409 h 4415"/>
              <a:gd name="T42" fmla="*/ 3268 w 3998"/>
              <a:gd name="T43" fmla="*/ 1736 h 4415"/>
              <a:gd name="T44" fmla="*/ 3998 w 3998"/>
              <a:gd name="T45" fmla="*/ 1217 h 4415"/>
              <a:gd name="T46" fmla="*/ 3450 w 3998"/>
              <a:gd name="T47" fmla="*/ 703 h 4415"/>
              <a:gd name="T48" fmla="*/ 1451 w 3998"/>
              <a:gd name="T49" fmla="*/ 2778 h 4415"/>
              <a:gd name="T50" fmla="*/ 1451 w 3998"/>
              <a:gd name="T51" fmla="*/ 2778 h 4415"/>
              <a:gd name="T52" fmla="*/ 24 w 3998"/>
              <a:gd name="T53" fmla="*/ 2778 h 4415"/>
              <a:gd name="T54" fmla="*/ 24 w 3998"/>
              <a:gd name="T55" fmla="*/ 3168 h 4415"/>
              <a:gd name="T56" fmla="*/ 512 w 3998"/>
              <a:gd name="T57" fmla="*/ 3168 h 4415"/>
              <a:gd name="T58" fmla="*/ 512 w 3998"/>
              <a:gd name="T59" fmla="*/ 4415 h 4415"/>
              <a:gd name="T60" fmla="*/ 963 w 3998"/>
              <a:gd name="T61" fmla="*/ 4415 h 4415"/>
              <a:gd name="T62" fmla="*/ 963 w 3998"/>
              <a:gd name="T63" fmla="*/ 3168 h 4415"/>
              <a:gd name="T64" fmla="*/ 1451 w 3998"/>
              <a:gd name="T65" fmla="*/ 3168 h 4415"/>
              <a:gd name="T66" fmla="*/ 1451 w 3998"/>
              <a:gd name="T67" fmla="*/ 2778 h 4415"/>
              <a:gd name="T68" fmla="*/ 1026 w 3998"/>
              <a:gd name="T69" fmla="*/ 48 h 4415"/>
              <a:gd name="T70" fmla="*/ 1026 w 3998"/>
              <a:gd name="T71" fmla="*/ 48 h 4415"/>
              <a:gd name="T72" fmla="*/ 1475 w 3998"/>
              <a:gd name="T73" fmla="*/ 48 h 4415"/>
              <a:gd name="T74" fmla="*/ 1475 w 3998"/>
              <a:gd name="T75" fmla="*/ 1015 h 4415"/>
              <a:gd name="T76" fmla="*/ 741 w 3998"/>
              <a:gd name="T77" fmla="*/ 1736 h 4415"/>
              <a:gd name="T78" fmla="*/ 0 w 3998"/>
              <a:gd name="T79" fmla="*/ 1015 h 4415"/>
              <a:gd name="T80" fmla="*/ 0 w 3998"/>
              <a:gd name="T81" fmla="*/ 48 h 4415"/>
              <a:gd name="T82" fmla="*/ 449 w 3998"/>
              <a:gd name="T83" fmla="*/ 48 h 4415"/>
              <a:gd name="T84" fmla="*/ 449 w 3998"/>
              <a:gd name="T85" fmla="*/ 1018 h 4415"/>
              <a:gd name="T86" fmla="*/ 739 w 3998"/>
              <a:gd name="T87" fmla="*/ 1321 h 4415"/>
              <a:gd name="T88" fmla="*/ 1026 w 3998"/>
              <a:gd name="T89" fmla="*/ 1018 h 4415"/>
              <a:gd name="T90" fmla="*/ 1026 w 3998"/>
              <a:gd name="T91" fmla="*/ 48 h 4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998" h="4415">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ptos Light" panose="020B0004020202020204" pitchFamily="34" charset="0"/>
            </a:endParaRPr>
          </a:p>
        </p:txBody>
      </p:sp>
      <p:sp>
        <p:nvSpPr>
          <p:cNvPr id="9" name="Subtitle 2">
            <a:extLst>
              <a:ext uri="{FF2B5EF4-FFF2-40B4-BE49-F238E27FC236}">
                <a16:creationId xmlns:a16="http://schemas.microsoft.com/office/drawing/2014/main" id="{3107067A-FCAA-8C72-B454-ED1ACC2EC5BB}"/>
              </a:ext>
            </a:extLst>
          </p:cNvPr>
          <p:cNvSpPr>
            <a:spLocks noGrp="1"/>
          </p:cNvSpPr>
          <p:nvPr>
            <p:ph type="subTitle" idx="1" hasCustomPrompt="1"/>
          </p:nvPr>
        </p:nvSpPr>
        <p:spPr bwMode="gray">
          <a:xfrm>
            <a:off x="480062" y="2270758"/>
            <a:ext cx="5684518" cy="1372328"/>
          </a:xfrm>
        </p:spPr>
        <p:txBody>
          <a:bodyPr anchor="t" anchorCtr="0">
            <a:noAutofit/>
          </a:bodyPr>
          <a:lstStyle>
            <a:lvl1pPr marL="0" indent="0" algn="l">
              <a:spcBef>
                <a:spcPts val="0"/>
              </a:spcBef>
              <a:buNone/>
              <a:defRPr sz="3200" b="0">
                <a:solidFill>
                  <a:schemeClr val="bg1"/>
                </a:solidFill>
                <a:latin typeface="Aptos Light" panose="020B0004020202020204" pitchFamily="34" charset="0"/>
              </a:defRPr>
            </a:lvl1pPr>
            <a:lvl2pPr marL="0" indent="0" algn="l">
              <a:spcBef>
                <a:spcPts val="0"/>
              </a:spcBef>
              <a:buNone/>
              <a:defRPr sz="2000">
                <a:solidFill>
                  <a:schemeClr val="bg1"/>
                </a:solidFill>
              </a:defRPr>
            </a:lvl2pPr>
            <a:lvl3pPr marL="0" indent="0" algn="l">
              <a:spcBef>
                <a:spcPts val="0"/>
              </a:spcBef>
              <a:buNone/>
              <a:defRPr sz="2000">
                <a:solidFill>
                  <a:schemeClr val="bg1"/>
                </a:solidFill>
              </a:defRPr>
            </a:lvl3pPr>
            <a:lvl4pPr marL="0" indent="0" algn="l">
              <a:spcBef>
                <a:spcPts val="0"/>
              </a:spcBef>
              <a:buNone/>
              <a:defRPr sz="2000">
                <a:solidFill>
                  <a:schemeClr val="bg1"/>
                </a:solidFill>
              </a:defRPr>
            </a:lvl4pPr>
            <a:lvl5pPr marL="0" indent="0" algn="l">
              <a:spcBef>
                <a:spcPts val="0"/>
              </a:spcBef>
              <a:buNone/>
              <a:defRPr sz="2000">
                <a:solidFill>
                  <a:schemeClr val="bg1"/>
                </a:solidFill>
              </a:defRPr>
            </a:lvl5pPr>
            <a:lvl6pPr marL="0" indent="0" algn="l">
              <a:spcBef>
                <a:spcPts val="0"/>
              </a:spcBef>
              <a:buNone/>
              <a:defRPr sz="2000">
                <a:solidFill>
                  <a:schemeClr val="bg1"/>
                </a:solidFill>
              </a:defRPr>
            </a:lvl6pPr>
            <a:lvl7pPr marL="0" indent="0" algn="l">
              <a:spcBef>
                <a:spcPts val="0"/>
              </a:spcBef>
              <a:buNone/>
              <a:defRPr sz="2000">
                <a:solidFill>
                  <a:schemeClr val="bg1"/>
                </a:solidFill>
              </a:defRPr>
            </a:lvl7pPr>
            <a:lvl8pPr marL="0" indent="0" algn="l">
              <a:spcBef>
                <a:spcPts val="0"/>
              </a:spcBef>
              <a:buNone/>
              <a:defRPr sz="2000">
                <a:solidFill>
                  <a:schemeClr val="bg1"/>
                </a:solidFill>
              </a:defRPr>
            </a:lvl8pPr>
            <a:lvl9pPr marL="0" indent="0" algn="l">
              <a:spcBef>
                <a:spcPts val="0"/>
              </a:spcBef>
              <a:buNone/>
              <a:defRPr sz="2000">
                <a:solidFill>
                  <a:schemeClr val="bg1"/>
                </a:solidFill>
              </a:defRPr>
            </a:lvl9pPr>
          </a:lstStyle>
          <a:p>
            <a:r>
              <a:rPr lang="en-US"/>
              <a:t>Presentation title </a:t>
            </a:r>
            <a:br>
              <a:rPr lang="en-US"/>
            </a:br>
            <a:r>
              <a:rPr lang="en-US"/>
              <a:t>is Aptos Light 32pt</a:t>
            </a:r>
          </a:p>
        </p:txBody>
      </p:sp>
      <p:sp>
        <p:nvSpPr>
          <p:cNvPr id="11" name="Text Placeholder 3">
            <a:extLst>
              <a:ext uri="{FF2B5EF4-FFF2-40B4-BE49-F238E27FC236}">
                <a16:creationId xmlns:a16="http://schemas.microsoft.com/office/drawing/2014/main" id="{0339DAFF-1198-F640-683F-024536A42C75}"/>
              </a:ext>
            </a:extLst>
          </p:cNvPr>
          <p:cNvSpPr>
            <a:spLocks noGrp="1"/>
          </p:cNvSpPr>
          <p:nvPr>
            <p:ph type="body" sz="quarter" idx="11" hasCustomPrompt="1"/>
          </p:nvPr>
        </p:nvSpPr>
        <p:spPr>
          <a:xfrm>
            <a:off x="480062" y="3875314"/>
            <a:ext cx="5684518" cy="870583"/>
          </a:xfrm>
        </p:spPr>
        <p:txBody>
          <a:bodyPr anchor="t" anchorCtr="0">
            <a:noAutofit/>
          </a:bodyPr>
          <a:lstStyle>
            <a:lvl1pPr marL="0" indent="0">
              <a:spcBef>
                <a:spcPts val="0"/>
              </a:spcBef>
              <a:buFontTx/>
              <a:buNone/>
              <a:defRPr sz="2000" b="1">
                <a:solidFill>
                  <a:schemeClr val="bg1"/>
                </a:solidFill>
                <a:latin typeface="Aptos Light" panose="020B0004020202020204" pitchFamily="34" charset="0"/>
              </a:defRPr>
            </a:lvl1pPr>
            <a:lvl2pPr marL="0" indent="0">
              <a:spcBef>
                <a:spcPts val="0"/>
              </a:spcBef>
              <a:buFontTx/>
              <a:buNone/>
              <a:defRPr sz="1600">
                <a:solidFill>
                  <a:schemeClr val="tx1"/>
                </a:solidFill>
              </a:defRPr>
            </a:lvl2pPr>
            <a:lvl3pPr marL="0" indent="0">
              <a:spcBef>
                <a:spcPts val="0"/>
              </a:spcBef>
              <a:buFontTx/>
              <a:buNone/>
              <a:defRPr sz="1600">
                <a:solidFill>
                  <a:schemeClr val="tx1"/>
                </a:solidFill>
              </a:defRPr>
            </a:lvl3pPr>
            <a:lvl4pPr marL="0" indent="0">
              <a:spcBef>
                <a:spcPts val="0"/>
              </a:spcBef>
              <a:buFontTx/>
              <a:buNone/>
              <a:defRPr sz="1600">
                <a:solidFill>
                  <a:schemeClr val="tx1"/>
                </a:solidFill>
              </a:defRPr>
            </a:lvl4pPr>
            <a:lvl5pPr marL="0" indent="0">
              <a:spcBef>
                <a:spcPts val="0"/>
              </a:spcBef>
              <a:buFontTx/>
              <a:buNone/>
              <a:defRPr sz="1600">
                <a:solidFill>
                  <a:schemeClr val="tx1"/>
                </a:solidFill>
              </a:defRPr>
            </a:lvl5pPr>
            <a:lvl6pPr marL="0" indent="0">
              <a:spcBef>
                <a:spcPts val="0"/>
              </a:spcBef>
              <a:buFontTx/>
              <a:buNone/>
              <a:defRPr sz="1600">
                <a:solidFill>
                  <a:schemeClr val="tx1"/>
                </a:solidFill>
              </a:defRPr>
            </a:lvl6pPr>
            <a:lvl7pPr marL="0" indent="0">
              <a:spcBef>
                <a:spcPts val="0"/>
              </a:spcBef>
              <a:buFontTx/>
              <a:buNone/>
              <a:defRPr sz="1600">
                <a:solidFill>
                  <a:schemeClr val="tx1"/>
                </a:solidFill>
              </a:defRPr>
            </a:lvl7pPr>
            <a:lvl8pPr marL="0" indent="0">
              <a:spcBef>
                <a:spcPts val="0"/>
              </a:spcBef>
              <a:buFontTx/>
              <a:buNone/>
              <a:defRPr sz="1600">
                <a:solidFill>
                  <a:schemeClr val="tx1"/>
                </a:solidFill>
              </a:defRPr>
            </a:lvl8pPr>
            <a:lvl9pPr marL="0" indent="0">
              <a:spcBef>
                <a:spcPts val="0"/>
              </a:spcBef>
              <a:buFontTx/>
              <a:buNone/>
              <a:defRPr sz="1600">
                <a:solidFill>
                  <a:schemeClr val="tx1"/>
                </a:solidFill>
              </a:defRPr>
            </a:lvl9pPr>
          </a:lstStyle>
          <a:p>
            <a:pPr lvl="0"/>
            <a:r>
              <a:rPr lang="en-US"/>
              <a:t>Optional subtitle is Aptos Light 20pt, sentence case, two lines max</a:t>
            </a:r>
          </a:p>
        </p:txBody>
      </p:sp>
      <p:sp>
        <p:nvSpPr>
          <p:cNvPr id="13" name="Text Placeholder 3">
            <a:extLst>
              <a:ext uri="{FF2B5EF4-FFF2-40B4-BE49-F238E27FC236}">
                <a16:creationId xmlns:a16="http://schemas.microsoft.com/office/drawing/2014/main" id="{A1302373-182B-29E4-E443-D6C8F5F97F97}"/>
              </a:ext>
            </a:extLst>
          </p:cNvPr>
          <p:cNvSpPr>
            <a:spLocks noGrp="1"/>
          </p:cNvSpPr>
          <p:nvPr>
            <p:ph type="body" sz="quarter" idx="12" hasCustomPrompt="1"/>
          </p:nvPr>
        </p:nvSpPr>
        <p:spPr>
          <a:xfrm>
            <a:off x="480062" y="4967152"/>
            <a:ext cx="5684518" cy="874124"/>
          </a:xfrm>
        </p:spPr>
        <p:txBody>
          <a:bodyPr anchor="b" anchorCtr="0">
            <a:noAutofit/>
          </a:bodyPr>
          <a:lstStyle>
            <a:lvl1pPr marL="0" indent="0">
              <a:spcBef>
                <a:spcPts val="0"/>
              </a:spcBef>
              <a:buFontTx/>
              <a:buNone/>
              <a:defRPr sz="1800" b="1">
                <a:solidFill>
                  <a:schemeClr val="bg1"/>
                </a:solidFill>
                <a:latin typeface="Aptos Light" panose="020B0004020202020204" pitchFamily="34" charset="0"/>
              </a:defRPr>
            </a:lvl1pPr>
            <a:lvl2pPr marL="0" indent="0">
              <a:spcBef>
                <a:spcPts val="0"/>
              </a:spcBef>
              <a:buFontTx/>
              <a:buNone/>
              <a:defRPr sz="1600">
                <a:solidFill>
                  <a:schemeClr val="tx1"/>
                </a:solidFill>
              </a:defRPr>
            </a:lvl2pPr>
            <a:lvl3pPr marL="0" indent="0">
              <a:spcBef>
                <a:spcPts val="0"/>
              </a:spcBef>
              <a:buFontTx/>
              <a:buNone/>
              <a:defRPr sz="1600">
                <a:solidFill>
                  <a:schemeClr val="tx1"/>
                </a:solidFill>
              </a:defRPr>
            </a:lvl3pPr>
            <a:lvl4pPr marL="0" indent="0">
              <a:spcBef>
                <a:spcPts val="0"/>
              </a:spcBef>
              <a:buFontTx/>
              <a:buNone/>
              <a:defRPr sz="1600">
                <a:solidFill>
                  <a:schemeClr val="tx1"/>
                </a:solidFill>
              </a:defRPr>
            </a:lvl4pPr>
            <a:lvl5pPr marL="0" indent="0">
              <a:spcBef>
                <a:spcPts val="0"/>
              </a:spcBef>
              <a:buFontTx/>
              <a:buNone/>
              <a:defRPr sz="1600">
                <a:solidFill>
                  <a:schemeClr val="tx1"/>
                </a:solidFill>
              </a:defRPr>
            </a:lvl5pPr>
            <a:lvl6pPr marL="0" indent="0">
              <a:spcBef>
                <a:spcPts val="0"/>
              </a:spcBef>
              <a:buFontTx/>
              <a:buNone/>
              <a:defRPr sz="1600">
                <a:solidFill>
                  <a:schemeClr val="tx1"/>
                </a:solidFill>
              </a:defRPr>
            </a:lvl6pPr>
            <a:lvl7pPr marL="0" indent="0">
              <a:spcBef>
                <a:spcPts val="0"/>
              </a:spcBef>
              <a:buFontTx/>
              <a:buNone/>
              <a:defRPr sz="1600">
                <a:solidFill>
                  <a:schemeClr val="tx1"/>
                </a:solidFill>
              </a:defRPr>
            </a:lvl7pPr>
            <a:lvl8pPr marL="0" indent="0">
              <a:spcBef>
                <a:spcPts val="0"/>
              </a:spcBef>
              <a:buFontTx/>
              <a:buNone/>
              <a:defRPr sz="1600">
                <a:solidFill>
                  <a:schemeClr val="tx1"/>
                </a:solidFill>
              </a:defRPr>
            </a:lvl8pPr>
            <a:lvl9pPr marL="0" indent="0">
              <a:spcBef>
                <a:spcPts val="0"/>
              </a:spcBef>
              <a:buFontTx/>
              <a:buNone/>
              <a:defRPr sz="1600">
                <a:solidFill>
                  <a:schemeClr val="tx1"/>
                </a:solidFill>
              </a:defRPr>
            </a:lvl9pPr>
          </a:lstStyle>
          <a:p>
            <a:pPr lvl="0"/>
            <a:r>
              <a:rPr lang="en-US"/>
              <a:t>[Month 00, 0000]</a:t>
            </a:r>
            <a:br>
              <a:rPr lang="en-US"/>
            </a:br>
            <a:r>
              <a:rPr lang="en-US"/>
              <a:t>[Presenter Name]</a:t>
            </a:r>
            <a:br>
              <a:rPr lang="en-US"/>
            </a:br>
            <a:r>
              <a:rPr lang="en-US"/>
              <a:t>[Title]</a:t>
            </a:r>
          </a:p>
        </p:txBody>
      </p:sp>
    </p:spTree>
    <p:extLst>
      <p:ext uri="{BB962C8B-B14F-4D97-AF65-F5344CB8AC3E}">
        <p14:creationId xmlns:p14="http://schemas.microsoft.com/office/powerpoint/2010/main" val="9594872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090" userDrawn="1">
          <p15:clr>
            <a:srgbClr val="FBAE40"/>
          </p15:clr>
        </p15:guide>
        <p15:guide id="2" pos="4004" userDrawn="1">
          <p15:clr>
            <a:srgbClr val="FBAE40"/>
          </p15:clr>
        </p15:guide>
        <p15:guide id="3" pos="4192" userDrawn="1">
          <p15:clr>
            <a:srgbClr val="FBAE40"/>
          </p15:clr>
        </p15:guide>
        <p15:guide id="4" orient="horz" pos="776" userDrawn="1">
          <p15:clr>
            <a:srgbClr val="FBAE40"/>
          </p15:clr>
        </p15:guide>
        <p15:guide id="5" pos="748"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Cover slide option 9">
    <p:bg>
      <p:bgRef idx="1001">
        <a:schemeClr val="bg1"/>
      </p:bgRef>
    </p:bg>
    <p:spTree>
      <p:nvGrpSpPr>
        <p:cNvPr id="1" name=""/>
        <p:cNvGrpSpPr/>
        <p:nvPr/>
      </p:nvGrpSpPr>
      <p:grpSpPr>
        <a:xfrm>
          <a:off x="0" y="0"/>
          <a:ext cx="0" cy="0"/>
          <a:chOff x="0" y="0"/>
          <a:chExt cx="0" cy="0"/>
        </a:xfrm>
      </p:grpSpPr>
      <p:sp>
        <p:nvSpPr>
          <p:cNvPr id="10" name="Picture Placeholder 4">
            <a:extLst>
              <a:ext uri="{FF2B5EF4-FFF2-40B4-BE49-F238E27FC236}">
                <a16:creationId xmlns:a16="http://schemas.microsoft.com/office/drawing/2014/main" id="{2BFAF5D7-E03E-9E44-ABB8-3AFA83714D07}"/>
              </a:ext>
            </a:extLst>
          </p:cNvPr>
          <p:cNvSpPr>
            <a:spLocks noGrp="1"/>
          </p:cNvSpPr>
          <p:nvPr>
            <p:ph type="pic" sz="quarter" idx="10" hasCustomPrompt="1"/>
          </p:nvPr>
        </p:nvSpPr>
        <p:spPr>
          <a:xfrm>
            <a:off x="7124700" y="-1"/>
            <a:ext cx="5067300" cy="6856615"/>
          </a:xfrm>
          <a:solidFill>
            <a:srgbClr val="D7E0E3"/>
          </a:solidFill>
        </p:spPr>
        <p:txBody>
          <a:bodyPr anchor="ctr" anchorCtr="0">
            <a:normAutofit/>
          </a:bodyPr>
          <a:lstStyle>
            <a:lvl1pPr marL="0" indent="0" algn="ctr">
              <a:buFontTx/>
              <a:buNone/>
              <a:defRPr sz="1200">
                <a:latin typeface="Aptos Light" panose="020B0004020202020204" pitchFamily="34" charset="0"/>
              </a:defRPr>
            </a:lvl1pPr>
          </a:lstStyle>
          <a:p>
            <a:r>
              <a:rPr lang="en-US"/>
              <a:t>[Click icon to insert photo]</a:t>
            </a:r>
          </a:p>
        </p:txBody>
      </p:sp>
      <p:sp>
        <p:nvSpPr>
          <p:cNvPr id="5" name="UST" descr="UST">
            <a:extLst>
              <a:ext uri="{FF2B5EF4-FFF2-40B4-BE49-F238E27FC236}">
                <a16:creationId xmlns:a16="http://schemas.microsoft.com/office/drawing/2014/main" id="{B5100F4C-957F-DD4E-8499-CC403AD1E86D}"/>
              </a:ext>
            </a:extLst>
          </p:cNvPr>
          <p:cNvSpPr>
            <a:spLocks noChangeAspect="1" noEditPoints="1"/>
          </p:cNvSpPr>
          <p:nvPr/>
        </p:nvSpPr>
        <p:spPr bwMode="black">
          <a:xfrm>
            <a:off x="365125" y="358775"/>
            <a:ext cx="731520" cy="809172"/>
          </a:xfrm>
          <a:custGeom>
            <a:avLst/>
            <a:gdLst>
              <a:gd name="T0" fmla="*/ 3605 w 3998"/>
              <a:gd name="T1" fmla="*/ 3263 h 4415"/>
              <a:gd name="T2" fmla="*/ 3605 w 3998"/>
              <a:gd name="T3" fmla="*/ 3263 h 4415"/>
              <a:gd name="T4" fmla="*/ 2969 w 3998"/>
              <a:gd name="T5" fmla="*/ 3263 h 4415"/>
              <a:gd name="T6" fmla="*/ 2969 w 3998"/>
              <a:gd name="T7" fmla="*/ 3899 h 4415"/>
              <a:gd name="T8" fmla="*/ 3605 w 3998"/>
              <a:gd name="T9" fmla="*/ 3899 h 4415"/>
              <a:gd name="T10" fmla="*/ 3605 w 3998"/>
              <a:gd name="T11" fmla="*/ 3263 h 4415"/>
              <a:gd name="T12" fmla="*/ 3450 w 3998"/>
              <a:gd name="T13" fmla="*/ 703 h 4415"/>
              <a:gd name="T14" fmla="*/ 3450 w 3998"/>
              <a:gd name="T15" fmla="*/ 703 h 4415"/>
              <a:gd name="T16" fmla="*/ 3308 w 3998"/>
              <a:gd name="T17" fmla="*/ 668 h 4415"/>
              <a:gd name="T18" fmla="*/ 3077 w 3998"/>
              <a:gd name="T19" fmla="*/ 505 h 4415"/>
              <a:gd name="T20" fmla="*/ 3308 w 3998"/>
              <a:gd name="T21" fmla="*/ 383 h 4415"/>
              <a:gd name="T22" fmla="*/ 3661 w 3998"/>
              <a:gd name="T23" fmla="*/ 530 h 4415"/>
              <a:gd name="T24" fmla="*/ 3940 w 3998"/>
              <a:gd name="T25" fmla="*/ 305 h 4415"/>
              <a:gd name="T26" fmla="*/ 3310 w 3998"/>
              <a:gd name="T27" fmla="*/ 0 h 4415"/>
              <a:gd name="T28" fmla="*/ 2629 w 3998"/>
              <a:gd name="T29" fmla="*/ 517 h 4415"/>
              <a:gd name="T30" fmla="*/ 3182 w 3998"/>
              <a:gd name="T31" fmla="*/ 1056 h 4415"/>
              <a:gd name="T32" fmla="*/ 3331 w 3998"/>
              <a:gd name="T33" fmla="*/ 1093 h 4415"/>
              <a:gd name="T34" fmla="*/ 3531 w 3998"/>
              <a:gd name="T35" fmla="*/ 1229 h 4415"/>
              <a:gd name="T36" fmla="*/ 3266 w 3998"/>
              <a:gd name="T37" fmla="*/ 1367 h 4415"/>
              <a:gd name="T38" fmla="*/ 2854 w 3998"/>
              <a:gd name="T39" fmla="*/ 1184 h 4415"/>
              <a:gd name="T40" fmla="*/ 2576 w 3998"/>
              <a:gd name="T41" fmla="*/ 1409 h 4415"/>
              <a:gd name="T42" fmla="*/ 3268 w 3998"/>
              <a:gd name="T43" fmla="*/ 1736 h 4415"/>
              <a:gd name="T44" fmla="*/ 3998 w 3998"/>
              <a:gd name="T45" fmla="*/ 1217 h 4415"/>
              <a:gd name="T46" fmla="*/ 3450 w 3998"/>
              <a:gd name="T47" fmla="*/ 703 h 4415"/>
              <a:gd name="T48" fmla="*/ 1451 w 3998"/>
              <a:gd name="T49" fmla="*/ 2778 h 4415"/>
              <a:gd name="T50" fmla="*/ 1451 w 3998"/>
              <a:gd name="T51" fmla="*/ 2778 h 4415"/>
              <a:gd name="T52" fmla="*/ 24 w 3998"/>
              <a:gd name="T53" fmla="*/ 2778 h 4415"/>
              <a:gd name="T54" fmla="*/ 24 w 3998"/>
              <a:gd name="T55" fmla="*/ 3168 h 4415"/>
              <a:gd name="T56" fmla="*/ 512 w 3998"/>
              <a:gd name="T57" fmla="*/ 3168 h 4415"/>
              <a:gd name="T58" fmla="*/ 512 w 3998"/>
              <a:gd name="T59" fmla="*/ 4415 h 4415"/>
              <a:gd name="T60" fmla="*/ 963 w 3998"/>
              <a:gd name="T61" fmla="*/ 4415 h 4415"/>
              <a:gd name="T62" fmla="*/ 963 w 3998"/>
              <a:gd name="T63" fmla="*/ 3168 h 4415"/>
              <a:gd name="T64" fmla="*/ 1451 w 3998"/>
              <a:gd name="T65" fmla="*/ 3168 h 4415"/>
              <a:gd name="T66" fmla="*/ 1451 w 3998"/>
              <a:gd name="T67" fmla="*/ 2778 h 4415"/>
              <a:gd name="T68" fmla="*/ 1026 w 3998"/>
              <a:gd name="T69" fmla="*/ 48 h 4415"/>
              <a:gd name="T70" fmla="*/ 1026 w 3998"/>
              <a:gd name="T71" fmla="*/ 48 h 4415"/>
              <a:gd name="T72" fmla="*/ 1475 w 3998"/>
              <a:gd name="T73" fmla="*/ 48 h 4415"/>
              <a:gd name="T74" fmla="*/ 1475 w 3998"/>
              <a:gd name="T75" fmla="*/ 1015 h 4415"/>
              <a:gd name="T76" fmla="*/ 741 w 3998"/>
              <a:gd name="T77" fmla="*/ 1736 h 4415"/>
              <a:gd name="T78" fmla="*/ 0 w 3998"/>
              <a:gd name="T79" fmla="*/ 1015 h 4415"/>
              <a:gd name="T80" fmla="*/ 0 w 3998"/>
              <a:gd name="T81" fmla="*/ 48 h 4415"/>
              <a:gd name="T82" fmla="*/ 449 w 3998"/>
              <a:gd name="T83" fmla="*/ 48 h 4415"/>
              <a:gd name="T84" fmla="*/ 449 w 3998"/>
              <a:gd name="T85" fmla="*/ 1018 h 4415"/>
              <a:gd name="T86" fmla="*/ 739 w 3998"/>
              <a:gd name="T87" fmla="*/ 1321 h 4415"/>
              <a:gd name="T88" fmla="*/ 1026 w 3998"/>
              <a:gd name="T89" fmla="*/ 1018 h 4415"/>
              <a:gd name="T90" fmla="*/ 1026 w 3998"/>
              <a:gd name="T91" fmla="*/ 48 h 4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998" h="4415">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rgbClr val="231F2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ptos Light" panose="020B0004020202020204" pitchFamily="34" charset="0"/>
            </a:endParaRPr>
          </a:p>
        </p:txBody>
      </p:sp>
      <p:sp>
        <p:nvSpPr>
          <p:cNvPr id="3" name="Subtitle 2">
            <a:extLst>
              <a:ext uri="{FF2B5EF4-FFF2-40B4-BE49-F238E27FC236}">
                <a16:creationId xmlns:a16="http://schemas.microsoft.com/office/drawing/2014/main" id="{4077195B-8D8D-4BD5-8ADD-A390F24676CD}"/>
              </a:ext>
            </a:extLst>
          </p:cNvPr>
          <p:cNvSpPr>
            <a:spLocks noGrp="1"/>
          </p:cNvSpPr>
          <p:nvPr>
            <p:ph type="subTitle" idx="1" hasCustomPrompt="1"/>
          </p:nvPr>
        </p:nvSpPr>
        <p:spPr bwMode="gray">
          <a:xfrm>
            <a:off x="480062" y="2270758"/>
            <a:ext cx="5684518" cy="1372328"/>
          </a:xfrm>
        </p:spPr>
        <p:txBody>
          <a:bodyPr anchor="t" anchorCtr="0">
            <a:noAutofit/>
          </a:bodyPr>
          <a:lstStyle>
            <a:lvl1pPr marL="0" indent="0" algn="l">
              <a:spcBef>
                <a:spcPts val="0"/>
              </a:spcBef>
              <a:buNone/>
              <a:defRPr sz="3200" b="0">
                <a:solidFill>
                  <a:schemeClr val="tx1"/>
                </a:solidFill>
                <a:latin typeface="Aptos Light" panose="020B0004020202020204" pitchFamily="34" charset="0"/>
              </a:defRPr>
            </a:lvl1pPr>
            <a:lvl2pPr marL="0" indent="0" algn="l">
              <a:spcBef>
                <a:spcPts val="0"/>
              </a:spcBef>
              <a:buNone/>
              <a:defRPr sz="2000">
                <a:solidFill>
                  <a:schemeClr val="bg1"/>
                </a:solidFill>
              </a:defRPr>
            </a:lvl2pPr>
            <a:lvl3pPr marL="0" indent="0" algn="l">
              <a:spcBef>
                <a:spcPts val="0"/>
              </a:spcBef>
              <a:buNone/>
              <a:defRPr sz="2000">
                <a:solidFill>
                  <a:schemeClr val="bg1"/>
                </a:solidFill>
              </a:defRPr>
            </a:lvl3pPr>
            <a:lvl4pPr marL="0" indent="0" algn="l">
              <a:spcBef>
                <a:spcPts val="0"/>
              </a:spcBef>
              <a:buNone/>
              <a:defRPr sz="2000">
                <a:solidFill>
                  <a:schemeClr val="bg1"/>
                </a:solidFill>
              </a:defRPr>
            </a:lvl4pPr>
            <a:lvl5pPr marL="0" indent="0" algn="l">
              <a:spcBef>
                <a:spcPts val="0"/>
              </a:spcBef>
              <a:buNone/>
              <a:defRPr sz="2000">
                <a:solidFill>
                  <a:schemeClr val="bg1"/>
                </a:solidFill>
              </a:defRPr>
            </a:lvl5pPr>
            <a:lvl6pPr marL="0" indent="0" algn="l">
              <a:spcBef>
                <a:spcPts val="0"/>
              </a:spcBef>
              <a:buNone/>
              <a:defRPr sz="2000">
                <a:solidFill>
                  <a:schemeClr val="bg1"/>
                </a:solidFill>
              </a:defRPr>
            </a:lvl6pPr>
            <a:lvl7pPr marL="0" indent="0" algn="l">
              <a:spcBef>
                <a:spcPts val="0"/>
              </a:spcBef>
              <a:buNone/>
              <a:defRPr sz="2000">
                <a:solidFill>
                  <a:schemeClr val="bg1"/>
                </a:solidFill>
              </a:defRPr>
            </a:lvl7pPr>
            <a:lvl8pPr marL="0" indent="0" algn="l">
              <a:spcBef>
                <a:spcPts val="0"/>
              </a:spcBef>
              <a:buNone/>
              <a:defRPr sz="2000">
                <a:solidFill>
                  <a:schemeClr val="bg1"/>
                </a:solidFill>
              </a:defRPr>
            </a:lvl8pPr>
            <a:lvl9pPr marL="0" indent="0" algn="l">
              <a:spcBef>
                <a:spcPts val="0"/>
              </a:spcBef>
              <a:buNone/>
              <a:defRPr sz="2000">
                <a:solidFill>
                  <a:schemeClr val="bg1"/>
                </a:solidFill>
              </a:defRPr>
            </a:lvl9pPr>
          </a:lstStyle>
          <a:p>
            <a:r>
              <a:rPr lang="en-US"/>
              <a:t>Presentation title </a:t>
            </a:r>
            <a:br>
              <a:rPr lang="en-US"/>
            </a:br>
            <a:r>
              <a:rPr lang="en-US"/>
              <a:t>is Aptos Light 32pt</a:t>
            </a:r>
          </a:p>
        </p:txBody>
      </p:sp>
      <p:sp>
        <p:nvSpPr>
          <p:cNvPr id="12" name="Text Placeholder 3">
            <a:extLst>
              <a:ext uri="{FF2B5EF4-FFF2-40B4-BE49-F238E27FC236}">
                <a16:creationId xmlns:a16="http://schemas.microsoft.com/office/drawing/2014/main" id="{096EBD33-E0A7-064A-B661-81AD68C0BB90}"/>
              </a:ext>
            </a:extLst>
          </p:cNvPr>
          <p:cNvSpPr>
            <a:spLocks noGrp="1"/>
          </p:cNvSpPr>
          <p:nvPr>
            <p:ph type="body" sz="quarter" idx="11" hasCustomPrompt="1"/>
          </p:nvPr>
        </p:nvSpPr>
        <p:spPr>
          <a:xfrm>
            <a:off x="480062" y="3875314"/>
            <a:ext cx="5684518" cy="870583"/>
          </a:xfrm>
        </p:spPr>
        <p:txBody>
          <a:bodyPr anchor="t" anchorCtr="0">
            <a:noAutofit/>
          </a:bodyPr>
          <a:lstStyle>
            <a:lvl1pPr marL="0" indent="0">
              <a:spcBef>
                <a:spcPts val="0"/>
              </a:spcBef>
              <a:buFontTx/>
              <a:buNone/>
              <a:defRPr sz="2000" b="1">
                <a:solidFill>
                  <a:schemeClr val="tx1"/>
                </a:solidFill>
                <a:latin typeface="Aptos Light" panose="020B0004020202020204" pitchFamily="34" charset="0"/>
              </a:defRPr>
            </a:lvl1pPr>
            <a:lvl2pPr marL="0" indent="0">
              <a:spcBef>
                <a:spcPts val="0"/>
              </a:spcBef>
              <a:buFontTx/>
              <a:buNone/>
              <a:defRPr sz="1600">
                <a:solidFill>
                  <a:schemeClr val="tx1"/>
                </a:solidFill>
              </a:defRPr>
            </a:lvl2pPr>
            <a:lvl3pPr marL="0" indent="0">
              <a:spcBef>
                <a:spcPts val="0"/>
              </a:spcBef>
              <a:buFontTx/>
              <a:buNone/>
              <a:defRPr sz="1600">
                <a:solidFill>
                  <a:schemeClr val="tx1"/>
                </a:solidFill>
              </a:defRPr>
            </a:lvl3pPr>
            <a:lvl4pPr marL="0" indent="0">
              <a:spcBef>
                <a:spcPts val="0"/>
              </a:spcBef>
              <a:buFontTx/>
              <a:buNone/>
              <a:defRPr sz="1600">
                <a:solidFill>
                  <a:schemeClr val="tx1"/>
                </a:solidFill>
              </a:defRPr>
            </a:lvl4pPr>
            <a:lvl5pPr marL="0" indent="0">
              <a:spcBef>
                <a:spcPts val="0"/>
              </a:spcBef>
              <a:buFontTx/>
              <a:buNone/>
              <a:defRPr sz="1600">
                <a:solidFill>
                  <a:schemeClr val="tx1"/>
                </a:solidFill>
              </a:defRPr>
            </a:lvl5pPr>
            <a:lvl6pPr marL="0" indent="0">
              <a:spcBef>
                <a:spcPts val="0"/>
              </a:spcBef>
              <a:buFontTx/>
              <a:buNone/>
              <a:defRPr sz="1600">
                <a:solidFill>
                  <a:schemeClr val="tx1"/>
                </a:solidFill>
              </a:defRPr>
            </a:lvl6pPr>
            <a:lvl7pPr marL="0" indent="0">
              <a:spcBef>
                <a:spcPts val="0"/>
              </a:spcBef>
              <a:buFontTx/>
              <a:buNone/>
              <a:defRPr sz="1600">
                <a:solidFill>
                  <a:schemeClr val="tx1"/>
                </a:solidFill>
              </a:defRPr>
            </a:lvl7pPr>
            <a:lvl8pPr marL="0" indent="0">
              <a:spcBef>
                <a:spcPts val="0"/>
              </a:spcBef>
              <a:buFontTx/>
              <a:buNone/>
              <a:defRPr sz="1600">
                <a:solidFill>
                  <a:schemeClr val="tx1"/>
                </a:solidFill>
              </a:defRPr>
            </a:lvl8pPr>
            <a:lvl9pPr marL="0" indent="0">
              <a:spcBef>
                <a:spcPts val="0"/>
              </a:spcBef>
              <a:buFontTx/>
              <a:buNone/>
              <a:defRPr sz="1600">
                <a:solidFill>
                  <a:schemeClr val="tx1"/>
                </a:solidFill>
              </a:defRPr>
            </a:lvl9pPr>
          </a:lstStyle>
          <a:p>
            <a:pPr lvl="0"/>
            <a:r>
              <a:rPr lang="en-US"/>
              <a:t>Optional subtitle is Aptos Light 20pt, sentence case, two lines max</a:t>
            </a:r>
          </a:p>
        </p:txBody>
      </p:sp>
      <p:sp>
        <p:nvSpPr>
          <p:cNvPr id="7" name="Text Placeholder 3">
            <a:extLst>
              <a:ext uri="{FF2B5EF4-FFF2-40B4-BE49-F238E27FC236}">
                <a16:creationId xmlns:a16="http://schemas.microsoft.com/office/drawing/2014/main" id="{4A9F2D56-AB74-8681-8E0A-26241D6A4532}"/>
              </a:ext>
            </a:extLst>
          </p:cNvPr>
          <p:cNvSpPr>
            <a:spLocks noGrp="1"/>
          </p:cNvSpPr>
          <p:nvPr>
            <p:ph type="body" sz="quarter" idx="12" hasCustomPrompt="1"/>
          </p:nvPr>
        </p:nvSpPr>
        <p:spPr>
          <a:xfrm>
            <a:off x="480062" y="4967152"/>
            <a:ext cx="5684518" cy="874124"/>
          </a:xfrm>
        </p:spPr>
        <p:txBody>
          <a:bodyPr anchor="b" anchorCtr="0">
            <a:noAutofit/>
          </a:bodyPr>
          <a:lstStyle>
            <a:lvl1pPr marL="0" indent="0">
              <a:spcBef>
                <a:spcPts val="0"/>
              </a:spcBef>
              <a:buFontTx/>
              <a:buNone/>
              <a:defRPr sz="1800" b="1">
                <a:solidFill>
                  <a:schemeClr val="tx1"/>
                </a:solidFill>
                <a:latin typeface="Aptos Light" panose="020B0004020202020204" pitchFamily="34" charset="0"/>
              </a:defRPr>
            </a:lvl1pPr>
            <a:lvl2pPr marL="0" indent="0">
              <a:spcBef>
                <a:spcPts val="0"/>
              </a:spcBef>
              <a:buFontTx/>
              <a:buNone/>
              <a:defRPr sz="1600">
                <a:solidFill>
                  <a:schemeClr val="tx1"/>
                </a:solidFill>
              </a:defRPr>
            </a:lvl2pPr>
            <a:lvl3pPr marL="0" indent="0">
              <a:spcBef>
                <a:spcPts val="0"/>
              </a:spcBef>
              <a:buFontTx/>
              <a:buNone/>
              <a:defRPr sz="1600">
                <a:solidFill>
                  <a:schemeClr val="tx1"/>
                </a:solidFill>
              </a:defRPr>
            </a:lvl3pPr>
            <a:lvl4pPr marL="0" indent="0">
              <a:spcBef>
                <a:spcPts val="0"/>
              </a:spcBef>
              <a:buFontTx/>
              <a:buNone/>
              <a:defRPr sz="1600">
                <a:solidFill>
                  <a:schemeClr val="tx1"/>
                </a:solidFill>
              </a:defRPr>
            </a:lvl4pPr>
            <a:lvl5pPr marL="0" indent="0">
              <a:spcBef>
                <a:spcPts val="0"/>
              </a:spcBef>
              <a:buFontTx/>
              <a:buNone/>
              <a:defRPr sz="1600">
                <a:solidFill>
                  <a:schemeClr val="tx1"/>
                </a:solidFill>
              </a:defRPr>
            </a:lvl5pPr>
            <a:lvl6pPr marL="0" indent="0">
              <a:spcBef>
                <a:spcPts val="0"/>
              </a:spcBef>
              <a:buFontTx/>
              <a:buNone/>
              <a:defRPr sz="1600">
                <a:solidFill>
                  <a:schemeClr val="tx1"/>
                </a:solidFill>
              </a:defRPr>
            </a:lvl6pPr>
            <a:lvl7pPr marL="0" indent="0">
              <a:spcBef>
                <a:spcPts val="0"/>
              </a:spcBef>
              <a:buFontTx/>
              <a:buNone/>
              <a:defRPr sz="1600">
                <a:solidFill>
                  <a:schemeClr val="tx1"/>
                </a:solidFill>
              </a:defRPr>
            </a:lvl7pPr>
            <a:lvl8pPr marL="0" indent="0">
              <a:spcBef>
                <a:spcPts val="0"/>
              </a:spcBef>
              <a:buFontTx/>
              <a:buNone/>
              <a:defRPr sz="1600">
                <a:solidFill>
                  <a:schemeClr val="tx1"/>
                </a:solidFill>
              </a:defRPr>
            </a:lvl8pPr>
            <a:lvl9pPr marL="0" indent="0">
              <a:spcBef>
                <a:spcPts val="0"/>
              </a:spcBef>
              <a:buFontTx/>
              <a:buNone/>
              <a:defRPr sz="1600">
                <a:solidFill>
                  <a:schemeClr val="tx1"/>
                </a:solidFill>
              </a:defRPr>
            </a:lvl9pPr>
          </a:lstStyle>
          <a:p>
            <a:pPr lvl="0"/>
            <a:r>
              <a:rPr lang="en-US"/>
              <a:t>[Month 00, 0000]</a:t>
            </a:r>
            <a:br>
              <a:rPr lang="en-US"/>
            </a:br>
            <a:r>
              <a:rPr lang="en-US"/>
              <a:t>[Presenter Name]</a:t>
            </a:r>
            <a:br>
              <a:rPr lang="en-US"/>
            </a:br>
            <a:r>
              <a:rPr lang="en-US"/>
              <a:t>[Title]</a:t>
            </a:r>
          </a:p>
        </p:txBody>
      </p:sp>
    </p:spTree>
    <p:extLst>
      <p:ext uri="{BB962C8B-B14F-4D97-AF65-F5344CB8AC3E}">
        <p14:creationId xmlns:p14="http://schemas.microsoft.com/office/powerpoint/2010/main" val="99591887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090" userDrawn="1">
          <p15:clr>
            <a:srgbClr val="FBAE40"/>
          </p15:clr>
        </p15:guide>
        <p15:guide id="2" pos="4004" userDrawn="1">
          <p15:clr>
            <a:srgbClr val="FBAE40"/>
          </p15:clr>
        </p15:guide>
        <p15:guide id="3" pos="4192" userDrawn="1">
          <p15:clr>
            <a:srgbClr val="FBAE40"/>
          </p15:clr>
        </p15:guide>
        <p15:guide id="4" orient="horz" pos="776" userDrawn="1">
          <p15:clr>
            <a:srgbClr val="FBAE40"/>
          </p15:clr>
        </p15:guide>
        <p15:guide id="5" pos="748"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1_Cover slide option 9">
    <p:bg>
      <p:bgRef idx="1001">
        <a:schemeClr val="bg1"/>
      </p:bgRef>
    </p:bg>
    <p:spTree>
      <p:nvGrpSpPr>
        <p:cNvPr id="1" name=""/>
        <p:cNvGrpSpPr/>
        <p:nvPr/>
      </p:nvGrpSpPr>
      <p:grpSpPr>
        <a:xfrm>
          <a:off x="0" y="0"/>
          <a:ext cx="0" cy="0"/>
          <a:chOff x="0" y="0"/>
          <a:chExt cx="0" cy="0"/>
        </a:xfrm>
      </p:grpSpPr>
      <p:sp>
        <p:nvSpPr>
          <p:cNvPr id="10" name="Picture Placeholder 4">
            <a:extLst>
              <a:ext uri="{FF2B5EF4-FFF2-40B4-BE49-F238E27FC236}">
                <a16:creationId xmlns:a16="http://schemas.microsoft.com/office/drawing/2014/main" id="{2BFAF5D7-E03E-9E44-ABB8-3AFA83714D07}"/>
              </a:ext>
            </a:extLst>
          </p:cNvPr>
          <p:cNvSpPr>
            <a:spLocks noGrp="1"/>
          </p:cNvSpPr>
          <p:nvPr>
            <p:ph type="pic" sz="quarter" idx="10" hasCustomPrompt="1"/>
          </p:nvPr>
        </p:nvSpPr>
        <p:spPr>
          <a:xfrm>
            <a:off x="7124700" y="-1"/>
            <a:ext cx="5067300" cy="6856615"/>
          </a:xfrm>
          <a:solidFill>
            <a:srgbClr val="D7E0E3"/>
          </a:solidFill>
        </p:spPr>
        <p:txBody>
          <a:bodyPr anchor="ctr" anchorCtr="0">
            <a:normAutofit/>
          </a:bodyPr>
          <a:lstStyle>
            <a:lvl1pPr marL="0" indent="0" algn="ctr">
              <a:buFontTx/>
              <a:buNone/>
              <a:defRPr sz="1200">
                <a:latin typeface="Aptos Light" panose="020B0004020202020204" pitchFamily="34" charset="0"/>
              </a:defRPr>
            </a:lvl1pPr>
          </a:lstStyle>
          <a:p>
            <a:r>
              <a:rPr lang="en-US"/>
              <a:t>[Click icon to insert photo]</a:t>
            </a:r>
          </a:p>
        </p:txBody>
      </p:sp>
      <p:sp>
        <p:nvSpPr>
          <p:cNvPr id="3" name="Subtitle 2">
            <a:extLst>
              <a:ext uri="{FF2B5EF4-FFF2-40B4-BE49-F238E27FC236}">
                <a16:creationId xmlns:a16="http://schemas.microsoft.com/office/drawing/2014/main" id="{4077195B-8D8D-4BD5-8ADD-A390F24676CD}"/>
              </a:ext>
            </a:extLst>
          </p:cNvPr>
          <p:cNvSpPr>
            <a:spLocks noGrp="1"/>
          </p:cNvSpPr>
          <p:nvPr>
            <p:ph type="subTitle" idx="1" hasCustomPrompt="1"/>
          </p:nvPr>
        </p:nvSpPr>
        <p:spPr bwMode="gray">
          <a:xfrm>
            <a:off x="480062" y="2270758"/>
            <a:ext cx="5684518" cy="1372328"/>
          </a:xfrm>
        </p:spPr>
        <p:txBody>
          <a:bodyPr anchor="t" anchorCtr="0">
            <a:noAutofit/>
          </a:bodyPr>
          <a:lstStyle>
            <a:lvl1pPr marL="0" indent="0" algn="l">
              <a:spcBef>
                <a:spcPts val="0"/>
              </a:spcBef>
              <a:buNone/>
              <a:defRPr sz="3200" b="0">
                <a:solidFill>
                  <a:schemeClr val="tx1"/>
                </a:solidFill>
                <a:latin typeface="Aptos Light" panose="020B0004020202020204" pitchFamily="34" charset="0"/>
              </a:defRPr>
            </a:lvl1pPr>
            <a:lvl2pPr marL="0" indent="0" algn="l">
              <a:spcBef>
                <a:spcPts val="0"/>
              </a:spcBef>
              <a:buNone/>
              <a:defRPr sz="2000">
                <a:solidFill>
                  <a:schemeClr val="bg1"/>
                </a:solidFill>
              </a:defRPr>
            </a:lvl2pPr>
            <a:lvl3pPr marL="0" indent="0" algn="l">
              <a:spcBef>
                <a:spcPts val="0"/>
              </a:spcBef>
              <a:buNone/>
              <a:defRPr sz="2000">
                <a:solidFill>
                  <a:schemeClr val="bg1"/>
                </a:solidFill>
              </a:defRPr>
            </a:lvl3pPr>
            <a:lvl4pPr marL="0" indent="0" algn="l">
              <a:spcBef>
                <a:spcPts val="0"/>
              </a:spcBef>
              <a:buNone/>
              <a:defRPr sz="2000">
                <a:solidFill>
                  <a:schemeClr val="bg1"/>
                </a:solidFill>
              </a:defRPr>
            </a:lvl4pPr>
            <a:lvl5pPr marL="0" indent="0" algn="l">
              <a:spcBef>
                <a:spcPts val="0"/>
              </a:spcBef>
              <a:buNone/>
              <a:defRPr sz="2000">
                <a:solidFill>
                  <a:schemeClr val="bg1"/>
                </a:solidFill>
              </a:defRPr>
            </a:lvl5pPr>
            <a:lvl6pPr marL="0" indent="0" algn="l">
              <a:spcBef>
                <a:spcPts val="0"/>
              </a:spcBef>
              <a:buNone/>
              <a:defRPr sz="2000">
                <a:solidFill>
                  <a:schemeClr val="bg1"/>
                </a:solidFill>
              </a:defRPr>
            </a:lvl6pPr>
            <a:lvl7pPr marL="0" indent="0" algn="l">
              <a:spcBef>
                <a:spcPts val="0"/>
              </a:spcBef>
              <a:buNone/>
              <a:defRPr sz="2000">
                <a:solidFill>
                  <a:schemeClr val="bg1"/>
                </a:solidFill>
              </a:defRPr>
            </a:lvl7pPr>
            <a:lvl8pPr marL="0" indent="0" algn="l">
              <a:spcBef>
                <a:spcPts val="0"/>
              </a:spcBef>
              <a:buNone/>
              <a:defRPr sz="2000">
                <a:solidFill>
                  <a:schemeClr val="bg1"/>
                </a:solidFill>
              </a:defRPr>
            </a:lvl8pPr>
            <a:lvl9pPr marL="0" indent="0" algn="l">
              <a:spcBef>
                <a:spcPts val="0"/>
              </a:spcBef>
              <a:buNone/>
              <a:defRPr sz="2000">
                <a:solidFill>
                  <a:schemeClr val="bg1"/>
                </a:solidFill>
              </a:defRPr>
            </a:lvl9pPr>
          </a:lstStyle>
          <a:p>
            <a:r>
              <a:rPr lang="en-US"/>
              <a:t>Presentation title </a:t>
            </a:r>
            <a:br>
              <a:rPr lang="en-US"/>
            </a:br>
            <a:r>
              <a:rPr lang="en-US"/>
              <a:t>is Aptos Light 32pt</a:t>
            </a:r>
          </a:p>
        </p:txBody>
      </p:sp>
      <p:sp>
        <p:nvSpPr>
          <p:cNvPr id="12" name="Text Placeholder 3">
            <a:extLst>
              <a:ext uri="{FF2B5EF4-FFF2-40B4-BE49-F238E27FC236}">
                <a16:creationId xmlns:a16="http://schemas.microsoft.com/office/drawing/2014/main" id="{096EBD33-E0A7-064A-B661-81AD68C0BB90}"/>
              </a:ext>
            </a:extLst>
          </p:cNvPr>
          <p:cNvSpPr>
            <a:spLocks noGrp="1"/>
          </p:cNvSpPr>
          <p:nvPr>
            <p:ph type="body" sz="quarter" idx="11" hasCustomPrompt="1"/>
          </p:nvPr>
        </p:nvSpPr>
        <p:spPr>
          <a:xfrm>
            <a:off x="480062" y="3875314"/>
            <a:ext cx="5684518" cy="870583"/>
          </a:xfrm>
        </p:spPr>
        <p:txBody>
          <a:bodyPr anchor="t" anchorCtr="0">
            <a:noAutofit/>
          </a:bodyPr>
          <a:lstStyle>
            <a:lvl1pPr marL="0" indent="0">
              <a:spcBef>
                <a:spcPts val="0"/>
              </a:spcBef>
              <a:buFontTx/>
              <a:buNone/>
              <a:defRPr sz="2000" b="1">
                <a:solidFill>
                  <a:schemeClr val="tx1"/>
                </a:solidFill>
                <a:latin typeface="Aptos Light" panose="020B0004020202020204" pitchFamily="34" charset="0"/>
              </a:defRPr>
            </a:lvl1pPr>
            <a:lvl2pPr marL="0" indent="0">
              <a:spcBef>
                <a:spcPts val="0"/>
              </a:spcBef>
              <a:buFontTx/>
              <a:buNone/>
              <a:defRPr sz="1600">
                <a:solidFill>
                  <a:schemeClr val="tx1"/>
                </a:solidFill>
              </a:defRPr>
            </a:lvl2pPr>
            <a:lvl3pPr marL="0" indent="0">
              <a:spcBef>
                <a:spcPts val="0"/>
              </a:spcBef>
              <a:buFontTx/>
              <a:buNone/>
              <a:defRPr sz="1600">
                <a:solidFill>
                  <a:schemeClr val="tx1"/>
                </a:solidFill>
              </a:defRPr>
            </a:lvl3pPr>
            <a:lvl4pPr marL="0" indent="0">
              <a:spcBef>
                <a:spcPts val="0"/>
              </a:spcBef>
              <a:buFontTx/>
              <a:buNone/>
              <a:defRPr sz="1600">
                <a:solidFill>
                  <a:schemeClr val="tx1"/>
                </a:solidFill>
              </a:defRPr>
            </a:lvl4pPr>
            <a:lvl5pPr marL="0" indent="0">
              <a:spcBef>
                <a:spcPts val="0"/>
              </a:spcBef>
              <a:buFontTx/>
              <a:buNone/>
              <a:defRPr sz="1600">
                <a:solidFill>
                  <a:schemeClr val="tx1"/>
                </a:solidFill>
              </a:defRPr>
            </a:lvl5pPr>
            <a:lvl6pPr marL="0" indent="0">
              <a:spcBef>
                <a:spcPts val="0"/>
              </a:spcBef>
              <a:buFontTx/>
              <a:buNone/>
              <a:defRPr sz="1600">
                <a:solidFill>
                  <a:schemeClr val="tx1"/>
                </a:solidFill>
              </a:defRPr>
            </a:lvl6pPr>
            <a:lvl7pPr marL="0" indent="0">
              <a:spcBef>
                <a:spcPts val="0"/>
              </a:spcBef>
              <a:buFontTx/>
              <a:buNone/>
              <a:defRPr sz="1600">
                <a:solidFill>
                  <a:schemeClr val="tx1"/>
                </a:solidFill>
              </a:defRPr>
            </a:lvl7pPr>
            <a:lvl8pPr marL="0" indent="0">
              <a:spcBef>
                <a:spcPts val="0"/>
              </a:spcBef>
              <a:buFontTx/>
              <a:buNone/>
              <a:defRPr sz="1600">
                <a:solidFill>
                  <a:schemeClr val="tx1"/>
                </a:solidFill>
              </a:defRPr>
            </a:lvl8pPr>
            <a:lvl9pPr marL="0" indent="0">
              <a:spcBef>
                <a:spcPts val="0"/>
              </a:spcBef>
              <a:buFontTx/>
              <a:buNone/>
              <a:defRPr sz="1600">
                <a:solidFill>
                  <a:schemeClr val="tx1"/>
                </a:solidFill>
              </a:defRPr>
            </a:lvl9pPr>
          </a:lstStyle>
          <a:p>
            <a:pPr lvl="0"/>
            <a:r>
              <a:rPr lang="en-US"/>
              <a:t>Optional subtitle is Aptos Light 20pt, sentence case, two lines max</a:t>
            </a:r>
          </a:p>
        </p:txBody>
      </p:sp>
      <p:sp>
        <p:nvSpPr>
          <p:cNvPr id="7" name="Text Placeholder 3">
            <a:extLst>
              <a:ext uri="{FF2B5EF4-FFF2-40B4-BE49-F238E27FC236}">
                <a16:creationId xmlns:a16="http://schemas.microsoft.com/office/drawing/2014/main" id="{4A9F2D56-AB74-8681-8E0A-26241D6A4532}"/>
              </a:ext>
            </a:extLst>
          </p:cNvPr>
          <p:cNvSpPr>
            <a:spLocks noGrp="1"/>
          </p:cNvSpPr>
          <p:nvPr>
            <p:ph type="body" sz="quarter" idx="12" hasCustomPrompt="1"/>
          </p:nvPr>
        </p:nvSpPr>
        <p:spPr>
          <a:xfrm>
            <a:off x="480062" y="4967152"/>
            <a:ext cx="5684518" cy="874124"/>
          </a:xfrm>
        </p:spPr>
        <p:txBody>
          <a:bodyPr anchor="b" anchorCtr="0">
            <a:noAutofit/>
          </a:bodyPr>
          <a:lstStyle>
            <a:lvl1pPr marL="0" indent="0">
              <a:spcBef>
                <a:spcPts val="0"/>
              </a:spcBef>
              <a:buFontTx/>
              <a:buNone/>
              <a:defRPr sz="1800" b="1">
                <a:solidFill>
                  <a:schemeClr val="tx1"/>
                </a:solidFill>
                <a:latin typeface="Aptos Light" panose="020B0004020202020204" pitchFamily="34" charset="0"/>
              </a:defRPr>
            </a:lvl1pPr>
            <a:lvl2pPr marL="0" indent="0">
              <a:spcBef>
                <a:spcPts val="0"/>
              </a:spcBef>
              <a:buFontTx/>
              <a:buNone/>
              <a:defRPr sz="1600">
                <a:solidFill>
                  <a:schemeClr val="tx1"/>
                </a:solidFill>
              </a:defRPr>
            </a:lvl2pPr>
            <a:lvl3pPr marL="0" indent="0">
              <a:spcBef>
                <a:spcPts val="0"/>
              </a:spcBef>
              <a:buFontTx/>
              <a:buNone/>
              <a:defRPr sz="1600">
                <a:solidFill>
                  <a:schemeClr val="tx1"/>
                </a:solidFill>
              </a:defRPr>
            </a:lvl3pPr>
            <a:lvl4pPr marL="0" indent="0">
              <a:spcBef>
                <a:spcPts val="0"/>
              </a:spcBef>
              <a:buFontTx/>
              <a:buNone/>
              <a:defRPr sz="1600">
                <a:solidFill>
                  <a:schemeClr val="tx1"/>
                </a:solidFill>
              </a:defRPr>
            </a:lvl4pPr>
            <a:lvl5pPr marL="0" indent="0">
              <a:spcBef>
                <a:spcPts val="0"/>
              </a:spcBef>
              <a:buFontTx/>
              <a:buNone/>
              <a:defRPr sz="1600">
                <a:solidFill>
                  <a:schemeClr val="tx1"/>
                </a:solidFill>
              </a:defRPr>
            </a:lvl5pPr>
            <a:lvl6pPr marL="0" indent="0">
              <a:spcBef>
                <a:spcPts val="0"/>
              </a:spcBef>
              <a:buFontTx/>
              <a:buNone/>
              <a:defRPr sz="1600">
                <a:solidFill>
                  <a:schemeClr val="tx1"/>
                </a:solidFill>
              </a:defRPr>
            </a:lvl6pPr>
            <a:lvl7pPr marL="0" indent="0">
              <a:spcBef>
                <a:spcPts val="0"/>
              </a:spcBef>
              <a:buFontTx/>
              <a:buNone/>
              <a:defRPr sz="1600">
                <a:solidFill>
                  <a:schemeClr val="tx1"/>
                </a:solidFill>
              </a:defRPr>
            </a:lvl7pPr>
            <a:lvl8pPr marL="0" indent="0">
              <a:spcBef>
                <a:spcPts val="0"/>
              </a:spcBef>
              <a:buFontTx/>
              <a:buNone/>
              <a:defRPr sz="1600">
                <a:solidFill>
                  <a:schemeClr val="tx1"/>
                </a:solidFill>
              </a:defRPr>
            </a:lvl8pPr>
            <a:lvl9pPr marL="0" indent="0">
              <a:spcBef>
                <a:spcPts val="0"/>
              </a:spcBef>
              <a:buFontTx/>
              <a:buNone/>
              <a:defRPr sz="1600">
                <a:solidFill>
                  <a:schemeClr val="tx1"/>
                </a:solidFill>
              </a:defRPr>
            </a:lvl9pPr>
          </a:lstStyle>
          <a:p>
            <a:pPr lvl="0"/>
            <a:r>
              <a:rPr lang="en-US"/>
              <a:t>[Month 00, 0000]</a:t>
            </a:r>
            <a:br>
              <a:rPr lang="en-US"/>
            </a:br>
            <a:r>
              <a:rPr lang="en-US"/>
              <a:t>[Presenter Name]</a:t>
            </a:r>
            <a:br>
              <a:rPr lang="en-US"/>
            </a:br>
            <a:r>
              <a:rPr lang="en-US"/>
              <a:t>[Title]</a:t>
            </a:r>
          </a:p>
        </p:txBody>
      </p:sp>
      <p:sp>
        <p:nvSpPr>
          <p:cNvPr id="2" name="UST" descr="UST">
            <a:extLst>
              <a:ext uri="{FF2B5EF4-FFF2-40B4-BE49-F238E27FC236}">
                <a16:creationId xmlns:a16="http://schemas.microsoft.com/office/drawing/2014/main" id="{61ECC60D-8478-8819-B2C5-E76BC9CEC548}"/>
              </a:ext>
            </a:extLst>
          </p:cNvPr>
          <p:cNvSpPr>
            <a:spLocks noChangeAspect="1" noEditPoints="1"/>
          </p:cNvSpPr>
          <p:nvPr/>
        </p:nvSpPr>
        <p:spPr bwMode="black">
          <a:xfrm>
            <a:off x="365125" y="358775"/>
            <a:ext cx="732109" cy="810000"/>
          </a:xfrm>
          <a:custGeom>
            <a:avLst/>
            <a:gdLst>
              <a:gd name="T0" fmla="*/ 3605 w 4000"/>
              <a:gd name="T1" fmla="*/ 485 h 4419"/>
              <a:gd name="T2" fmla="*/ 3605 w 4000"/>
              <a:gd name="T3" fmla="*/ 485 h 4419"/>
              <a:gd name="T4" fmla="*/ 2969 w 4000"/>
              <a:gd name="T5" fmla="*/ 485 h 4419"/>
              <a:gd name="T6" fmla="*/ 2969 w 4000"/>
              <a:gd name="T7" fmla="*/ 1120 h 4419"/>
              <a:gd name="T8" fmla="*/ 3605 w 4000"/>
              <a:gd name="T9" fmla="*/ 1120 h 4419"/>
              <a:gd name="T10" fmla="*/ 3605 w 4000"/>
              <a:gd name="T11" fmla="*/ 485 h 4419"/>
              <a:gd name="T12" fmla="*/ 4000 w 4000"/>
              <a:gd name="T13" fmla="*/ 2730 h 4419"/>
              <a:gd name="T14" fmla="*/ 4000 w 4000"/>
              <a:gd name="T15" fmla="*/ 2730 h 4419"/>
              <a:gd name="T16" fmla="*/ 2574 w 4000"/>
              <a:gd name="T17" fmla="*/ 2730 h 4419"/>
              <a:gd name="T18" fmla="*/ 2574 w 4000"/>
              <a:gd name="T19" fmla="*/ 3120 h 4419"/>
              <a:gd name="T20" fmla="*/ 3062 w 4000"/>
              <a:gd name="T21" fmla="*/ 3120 h 4419"/>
              <a:gd name="T22" fmla="*/ 3062 w 4000"/>
              <a:gd name="T23" fmla="*/ 4367 h 4419"/>
              <a:gd name="T24" fmla="*/ 3512 w 4000"/>
              <a:gd name="T25" fmla="*/ 4367 h 4419"/>
              <a:gd name="T26" fmla="*/ 3512 w 4000"/>
              <a:gd name="T27" fmla="*/ 3120 h 4419"/>
              <a:gd name="T28" fmla="*/ 4000 w 4000"/>
              <a:gd name="T29" fmla="*/ 3120 h 4419"/>
              <a:gd name="T30" fmla="*/ 4000 w 4000"/>
              <a:gd name="T31" fmla="*/ 2730 h 4419"/>
              <a:gd name="T32" fmla="*/ 903 w 4000"/>
              <a:gd name="T33" fmla="*/ 3385 h 4419"/>
              <a:gd name="T34" fmla="*/ 903 w 4000"/>
              <a:gd name="T35" fmla="*/ 3385 h 4419"/>
              <a:gd name="T36" fmla="*/ 760 w 4000"/>
              <a:gd name="T37" fmla="*/ 3351 h 4419"/>
              <a:gd name="T38" fmla="*/ 530 w 4000"/>
              <a:gd name="T39" fmla="*/ 3188 h 4419"/>
              <a:gd name="T40" fmla="*/ 760 w 4000"/>
              <a:gd name="T41" fmla="*/ 3065 h 4419"/>
              <a:gd name="T42" fmla="*/ 1114 w 4000"/>
              <a:gd name="T43" fmla="*/ 3213 h 4419"/>
              <a:gd name="T44" fmla="*/ 1392 w 4000"/>
              <a:gd name="T45" fmla="*/ 2988 h 4419"/>
              <a:gd name="T46" fmla="*/ 763 w 4000"/>
              <a:gd name="T47" fmla="*/ 2683 h 4419"/>
              <a:gd name="T48" fmla="*/ 82 w 4000"/>
              <a:gd name="T49" fmla="*/ 3199 h 4419"/>
              <a:gd name="T50" fmla="*/ 635 w 4000"/>
              <a:gd name="T51" fmla="*/ 3739 h 4419"/>
              <a:gd name="T52" fmla="*/ 784 w 4000"/>
              <a:gd name="T53" fmla="*/ 3776 h 4419"/>
              <a:gd name="T54" fmla="*/ 984 w 4000"/>
              <a:gd name="T55" fmla="*/ 3912 h 4419"/>
              <a:gd name="T56" fmla="*/ 718 w 4000"/>
              <a:gd name="T57" fmla="*/ 4050 h 4419"/>
              <a:gd name="T58" fmla="*/ 307 w 4000"/>
              <a:gd name="T59" fmla="*/ 3867 h 4419"/>
              <a:gd name="T60" fmla="*/ 29 w 4000"/>
              <a:gd name="T61" fmla="*/ 4092 h 4419"/>
              <a:gd name="T62" fmla="*/ 721 w 4000"/>
              <a:gd name="T63" fmla="*/ 4419 h 4419"/>
              <a:gd name="T64" fmla="*/ 1451 w 4000"/>
              <a:gd name="T65" fmla="*/ 3900 h 4419"/>
              <a:gd name="T66" fmla="*/ 903 w 4000"/>
              <a:gd name="T67" fmla="*/ 3385 h 4419"/>
              <a:gd name="T68" fmla="*/ 1026 w 4000"/>
              <a:gd name="T69" fmla="*/ 0 h 4419"/>
              <a:gd name="T70" fmla="*/ 1026 w 4000"/>
              <a:gd name="T71" fmla="*/ 0 h 4419"/>
              <a:gd name="T72" fmla="*/ 1475 w 4000"/>
              <a:gd name="T73" fmla="*/ 0 h 4419"/>
              <a:gd name="T74" fmla="*/ 1475 w 4000"/>
              <a:gd name="T75" fmla="*/ 967 h 4419"/>
              <a:gd name="T76" fmla="*/ 741 w 4000"/>
              <a:gd name="T77" fmla="*/ 1688 h 4419"/>
              <a:gd name="T78" fmla="*/ 0 w 4000"/>
              <a:gd name="T79" fmla="*/ 967 h 4419"/>
              <a:gd name="T80" fmla="*/ 0 w 4000"/>
              <a:gd name="T81" fmla="*/ 0 h 4419"/>
              <a:gd name="T82" fmla="*/ 449 w 4000"/>
              <a:gd name="T83" fmla="*/ 0 h 4419"/>
              <a:gd name="T84" fmla="*/ 449 w 4000"/>
              <a:gd name="T85" fmla="*/ 970 h 4419"/>
              <a:gd name="T86" fmla="*/ 739 w 4000"/>
              <a:gd name="T87" fmla="*/ 1273 h 4419"/>
              <a:gd name="T88" fmla="*/ 1026 w 4000"/>
              <a:gd name="T89" fmla="*/ 970 h 4419"/>
              <a:gd name="T90" fmla="*/ 1026 w 4000"/>
              <a:gd name="T91" fmla="*/ 0 h 4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000" h="4419">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ptos Light" panose="020B0004020202020204" pitchFamily="34" charset="0"/>
            </a:endParaRPr>
          </a:p>
        </p:txBody>
      </p:sp>
      <p:cxnSp>
        <p:nvCxnSpPr>
          <p:cNvPr id="4" name="Straight Connector 3">
            <a:extLst>
              <a:ext uri="{FF2B5EF4-FFF2-40B4-BE49-F238E27FC236}">
                <a16:creationId xmlns:a16="http://schemas.microsoft.com/office/drawing/2014/main" id="{5CA66234-B48E-5445-1A41-1E32BEFDE005}"/>
              </a:ext>
            </a:extLst>
          </p:cNvPr>
          <p:cNvCxnSpPr>
            <a:cxnSpLocks/>
          </p:cNvCxnSpPr>
          <p:nvPr/>
        </p:nvCxnSpPr>
        <p:spPr>
          <a:xfrm>
            <a:off x="1337946" y="371716"/>
            <a:ext cx="0" cy="792000"/>
          </a:xfrm>
          <a:prstGeom prst="line">
            <a:avLst/>
          </a:prstGeom>
          <a:ln w="12700" cap="sq">
            <a:solidFill>
              <a:schemeClr val="tx1"/>
            </a:solidFill>
          </a:ln>
        </p:spPr>
        <p:style>
          <a:lnRef idx="1">
            <a:schemeClr val="accent1"/>
          </a:lnRef>
          <a:fillRef idx="0">
            <a:schemeClr val="accent1"/>
          </a:fillRef>
          <a:effectRef idx="0">
            <a:srgbClr val="000000"/>
          </a:effectRef>
          <a:fontRef idx="minor">
            <a:schemeClr val="bg1"/>
          </a:fontRef>
        </p:style>
      </p:cxnSp>
    </p:spTree>
    <p:extLst>
      <p:ext uri="{BB962C8B-B14F-4D97-AF65-F5344CB8AC3E}">
        <p14:creationId xmlns:p14="http://schemas.microsoft.com/office/powerpoint/2010/main" val="382041526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090" userDrawn="1">
          <p15:clr>
            <a:srgbClr val="FBAE40"/>
          </p15:clr>
        </p15:guide>
        <p15:guide id="2" pos="4004" userDrawn="1">
          <p15:clr>
            <a:srgbClr val="FBAE40"/>
          </p15:clr>
        </p15:guide>
        <p15:guide id="3" pos="4192" userDrawn="1">
          <p15:clr>
            <a:srgbClr val="FBAE40"/>
          </p15:clr>
        </p15:guide>
        <p15:guide id="4" orient="horz" pos="776" userDrawn="1">
          <p15:clr>
            <a:srgbClr val="FBAE40"/>
          </p15:clr>
        </p15:guide>
        <p15:guide id="5" pos="748"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Agenda with Photo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7D43C-8061-4F4B-A58C-537B44EA7F0E}"/>
              </a:ext>
            </a:extLst>
          </p:cNvPr>
          <p:cNvSpPr>
            <a:spLocks noGrp="1"/>
          </p:cNvSpPr>
          <p:nvPr>
            <p:ph type="title" hasCustomPrompt="1"/>
          </p:nvPr>
        </p:nvSpPr>
        <p:spPr>
          <a:xfrm>
            <a:off x="365760" y="365760"/>
            <a:ext cx="4910433" cy="914400"/>
          </a:xfrm>
        </p:spPr>
        <p:txBody>
          <a:bodyPr/>
          <a:lstStyle>
            <a:lvl1pPr>
              <a:defRPr>
                <a:latin typeface="Aptos Light" panose="020B0004020202020204" pitchFamily="34" charset="0"/>
              </a:defRPr>
            </a:lvl1pPr>
          </a:lstStyle>
          <a:p>
            <a:r>
              <a:rPr lang="en-US"/>
              <a:t>[Slide title]</a:t>
            </a:r>
          </a:p>
        </p:txBody>
      </p:sp>
      <p:sp>
        <p:nvSpPr>
          <p:cNvPr id="4" name="Picture Placeholder 2">
            <a:extLst>
              <a:ext uri="{FF2B5EF4-FFF2-40B4-BE49-F238E27FC236}">
                <a16:creationId xmlns:a16="http://schemas.microsoft.com/office/drawing/2014/main" id="{C60446A4-22A6-B04E-BE96-8852C1005460}"/>
              </a:ext>
            </a:extLst>
          </p:cNvPr>
          <p:cNvSpPr>
            <a:spLocks noGrp="1"/>
          </p:cNvSpPr>
          <p:nvPr>
            <p:ph type="pic" sz="quarter" idx="16" hasCustomPrompt="1"/>
          </p:nvPr>
        </p:nvSpPr>
        <p:spPr>
          <a:xfrm>
            <a:off x="5461686" y="0"/>
            <a:ext cx="6730314" cy="5288692"/>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a:t>[Click icon to insert photo]</a:t>
            </a:r>
          </a:p>
        </p:txBody>
      </p:sp>
      <p:sp>
        <p:nvSpPr>
          <p:cNvPr id="6" name="Text Placeholder 5">
            <a:extLst>
              <a:ext uri="{FF2B5EF4-FFF2-40B4-BE49-F238E27FC236}">
                <a16:creationId xmlns:a16="http://schemas.microsoft.com/office/drawing/2014/main" id="{8C25D39D-9FA5-6940-B43C-698447167E41}"/>
              </a:ext>
            </a:extLst>
          </p:cNvPr>
          <p:cNvSpPr>
            <a:spLocks noGrp="1"/>
          </p:cNvSpPr>
          <p:nvPr>
            <p:ph type="body" sz="quarter" idx="17" hasCustomPrompt="1"/>
          </p:nvPr>
        </p:nvSpPr>
        <p:spPr>
          <a:xfrm>
            <a:off x="365760" y="1828800"/>
            <a:ext cx="4186238" cy="4119563"/>
          </a:xfrm>
        </p:spPr>
        <p:txBody>
          <a:bodyPr/>
          <a:lstStyle>
            <a:lvl1pPr marL="0" marR="0" indent="0" algn="l" defTabSz="914400" rtl="0" eaLnBrk="1" fontAlgn="auto" latinLnBrk="0" hangingPunct="1">
              <a:lnSpc>
                <a:spcPct val="100000"/>
              </a:lnSpc>
              <a:spcBef>
                <a:spcPts val="1200"/>
              </a:spcBef>
              <a:spcAft>
                <a:spcPts val="0"/>
              </a:spcAft>
              <a:buClrTx/>
              <a:buSzTx/>
              <a:buFontTx/>
              <a:buNone/>
              <a:tabLst>
                <a:tab pos="5254625" algn="r"/>
              </a:tabLst>
              <a:defRPr>
                <a:latin typeface="Aptos Light" panose="020B0004020202020204" pitchFamily="34" charset="0"/>
              </a:defRPr>
            </a:lvl1pPr>
            <a:lvl2pPr marL="182880" indent="0">
              <a:buNone/>
              <a:defRPr>
                <a:latin typeface="Aptos Light" panose="020B0004020202020204" pitchFamily="34" charset="0"/>
              </a:defRPr>
            </a:lvl2pPr>
            <a:lvl3pPr marL="365760" indent="0">
              <a:buNone/>
              <a:defRPr/>
            </a:lvl3pPr>
            <a:lvl4pPr marL="548640" indent="0">
              <a:buNone/>
              <a:defRPr/>
            </a:lvl4pPr>
            <a:lvl5pPr marL="731520" indent="0">
              <a:buNone/>
              <a:defRPr/>
            </a:lvl5pPr>
          </a:lstStyle>
          <a:p>
            <a:r>
              <a:rPr lang="en-US"/>
              <a:t>Agenda items are Aptos Light 18pt	00</a:t>
            </a:r>
          </a:p>
          <a:p>
            <a:pPr marL="468630" lvl="1" indent="-285750">
              <a:buFont typeface="Wingdings" pitchFamily="2" charset="2"/>
              <a:buChar char="§"/>
            </a:pPr>
            <a:r>
              <a:rPr lang="en-US"/>
              <a:t>Additional text levels are possible</a:t>
            </a:r>
          </a:p>
          <a:p>
            <a:r>
              <a:rPr lang="en-US"/>
              <a:t>Section title	00</a:t>
            </a:r>
          </a:p>
          <a:p>
            <a:r>
              <a:rPr lang="en-US"/>
              <a:t>Section title	00</a:t>
            </a:r>
          </a:p>
          <a:p>
            <a:r>
              <a:rPr lang="en-US"/>
              <a:t>Section title	00</a:t>
            </a:r>
          </a:p>
          <a:p>
            <a:r>
              <a:rPr lang="en-US"/>
              <a:t>Section title	00</a:t>
            </a:r>
          </a:p>
          <a:p>
            <a:r>
              <a:rPr lang="en-US"/>
              <a:t>Section title	00</a:t>
            </a:r>
          </a:p>
          <a:p>
            <a:r>
              <a:rPr lang="en-US"/>
              <a:t>Section title	00</a:t>
            </a:r>
          </a:p>
          <a:p>
            <a:r>
              <a:rPr lang="en-US"/>
              <a:t>Section title	00</a:t>
            </a:r>
          </a:p>
          <a:p>
            <a:r>
              <a:rPr lang="en-US"/>
              <a:t>Section title	00</a:t>
            </a:r>
          </a:p>
        </p:txBody>
      </p:sp>
    </p:spTree>
    <p:extLst>
      <p:ext uri="{BB962C8B-B14F-4D97-AF65-F5344CB8AC3E}">
        <p14:creationId xmlns:p14="http://schemas.microsoft.com/office/powerpoint/2010/main" val="36169410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542" userDrawn="1">
          <p15:clr>
            <a:srgbClr val="FBAE40"/>
          </p15:clr>
        </p15:guide>
        <p15:guide id="2" pos="4138" userDrawn="1">
          <p15:clr>
            <a:srgbClr val="FBAE40"/>
          </p15:clr>
        </p15:guide>
        <p15:guide id="3" orient="horz" pos="1152" userDrawn="1">
          <p15:clr>
            <a:srgbClr val="FBAE40"/>
          </p15:clr>
        </p15:guide>
        <p15:guide id="4" orient="horz" pos="3832" userDrawn="1">
          <p15:clr>
            <a:srgbClr val="FBAE40"/>
          </p15:clr>
        </p15:guide>
        <p15:guide id="5" orient="horz" pos="4148"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Agenda with Photo 2">
    <p:spTree>
      <p:nvGrpSpPr>
        <p:cNvPr id="1" name=""/>
        <p:cNvGrpSpPr/>
        <p:nvPr/>
      </p:nvGrpSpPr>
      <p:grpSpPr>
        <a:xfrm>
          <a:off x="0" y="0"/>
          <a:ext cx="0" cy="0"/>
          <a:chOff x="0" y="0"/>
          <a:chExt cx="0" cy="0"/>
        </a:xfrm>
      </p:grpSpPr>
      <p:sp>
        <p:nvSpPr>
          <p:cNvPr id="8" name="Text Placeholder 5">
            <a:extLst>
              <a:ext uri="{FF2B5EF4-FFF2-40B4-BE49-F238E27FC236}">
                <a16:creationId xmlns:a16="http://schemas.microsoft.com/office/drawing/2014/main" id="{8C25D39D-9FA5-6940-B43C-698447167E41}"/>
              </a:ext>
            </a:extLst>
          </p:cNvPr>
          <p:cNvSpPr>
            <a:spLocks noGrp="1"/>
          </p:cNvSpPr>
          <p:nvPr>
            <p:ph type="body" sz="quarter" idx="17" hasCustomPrompt="1"/>
          </p:nvPr>
        </p:nvSpPr>
        <p:spPr>
          <a:xfrm>
            <a:off x="6989128" y="3192779"/>
            <a:ext cx="4389385" cy="2845003"/>
          </a:xfrm>
        </p:spPr>
        <p:txBody>
          <a:bodyPr>
            <a:noAutofit/>
          </a:bodyPr>
          <a:lstStyle>
            <a:lvl1pPr marL="0" marR="0" indent="0" algn="l" defTabSz="914400" rtl="0" eaLnBrk="1" fontAlgn="auto" latinLnBrk="0" hangingPunct="1">
              <a:lnSpc>
                <a:spcPct val="100000"/>
              </a:lnSpc>
              <a:spcBef>
                <a:spcPts val="0"/>
              </a:spcBef>
              <a:spcAft>
                <a:spcPts val="600"/>
              </a:spcAft>
              <a:buClrTx/>
              <a:buSzTx/>
              <a:buFontTx/>
              <a:buNone/>
              <a:tabLst>
                <a:tab pos="5254625" algn="r"/>
              </a:tabLst>
              <a:defRPr sz="1600"/>
            </a:lvl1pPr>
            <a:lvl2pPr marL="182880" indent="0">
              <a:spcBef>
                <a:spcPts val="0"/>
              </a:spcBef>
              <a:spcAft>
                <a:spcPts val="600"/>
              </a:spcAft>
              <a:buNone/>
              <a:defRPr sz="1600"/>
            </a:lvl2pPr>
            <a:lvl3pPr marL="365760" indent="0">
              <a:buNone/>
              <a:defRPr/>
            </a:lvl3pPr>
            <a:lvl4pPr marL="548640" indent="0">
              <a:buNone/>
              <a:defRPr/>
            </a:lvl4pPr>
            <a:lvl5pPr marL="731520" indent="0">
              <a:buNone/>
              <a:defRPr/>
            </a:lvl5pPr>
          </a:lstStyle>
          <a:p>
            <a:r>
              <a:rPr lang="en-US"/>
              <a:t>Agenda items are Aptos Regular 16pt	00</a:t>
            </a:r>
          </a:p>
          <a:p>
            <a:pPr marL="468630" lvl="1" indent="-285750">
              <a:buFont typeface="Wingdings" pitchFamily="2" charset="2"/>
              <a:buChar char="§"/>
            </a:pPr>
            <a:r>
              <a:rPr lang="en-US"/>
              <a:t>Additional text levels are possible</a:t>
            </a:r>
          </a:p>
          <a:p>
            <a:r>
              <a:rPr lang="en-US"/>
              <a:t>Section title	00</a:t>
            </a:r>
          </a:p>
          <a:p>
            <a:r>
              <a:rPr lang="en-US"/>
              <a:t>Section title	00</a:t>
            </a:r>
          </a:p>
          <a:p>
            <a:r>
              <a:rPr lang="en-US"/>
              <a:t>Section title	00</a:t>
            </a:r>
          </a:p>
          <a:p>
            <a:r>
              <a:rPr lang="en-US"/>
              <a:t>Section title	00</a:t>
            </a:r>
          </a:p>
          <a:p>
            <a:r>
              <a:rPr lang="en-US"/>
              <a:t>Section title	00</a:t>
            </a:r>
          </a:p>
          <a:p>
            <a:r>
              <a:rPr lang="en-US"/>
              <a:t>Section title	00</a:t>
            </a:r>
          </a:p>
          <a:p>
            <a:r>
              <a:rPr lang="en-US"/>
              <a:t>Section title	00</a:t>
            </a:r>
          </a:p>
        </p:txBody>
      </p:sp>
      <p:sp>
        <p:nvSpPr>
          <p:cNvPr id="7" name="Rectangle 6">
            <a:extLst>
              <a:ext uri="{FF2B5EF4-FFF2-40B4-BE49-F238E27FC236}">
                <a16:creationId xmlns:a16="http://schemas.microsoft.com/office/drawing/2014/main" id="{E0F7C84E-F8B1-08E4-D431-775DCC945E9A}"/>
              </a:ext>
            </a:extLst>
          </p:cNvPr>
          <p:cNvSpPr/>
          <p:nvPr/>
        </p:nvSpPr>
        <p:spPr>
          <a:xfrm>
            <a:off x="3781425" y="0"/>
            <a:ext cx="2880000" cy="2880000"/>
          </a:xfrm>
          <a:prstGeom prst="rect">
            <a:avLst/>
          </a:prstGeom>
          <a:solidFill>
            <a:schemeClr val="tx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latin typeface="Aptos Light" panose="020B0004020202020204" pitchFamily="34" charset="0"/>
            </a:endParaRPr>
          </a:p>
        </p:txBody>
      </p:sp>
      <p:sp>
        <p:nvSpPr>
          <p:cNvPr id="2" name="Title 1">
            <a:extLst>
              <a:ext uri="{FF2B5EF4-FFF2-40B4-BE49-F238E27FC236}">
                <a16:creationId xmlns:a16="http://schemas.microsoft.com/office/drawing/2014/main" id="{4577D43C-8061-4F4B-A58C-537B44EA7F0E}"/>
              </a:ext>
            </a:extLst>
          </p:cNvPr>
          <p:cNvSpPr>
            <a:spLocks noGrp="1"/>
          </p:cNvSpPr>
          <p:nvPr>
            <p:ph type="title" hasCustomPrompt="1"/>
          </p:nvPr>
        </p:nvSpPr>
        <p:spPr>
          <a:xfrm>
            <a:off x="4099605" y="571500"/>
            <a:ext cx="2243640" cy="708660"/>
          </a:xfrm>
        </p:spPr>
        <p:txBody>
          <a:bodyPr/>
          <a:lstStyle>
            <a:lvl1pPr>
              <a:defRPr>
                <a:solidFill>
                  <a:schemeClr val="bg1"/>
                </a:solidFill>
              </a:defRPr>
            </a:lvl1pPr>
          </a:lstStyle>
          <a:p>
            <a:r>
              <a:rPr lang="en-US"/>
              <a:t>Agenda</a:t>
            </a:r>
          </a:p>
        </p:txBody>
      </p:sp>
      <p:sp>
        <p:nvSpPr>
          <p:cNvPr id="4" name="Picture Placeholder 2">
            <a:extLst>
              <a:ext uri="{FF2B5EF4-FFF2-40B4-BE49-F238E27FC236}">
                <a16:creationId xmlns:a16="http://schemas.microsoft.com/office/drawing/2014/main" id="{C60446A4-22A6-B04E-BE96-8852C1005460}"/>
              </a:ext>
            </a:extLst>
          </p:cNvPr>
          <p:cNvSpPr>
            <a:spLocks noGrp="1"/>
          </p:cNvSpPr>
          <p:nvPr>
            <p:ph type="pic" sz="quarter" idx="16" hasCustomPrompt="1"/>
          </p:nvPr>
        </p:nvSpPr>
        <p:spPr>
          <a:xfrm>
            <a:off x="813486" y="1521683"/>
            <a:ext cx="4653864" cy="4650517"/>
          </a:xfrm>
          <a:solidFill>
            <a:srgbClr val="D7E0E3"/>
          </a:solidFill>
        </p:spPr>
        <p:txBody>
          <a:bodyPr anchor="ctr" anchorCtr="0">
            <a:normAutofit/>
          </a:bodyPr>
          <a:lstStyle>
            <a:lvl1pPr marL="0" indent="0" algn="ctr">
              <a:buNone/>
              <a:defRPr sz="1200"/>
            </a:lvl1pPr>
          </a:lstStyle>
          <a:p>
            <a:r>
              <a:rPr lang="en-US"/>
              <a:t>[Click icon to insert photo]</a:t>
            </a:r>
          </a:p>
        </p:txBody>
      </p:sp>
    </p:spTree>
    <p:extLst>
      <p:ext uri="{BB962C8B-B14F-4D97-AF65-F5344CB8AC3E}">
        <p14:creationId xmlns:p14="http://schemas.microsoft.com/office/powerpoint/2010/main" val="11459668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542" userDrawn="1">
          <p15:clr>
            <a:srgbClr val="FBAE40"/>
          </p15:clr>
        </p15:guide>
        <p15:guide id="2" pos="4138" userDrawn="1">
          <p15:clr>
            <a:srgbClr val="FBAE40"/>
          </p15:clr>
        </p15:guide>
        <p15:guide id="3" orient="horz" pos="1152" userDrawn="1">
          <p15:clr>
            <a:srgbClr val="FBAE40"/>
          </p15:clr>
        </p15:guide>
        <p15:guide id="4" orient="horz" pos="3832" userDrawn="1">
          <p15:clr>
            <a:srgbClr val="FBAE40"/>
          </p15:clr>
        </p15:guide>
        <p15:guide id="5" orient="horz" pos="4148"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Agenda with Number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7D43C-8061-4F4B-A58C-537B44EA7F0E}"/>
              </a:ext>
            </a:extLst>
          </p:cNvPr>
          <p:cNvSpPr>
            <a:spLocks noGrp="1"/>
          </p:cNvSpPr>
          <p:nvPr>
            <p:ph type="title" hasCustomPrompt="1"/>
          </p:nvPr>
        </p:nvSpPr>
        <p:spPr/>
        <p:txBody>
          <a:bodyPr/>
          <a:lstStyle>
            <a:lvl1pPr>
              <a:defRPr>
                <a:latin typeface="Aptos Light" panose="020B0004020202020204" pitchFamily="34" charset="0"/>
              </a:defRPr>
            </a:lvl1pPr>
          </a:lstStyle>
          <a:p>
            <a:r>
              <a:rPr lang="en-US"/>
              <a:t>[Slide title]</a:t>
            </a:r>
          </a:p>
        </p:txBody>
      </p:sp>
      <p:sp>
        <p:nvSpPr>
          <p:cNvPr id="5" name="Text Placeholder 2">
            <a:extLst>
              <a:ext uri="{FF2B5EF4-FFF2-40B4-BE49-F238E27FC236}">
                <a16:creationId xmlns:a16="http://schemas.microsoft.com/office/drawing/2014/main" id="{2695E60E-E510-7E4B-B421-0DF40B4D308D}"/>
              </a:ext>
            </a:extLst>
          </p:cNvPr>
          <p:cNvSpPr>
            <a:spLocks noGrp="1"/>
          </p:cNvSpPr>
          <p:nvPr>
            <p:ph type="body" sz="quarter" idx="13" hasCustomPrompt="1"/>
          </p:nvPr>
        </p:nvSpPr>
        <p:spPr>
          <a:xfrm>
            <a:off x="365123" y="2011680"/>
            <a:ext cx="822960" cy="914400"/>
          </a:xfrm>
        </p:spPr>
        <p:txBody>
          <a:bodyPr wrap="none">
            <a:noAutofit/>
          </a:bodyPr>
          <a:lstStyle>
            <a:lvl1pPr marL="0" indent="0">
              <a:lnSpc>
                <a:spcPct val="85000"/>
              </a:lnSpc>
              <a:spcBef>
                <a:spcPts val="0"/>
              </a:spcBef>
              <a:buNone/>
              <a:defRPr sz="6000" spc="-300" baseline="0">
                <a:solidFill>
                  <a:schemeClr val="tx1"/>
                </a:solidFill>
                <a:latin typeface="Aptos Light" panose="020B0004020202020204" pitchFamily="34" charset="0"/>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a:t>00</a:t>
            </a:r>
          </a:p>
        </p:txBody>
      </p:sp>
      <p:sp>
        <p:nvSpPr>
          <p:cNvPr id="8" name="Text Placeholder 3">
            <a:extLst>
              <a:ext uri="{FF2B5EF4-FFF2-40B4-BE49-F238E27FC236}">
                <a16:creationId xmlns:a16="http://schemas.microsoft.com/office/drawing/2014/main" id="{96C2B705-A98F-A343-BB8D-040C34C0B175}"/>
              </a:ext>
            </a:extLst>
          </p:cNvPr>
          <p:cNvSpPr>
            <a:spLocks noGrp="1"/>
          </p:cNvSpPr>
          <p:nvPr>
            <p:ph type="body" sz="quarter" idx="14" hasCustomPrompt="1"/>
          </p:nvPr>
        </p:nvSpPr>
        <p:spPr>
          <a:xfrm>
            <a:off x="1326515" y="2011680"/>
            <a:ext cx="2651760" cy="914400"/>
          </a:xfrm>
        </p:spPr>
        <p:txBody>
          <a:bodyPr>
            <a:noAutofit/>
          </a:bodyPr>
          <a:lstStyle>
            <a:lvl1pPr marL="0" indent="0">
              <a:spcBef>
                <a:spcPts val="0"/>
              </a:spcBef>
              <a:buFontTx/>
              <a:buNone/>
              <a:defRPr sz="1600" b="1">
                <a:latin typeface="Aptos Light" panose="020B0004020202020204" pitchFamily="34" charset="0"/>
              </a:defRPr>
            </a:lvl1pPr>
            <a:lvl2pPr marL="0" indent="0">
              <a:spcBef>
                <a:spcPts val="0"/>
              </a:spcBef>
              <a:buFontTx/>
              <a:buNone/>
              <a:defRPr sz="1400">
                <a:latin typeface="Aptos Light" panose="020B0004020202020204" pitchFamily="34" charset="0"/>
              </a:defRPr>
            </a:lvl2pPr>
            <a:lvl3pPr marL="0" indent="0">
              <a:spcBef>
                <a:spcPts val="0"/>
              </a:spcBef>
              <a:buFontTx/>
              <a:buNone/>
              <a:defRPr sz="1400">
                <a:latin typeface="Aptos Light" panose="020B0004020202020204" pitchFamily="34" charset="0"/>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19" name="Text Placeholder 4">
            <a:extLst>
              <a:ext uri="{FF2B5EF4-FFF2-40B4-BE49-F238E27FC236}">
                <a16:creationId xmlns:a16="http://schemas.microsoft.com/office/drawing/2014/main" id="{DC00CE7C-F603-9045-B3E9-0BC59BC1ECC2}"/>
              </a:ext>
            </a:extLst>
          </p:cNvPr>
          <p:cNvSpPr>
            <a:spLocks noGrp="1"/>
          </p:cNvSpPr>
          <p:nvPr>
            <p:ph type="body" sz="quarter" idx="15" hasCustomPrompt="1"/>
          </p:nvPr>
        </p:nvSpPr>
        <p:spPr>
          <a:xfrm>
            <a:off x="365123" y="3475990"/>
            <a:ext cx="822960" cy="914400"/>
          </a:xfrm>
        </p:spPr>
        <p:txBody>
          <a:bodyPr wrap="none">
            <a:noAutofit/>
          </a:bodyPr>
          <a:lstStyle>
            <a:lvl1pPr marL="0" indent="0">
              <a:lnSpc>
                <a:spcPct val="85000"/>
              </a:lnSpc>
              <a:spcBef>
                <a:spcPts val="0"/>
              </a:spcBef>
              <a:buNone/>
              <a:defRPr sz="6000" spc="-300" baseline="0">
                <a:solidFill>
                  <a:schemeClr val="tx1"/>
                </a:solidFill>
                <a:latin typeface="Aptos Light" panose="020B0004020202020204" pitchFamily="34" charset="0"/>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a:t>00</a:t>
            </a:r>
          </a:p>
        </p:txBody>
      </p:sp>
      <p:sp>
        <p:nvSpPr>
          <p:cNvPr id="20" name="Text Placeholder 5">
            <a:extLst>
              <a:ext uri="{FF2B5EF4-FFF2-40B4-BE49-F238E27FC236}">
                <a16:creationId xmlns:a16="http://schemas.microsoft.com/office/drawing/2014/main" id="{C0628A18-A089-6F47-A491-6679F8BE5241}"/>
              </a:ext>
            </a:extLst>
          </p:cNvPr>
          <p:cNvSpPr>
            <a:spLocks noGrp="1"/>
          </p:cNvSpPr>
          <p:nvPr>
            <p:ph type="body" sz="quarter" idx="16" hasCustomPrompt="1"/>
          </p:nvPr>
        </p:nvSpPr>
        <p:spPr>
          <a:xfrm>
            <a:off x="1326515" y="3475990"/>
            <a:ext cx="2651760" cy="914400"/>
          </a:xfrm>
        </p:spPr>
        <p:txBody>
          <a:bodyPr>
            <a:noAutofit/>
          </a:bodyPr>
          <a:lstStyle>
            <a:lvl1pPr marL="0" indent="0">
              <a:spcBef>
                <a:spcPts val="0"/>
              </a:spcBef>
              <a:buFontTx/>
              <a:buNone/>
              <a:defRPr sz="1600" b="1">
                <a:latin typeface="Aptos Light" panose="020B0004020202020204" pitchFamily="34" charset="0"/>
              </a:defRPr>
            </a:lvl1pPr>
            <a:lvl2pPr marL="0" indent="0">
              <a:spcBef>
                <a:spcPts val="0"/>
              </a:spcBef>
              <a:buFontTx/>
              <a:buNone/>
              <a:defRPr sz="1400">
                <a:latin typeface="Aptos Light" panose="020B0004020202020204" pitchFamily="34" charset="0"/>
              </a:defRPr>
            </a:lvl2pPr>
            <a:lvl3pPr marL="0" indent="0">
              <a:spcBef>
                <a:spcPts val="0"/>
              </a:spcBef>
              <a:buFontTx/>
              <a:buNone/>
              <a:defRPr sz="1400">
                <a:latin typeface="Aptos Light" panose="020B0004020202020204" pitchFamily="34" charset="0"/>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1" name="Text Placeholder 6">
            <a:extLst>
              <a:ext uri="{FF2B5EF4-FFF2-40B4-BE49-F238E27FC236}">
                <a16:creationId xmlns:a16="http://schemas.microsoft.com/office/drawing/2014/main" id="{EFFB5F26-8403-E649-811E-04B388EA4886}"/>
              </a:ext>
            </a:extLst>
          </p:cNvPr>
          <p:cNvSpPr>
            <a:spLocks noGrp="1"/>
          </p:cNvSpPr>
          <p:nvPr>
            <p:ph type="body" sz="quarter" idx="17" hasCustomPrompt="1"/>
          </p:nvPr>
        </p:nvSpPr>
        <p:spPr>
          <a:xfrm>
            <a:off x="365123" y="4940300"/>
            <a:ext cx="822960" cy="914400"/>
          </a:xfrm>
        </p:spPr>
        <p:txBody>
          <a:bodyPr wrap="none">
            <a:noAutofit/>
          </a:bodyPr>
          <a:lstStyle>
            <a:lvl1pPr marL="0" indent="0">
              <a:lnSpc>
                <a:spcPct val="85000"/>
              </a:lnSpc>
              <a:spcBef>
                <a:spcPts val="0"/>
              </a:spcBef>
              <a:buNone/>
              <a:defRPr sz="6000" spc="-300" baseline="0">
                <a:solidFill>
                  <a:schemeClr val="tx1"/>
                </a:solidFill>
                <a:latin typeface="Aptos Light" panose="020B0004020202020204" pitchFamily="34" charset="0"/>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a:t>00</a:t>
            </a:r>
          </a:p>
        </p:txBody>
      </p:sp>
      <p:sp>
        <p:nvSpPr>
          <p:cNvPr id="22" name="Text Placeholder 7">
            <a:extLst>
              <a:ext uri="{FF2B5EF4-FFF2-40B4-BE49-F238E27FC236}">
                <a16:creationId xmlns:a16="http://schemas.microsoft.com/office/drawing/2014/main" id="{98801EC4-DC77-D74D-AAE3-D3242E7C6BED}"/>
              </a:ext>
            </a:extLst>
          </p:cNvPr>
          <p:cNvSpPr>
            <a:spLocks noGrp="1"/>
          </p:cNvSpPr>
          <p:nvPr>
            <p:ph type="body" sz="quarter" idx="18" hasCustomPrompt="1"/>
          </p:nvPr>
        </p:nvSpPr>
        <p:spPr>
          <a:xfrm>
            <a:off x="1326515" y="4940300"/>
            <a:ext cx="2651760" cy="914400"/>
          </a:xfrm>
        </p:spPr>
        <p:txBody>
          <a:bodyPr>
            <a:noAutofit/>
          </a:bodyPr>
          <a:lstStyle>
            <a:lvl1pPr marL="0" indent="0">
              <a:spcBef>
                <a:spcPts val="0"/>
              </a:spcBef>
              <a:buFontTx/>
              <a:buNone/>
              <a:defRPr sz="1600" b="1">
                <a:latin typeface="Aptos Light" panose="020B0004020202020204" pitchFamily="34" charset="0"/>
              </a:defRPr>
            </a:lvl1pPr>
            <a:lvl2pPr marL="0" indent="0">
              <a:spcBef>
                <a:spcPts val="0"/>
              </a:spcBef>
              <a:buFontTx/>
              <a:buNone/>
              <a:defRPr sz="1400">
                <a:latin typeface="Aptos Light" panose="020B0004020202020204" pitchFamily="34" charset="0"/>
              </a:defRPr>
            </a:lvl2pPr>
            <a:lvl3pPr marL="0" indent="0">
              <a:spcBef>
                <a:spcPts val="0"/>
              </a:spcBef>
              <a:buFontTx/>
              <a:buNone/>
              <a:defRPr sz="1400">
                <a:latin typeface="Aptos Light" panose="020B0004020202020204" pitchFamily="34" charset="0"/>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3" name="Text Placeholder 8">
            <a:extLst>
              <a:ext uri="{FF2B5EF4-FFF2-40B4-BE49-F238E27FC236}">
                <a16:creationId xmlns:a16="http://schemas.microsoft.com/office/drawing/2014/main" id="{597A8856-BC59-544B-96DE-A55B095CAB79}"/>
              </a:ext>
            </a:extLst>
          </p:cNvPr>
          <p:cNvSpPr>
            <a:spLocks noGrp="1"/>
          </p:cNvSpPr>
          <p:nvPr>
            <p:ph type="body" sz="quarter" idx="19" hasCustomPrompt="1"/>
          </p:nvPr>
        </p:nvSpPr>
        <p:spPr>
          <a:xfrm>
            <a:off x="4287264" y="2011680"/>
            <a:ext cx="822960" cy="914400"/>
          </a:xfrm>
        </p:spPr>
        <p:txBody>
          <a:bodyPr wrap="none">
            <a:noAutofit/>
          </a:bodyPr>
          <a:lstStyle>
            <a:lvl1pPr marL="0" indent="0">
              <a:lnSpc>
                <a:spcPct val="85000"/>
              </a:lnSpc>
              <a:spcBef>
                <a:spcPts val="0"/>
              </a:spcBef>
              <a:buNone/>
              <a:defRPr sz="6000" spc="-300" baseline="0">
                <a:solidFill>
                  <a:schemeClr val="tx1"/>
                </a:solidFill>
                <a:latin typeface="Aptos Light" panose="020B0004020202020204" pitchFamily="34" charset="0"/>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a:t>00</a:t>
            </a:r>
          </a:p>
        </p:txBody>
      </p:sp>
      <p:sp>
        <p:nvSpPr>
          <p:cNvPr id="24" name="Text Placeholder 9">
            <a:extLst>
              <a:ext uri="{FF2B5EF4-FFF2-40B4-BE49-F238E27FC236}">
                <a16:creationId xmlns:a16="http://schemas.microsoft.com/office/drawing/2014/main" id="{D5E8C215-DFA8-314E-AA9B-6F0CF07C9CE8}"/>
              </a:ext>
            </a:extLst>
          </p:cNvPr>
          <p:cNvSpPr>
            <a:spLocks noGrp="1"/>
          </p:cNvSpPr>
          <p:nvPr>
            <p:ph type="body" sz="quarter" idx="20" hasCustomPrompt="1"/>
          </p:nvPr>
        </p:nvSpPr>
        <p:spPr>
          <a:xfrm>
            <a:off x="5248656" y="2011680"/>
            <a:ext cx="2651760" cy="914400"/>
          </a:xfrm>
        </p:spPr>
        <p:txBody>
          <a:bodyPr>
            <a:noAutofit/>
          </a:bodyPr>
          <a:lstStyle>
            <a:lvl1pPr marL="0" indent="0">
              <a:spcBef>
                <a:spcPts val="0"/>
              </a:spcBef>
              <a:buFontTx/>
              <a:buNone/>
              <a:defRPr sz="1600" b="1">
                <a:latin typeface="Aptos Light" panose="020B0004020202020204" pitchFamily="34" charset="0"/>
              </a:defRPr>
            </a:lvl1pPr>
            <a:lvl2pPr marL="0" indent="0">
              <a:spcBef>
                <a:spcPts val="0"/>
              </a:spcBef>
              <a:buFontTx/>
              <a:buNone/>
              <a:defRPr sz="1400">
                <a:latin typeface="Aptos Light" panose="020B0004020202020204" pitchFamily="34" charset="0"/>
              </a:defRPr>
            </a:lvl2pPr>
            <a:lvl3pPr marL="0" indent="0">
              <a:spcBef>
                <a:spcPts val="0"/>
              </a:spcBef>
              <a:buFontTx/>
              <a:buNone/>
              <a:defRPr sz="1400">
                <a:latin typeface="Aptos Light" panose="020B0004020202020204" pitchFamily="34" charset="0"/>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6" name="Text Placeholder 10">
            <a:extLst>
              <a:ext uri="{FF2B5EF4-FFF2-40B4-BE49-F238E27FC236}">
                <a16:creationId xmlns:a16="http://schemas.microsoft.com/office/drawing/2014/main" id="{584E3269-C598-3841-9F27-6E228580405E}"/>
              </a:ext>
            </a:extLst>
          </p:cNvPr>
          <p:cNvSpPr>
            <a:spLocks noGrp="1"/>
          </p:cNvSpPr>
          <p:nvPr>
            <p:ph type="body" sz="quarter" idx="21" hasCustomPrompt="1"/>
          </p:nvPr>
        </p:nvSpPr>
        <p:spPr>
          <a:xfrm>
            <a:off x="4287264" y="3475990"/>
            <a:ext cx="822960" cy="914400"/>
          </a:xfrm>
        </p:spPr>
        <p:txBody>
          <a:bodyPr wrap="none">
            <a:noAutofit/>
          </a:bodyPr>
          <a:lstStyle>
            <a:lvl1pPr marL="0" indent="0">
              <a:lnSpc>
                <a:spcPct val="85000"/>
              </a:lnSpc>
              <a:spcBef>
                <a:spcPts val="0"/>
              </a:spcBef>
              <a:buNone/>
              <a:defRPr sz="6000" spc="-300" baseline="0">
                <a:solidFill>
                  <a:schemeClr val="tx1"/>
                </a:solidFill>
                <a:latin typeface="Aptos Light" panose="020B0004020202020204" pitchFamily="34" charset="0"/>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a:t>00</a:t>
            </a:r>
          </a:p>
        </p:txBody>
      </p:sp>
      <p:sp>
        <p:nvSpPr>
          <p:cNvPr id="27" name="Text Placeholder 11">
            <a:extLst>
              <a:ext uri="{FF2B5EF4-FFF2-40B4-BE49-F238E27FC236}">
                <a16:creationId xmlns:a16="http://schemas.microsoft.com/office/drawing/2014/main" id="{9721531C-68EA-984A-B4CF-EAD1792E8631}"/>
              </a:ext>
            </a:extLst>
          </p:cNvPr>
          <p:cNvSpPr>
            <a:spLocks noGrp="1"/>
          </p:cNvSpPr>
          <p:nvPr>
            <p:ph type="body" sz="quarter" idx="22" hasCustomPrompt="1"/>
          </p:nvPr>
        </p:nvSpPr>
        <p:spPr>
          <a:xfrm>
            <a:off x="5248656" y="3475990"/>
            <a:ext cx="2651760" cy="914400"/>
          </a:xfrm>
        </p:spPr>
        <p:txBody>
          <a:bodyPr>
            <a:noAutofit/>
          </a:bodyPr>
          <a:lstStyle>
            <a:lvl1pPr marL="0" indent="0">
              <a:spcBef>
                <a:spcPts val="0"/>
              </a:spcBef>
              <a:buFontTx/>
              <a:buNone/>
              <a:defRPr sz="1600" b="1">
                <a:latin typeface="Aptos Light" panose="020B0004020202020204" pitchFamily="34" charset="0"/>
              </a:defRPr>
            </a:lvl1pPr>
            <a:lvl2pPr marL="0" indent="0">
              <a:spcBef>
                <a:spcPts val="0"/>
              </a:spcBef>
              <a:buFontTx/>
              <a:buNone/>
              <a:defRPr sz="1400">
                <a:latin typeface="Aptos Light" panose="020B0004020202020204" pitchFamily="34" charset="0"/>
              </a:defRPr>
            </a:lvl2pPr>
            <a:lvl3pPr marL="0" indent="0">
              <a:spcBef>
                <a:spcPts val="0"/>
              </a:spcBef>
              <a:buFontTx/>
              <a:buNone/>
              <a:defRPr sz="1400">
                <a:latin typeface="Aptos Light" panose="020B0004020202020204" pitchFamily="34" charset="0"/>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8" name="Text Placeholder 12">
            <a:extLst>
              <a:ext uri="{FF2B5EF4-FFF2-40B4-BE49-F238E27FC236}">
                <a16:creationId xmlns:a16="http://schemas.microsoft.com/office/drawing/2014/main" id="{A0F39328-38EB-7E43-9CB2-DE7D43933326}"/>
              </a:ext>
            </a:extLst>
          </p:cNvPr>
          <p:cNvSpPr>
            <a:spLocks noGrp="1"/>
          </p:cNvSpPr>
          <p:nvPr>
            <p:ph type="body" sz="quarter" idx="23" hasCustomPrompt="1"/>
          </p:nvPr>
        </p:nvSpPr>
        <p:spPr>
          <a:xfrm>
            <a:off x="4287264" y="4940300"/>
            <a:ext cx="822960" cy="914400"/>
          </a:xfrm>
        </p:spPr>
        <p:txBody>
          <a:bodyPr wrap="none">
            <a:noAutofit/>
          </a:bodyPr>
          <a:lstStyle>
            <a:lvl1pPr marL="0" indent="0">
              <a:lnSpc>
                <a:spcPct val="85000"/>
              </a:lnSpc>
              <a:spcBef>
                <a:spcPts val="0"/>
              </a:spcBef>
              <a:buNone/>
              <a:defRPr sz="6000" spc="-300" baseline="0">
                <a:solidFill>
                  <a:schemeClr val="tx1"/>
                </a:solidFill>
                <a:latin typeface="Aptos Light" panose="020B0004020202020204" pitchFamily="34" charset="0"/>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a:t>00</a:t>
            </a:r>
          </a:p>
        </p:txBody>
      </p:sp>
      <p:sp>
        <p:nvSpPr>
          <p:cNvPr id="29" name="Text Placeholder 13">
            <a:extLst>
              <a:ext uri="{FF2B5EF4-FFF2-40B4-BE49-F238E27FC236}">
                <a16:creationId xmlns:a16="http://schemas.microsoft.com/office/drawing/2014/main" id="{332D11D1-B674-1E45-AACA-52B44BDFE76C}"/>
              </a:ext>
            </a:extLst>
          </p:cNvPr>
          <p:cNvSpPr>
            <a:spLocks noGrp="1"/>
          </p:cNvSpPr>
          <p:nvPr>
            <p:ph type="body" sz="quarter" idx="24" hasCustomPrompt="1"/>
          </p:nvPr>
        </p:nvSpPr>
        <p:spPr>
          <a:xfrm>
            <a:off x="5248656" y="4940300"/>
            <a:ext cx="2651760" cy="914400"/>
          </a:xfrm>
        </p:spPr>
        <p:txBody>
          <a:bodyPr>
            <a:noAutofit/>
          </a:bodyPr>
          <a:lstStyle>
            <a:lvl1pPr marL="0" indent="0">
              <a:spcBef>
                <a:spcPts val="0"/>
              </a:spcBef>
              <a:buFontTx/>
              <a:buNone/>
              <a:defRPr sz="1600" b="1">
                <a:latin typeface="Aptos Light" panose="020B0004020202020204" pitchFamily="34" charset="0"/>
              </a:defRPr>
            </a:lvl1pPr>
            <a:lvl2pPr marL="0" indent="0">
              <a:spcBef>
                <a:spcPts val="0"/>
              </a:spcBef>
              <a:buFontTx/>
              <a:buNone/>
              <a:defRPr sz="1400">
                <a:latin typeface="Aptos Light" panose="020B0004020202020204" pitchFamily="34" charset="0"/>
              </a:defRPr>
            </a:lvl2pPr>
            <a:lvl3pPr marL="0" indent="0">
              <a:spcBef>
                <a:spcPts val="0"/>
              </a:spcBef>
              <a:buFontTx/>
              <a:buNone/>
              <a:defRPr sz="1400">
                <a:latin typeface="Aptos Light" panose="020B0004020202020204" pitchFamily="34" charset="0"/>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30" name="Text Placeholder 14">
            <a:extLst>
              <a:ext uri="{FF2B5EF4-FFF2-40B4-BE49-F238E27FC236}">
                <a16:creationId xmlns:a16="http://schemas.microsoft.com/office/drawing/2014/main" id="{12885F1B-631D-C34B-96AD-D266BC1B1CAE}"/>
              </a:ext>
            </a:extLst>
          </p:cNvPr>
          <p:cNvSpPr>
            <a:spLocks noGrp="1"/>
          </p:cNvSpPr>
          <p:nvPr>
            <p:ph type="body" sz="quarter" idx="25" hasCustomPrompt="1"/>
          </p:nvPr>
        </p:nvSpPr>
        <p:spPr>
          <a:xfrm>
            <a:off x="8210040" y="2011680"/>
            <a:ext cx="822960" cy="914400"/>
          </a:xfrm>
        </p:spPr>
        <p:txBody>
          <a:bodyPr wrap="none">
            <a:noAutofit/>
          </a:bodyPr>
          <a:lstStyle>
            <a:lvl1pPr marL="0" indent="0">
              <a:lnSpc>
                <a:spcPct val="85000"/>
              </a:lnSpc>
              <a:spcBef>
                <a:spcPts val="0"/>
              </a:spcBef>
              <a:buNone/>
              <a:defRPr sz="6000" spc="-300" baseline="0">
                <a:solidFill>
                  <a:schemeClr val="tx1"/>
                </a:solidFill>
                <a:latin typeface="Aptos Light" panose="020B0004020202020204" pitchFamily="34" charset="0"/>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a:t>00</a:t>
            </a:r>
          </a:p>
        </p:txBody>
      </p:sp>
      <p:sp>
        <p:nvSpPr>
          <p:cNvPr id="31" name="Text Placeholder 15">
            <a:extLst>
              <a:ext uri="{FF2B5EF4-FFF2-40B4-BE49-F238E27FC236}">
                <a16:creationId xmlns:a16="http://schemas.microsoft.com/office/drawing/2014/main" id="{2F4A84C8-20C8-8345-8106-0CB618E2682C}"/>
              </a:ext>
            </a:extLst>
          </p:cNvPr>
          <p:cNvSpPr>
            <a:spLocks noGrp="1"/>
          </p:cNvSpPr>
          <p:nvPr>
            <p:ph type="body" sz="quarter" idx="26" hasCustomPrompt="1"/>
          </p:nvPr>
        </p:nvSpPr>
        <p:spPr>
          <a:xfrm>
            <a:off x="9171432" y="2011680"/>
            <a:ext cx="2651760" cy="914400"/>
          </a:xfrm>
        </p:spPr>
        <p:txBody>
          <a:bodyPr>
            <a:noAutofit/>
          </a:bodyPr>
          <a:lstStyle>
            <a:lvl1pPr marL="0" indent="0">
              <a:spcBef>
                <a:spcPts val="0"/>
              </a:spcBef>
              <a:buFontTx/>
              <a:buNone/>
              <a:defRPr sz="1600" b="1">
                <a:latin typeface="Aptos Light" panose="020B0004020202020204" pitchFamily="34" charset="0"/>
              </a:defRPr>
            </a:lvl1pPr>
            <a:lvl2pPr marL="0" indent="0">
              <a:spcBef>
                <a:spcPts val="0"/>
              </a:spcBef>
              <a:buFontTx/>
              <a:buNone/>
              <a:defRPr sz="1400">
                <a:latin typeface="Aptos Light" panose="020B0004020202020204" pitchFamily="34" charset="0"/>
              </a:defRPr>
            </a:lvl2pPr>
            <a:lvl3pPr marL="0" indent="0">
              <a:spcBef>
                <a:spcPts val="0"/>
              </a:spcBef>
              <a:buFontTx/>
              <a:buNone/>
              <a:defRPr sz="1400">
                <a:latin typeface="Aptos Light" panose="020B0004020202020204" pitchFamily="34" charset="0"/>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32" name="Text Placeholder 16">
            <a:extLst>
              <a:ext uri="{FF2B5EF4-FFF2-40B4-BE49-F238E27FC236}">
                <a16:creationId xmlns:a16="http://schemas.microsoft.com/office/drawing/2014/main" id="{821610F8-8CE7-9343-B496-FCC4D9C5D5D7}"/>
              </a:ext>
            </a:extLst>
          </p:cNvPr>
          <p:cNvSpPr>
            <a:spLocks noGrp="1"/>
          </p:cNvSpPr>
          <p:nvPr>
            <p:ph type="body" sz="quarter" idx="27" hasCustomPrompt="1"/>
          </p:nvPr>
        </p:nvSpPr>
        <p:spPr>
          <a:xfrm>
            <a:off x="8210040" y="3475990"/>
            <a:ext cx="822960" cy="914400"/>
          </a:xfrm>
        </p:spPr>
        <p:txBody>
          <a:bodyPr wrap="none">
            <a:noAutofit/>
          </a:bodyPr>
          <a:lstStyle>
            <a:lvl1pPr marL="0" indent="0">
              <a:lnSpc>
                <a:spcPct val="85000"/>
              </a:lnSpc>
              <a:spcBef>
                <a:spcPts val="0"/>
              </a:spcBef>
              <a:buNone/>
              <a:defRPr sz="6000" spc="-300" baseline="0">
                <a:solidFill>
                  <a:schemeClr val="tx1"/>
                </a:solidFill>
                <a:latin typeface="Aptos Light" panose="020B0004020202020204" pitchFamily="34" charset="0"/>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a:t>00</a:t>
            </a:r>
          </a:p>
        </p:txBody>
      </p:sp>
      <p:sp>
        <p:nvSpPr>
          <p:cNvPr id="33" name="Text Placeholder 17">
            <a:extLst>
              <a:ext uri="{FF2B5EF4-FFF2-40B4-BE49-F238E27FC236}">
                <a16:creationId xmlns:a16="http://schemas.microsoft.com/office/drawing/2014/main" id="{EB8F9E72-51E8-ED42-B820-2E886AED336E}"/>
              </a:ext>
            </a:extLst>
          </p:cNvPr>
          <p:cNvSpPr>
            <a:spLocks noGrp="1"/>
          </p:cNvSpPr>
          <p:nvPr>
            <p:ph type="body" sz="quarter" idx="28" hasCustomPrompt="1"/>
          </p:nvPr>
        </p:nvSpPr>
        <p:spPr>
          <a:xfrm>
            <a:off x="9171432" y="3475990"/>
            <a:ext cx="2651760" cy="914400"/>
          </a:xfrm>
        </p:spPr>
        <p:txBody>
          <a:bodyPr>
            <a:noAutofit/>
          </a:bodyPr>
          <a:lstStyle>
            <a:lvl1pPr marL="0" indent="0">
              <a:spcBef>
                <a:spcPts val="0"/>
              </a:spcBef>
              <a:buFontTx/>
              <a:buNone/>
              <a:defRPr sz="1600" b="1">
                <a:latin typeface="Aptos Light" panose="020B0004020202020204" pitchFamily="34" charset="0"/>
              </a:defRPr>
            </a:lvl1pPr>
            <a:lvl2pPr marL="0" indent="0">
              <a:spcBef>
                <a:spcPts val="0"/>
              </a:spcBef>
              <a:buFontTx/>
              <a:buNone/>
              <a:defRPr sz="1400">
                <a:latin typeface="Aptos Light" panose="020B0004020202020204" pitchFamily="34" charset="0"/>
              </a:defRPr>
            </a:lvl2pPr>
            <a:lvl3pPr marL="0" indent="0">
              <a:spcBef>
                <a:spcPts val="0"/>
              </a:spcBef>
              <a:buFontTx/>
              <a:buNone/>
              <a:defRPr sz="1400">
                <a:latin typeface="Aptos Light" panose="020B0004020202020204" pitchFamily="34" charset="0"/>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34" name="Text Placeholder 18">
            <a:extLst>
              <a:ext uri="{FF2B5EF4-FFF2-40B4-BE49-F238E27FC236}">
                <a16:creationId xmlns:a16="http://schemas.microsoft.com/office/drawing/2014/main" id="{A9634672-75E2-F144-A6B5-F38AE7EEF7F8}"/>
              </a:ext>
            </a:extLst>
          </p:cNvPr>
          <p:cNvSpPr>
            <a:spLocks noGrp="1"/>
          </p:cNvSpPr>
          <p:nvPr>
            <p:ph type="body" sz="quarter" idx="29" hasCustomPrompt="1"/>
          </p:nvPr>
        </p:nvSpPr>
        <p:spPr>
          <a:xfrm>
            <a:off x="8210040" y="4940300"/>
            <a:ext cx="822960" cy="914400"/>
          </a:xfrm>
        </p:spPr>
        <p:txBody>
          <a:bodyPr wrap="none">
            <a:noAutofit/>
          </a:bodyPr>
          <a:lstStyle>
            <a:lvl1pPr marL="0" indent="0">
              <a:lnSpc>
                <a:spcPct val="85000"/>
              </a:lnSpc>
              <a:spcBef>
                <a:spcPts val="0"/>
              </a:spcBef>
              <a:buNone/>
              <a:defRPr sz="6000" spc="-300" baseline="0">
                <a:solidFill>
                  <a:schemeClr val="tx1"/>
                </a:solidFill>
                <a:latin typeface="Aptos Light" panose="020B0004020202020204" pitchFamily="34" charset="0"/>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a:t>00</a:t>
            </a:r>
          </a:p>
        </p:txBody>
      </p:sp>
      <p:sp>
        <p:nvSpPr>
          <p:cNvPr id="35" name="Text Placeholder 19">
            <a:extLst>
              <a:ext uri="{FF2B5EF4-FFF2-40B4-BE49-F238E27FC236}">
                <a16:creationId xmlns:a16="http://schemas.microsoft.com/office/drawing/2014/main" id="{60E4E1B8-67AC-DB4C-9F68-51E2CCF3AB02}"/>
              </a:ext>
            </a:extLst>
          </p:cNvPr>
          <p:cNvSpPr>
            <a:spLocks noGrp="1"/>
          </p:cNvSpPr>
          <p:nvPr>
            <p:ph type="body" sz="quarter" idx="30" hasCustomPrompt="1"/>
          </p:nvPr>
        </p:nvSpPr>
        <p:spPr>
          <a:xfrm>
            <a:off x="9171432" y="4940300"/>
            <a:ext cx="2651760" cy="914400"/>
          </a:xfrm>
        </p:spPr>
        <p:txBody>
          <a:bodyPr>
            <a:noAutofit/>
          </a:bodyPr>
          <a:lstStyle>
            <a:lvl1pPr marL="0" indent="0">
              <a:spcBef>
                <a:spcPts val="0"/>
              </a:spcBef>
              <a:buFontTx/>
              <a:buNone/>
              <a:defRPr sz="1600" b="1">
                <a:latin typeface="Aptos Light" panose="020B0004020202020204" pitchFamily="34" charset="0"/>
              </a:defRPr>
            </a:lvl1pPr>
            <a:lvl2pPr marL="0" indent="0">
              <a:spcBef>
                <a:spcPts val="0"/>
              </a:spcBef>
              <a:buFontTx/>
              <a:buNone/>
              <a:defRPr sz="1400">
                <a:latin typeface="Aptos Light" panose="020B0004020202020204" pitchFamily="34" charset="0"/>
              </a:defRPr>
            </a:lvl2pPr>
            <a:lvl3pPr marL="0" indent="0">
              <a:spcBef>
                <a:spcPts val="0"/>
              </a:spcBef>
              <a:buFontTx/>
              <a:buNone/>
              <a:defRPr sz="1400">
                <a:latin typeface="Aptos Light" panose="020B0004020202020204" pitchFamily="34" charset="0"/>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Tree>
    <p:extLst>
      <p:ext uri="{BB962C8B-B14F-4D97-AF65-F5344CB8AC3E}">
        <p14:creationId xmlns:p14="http://schemas.microsoft.com/office/powerpoint/2010/main" val="42783804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506" userDrawn="1">
          <p15:clr>
            <a:srgbClr val="FBAE40"/>
          </p15:clr>
        </p15:guide>
        <p15:guide id="2" pos="2700" userDrawn="1">
          <p15:clr>
            <a:srgbClr val="FBAE40"/>
          </p15:clr>
        </p15:guide>
        <p15:guide id="3" orient="horz" pos="1266" userDrawn="1">
          <p15:clr>
            <a:srgbClr val="FBAE40"/>
          </p15:clr>
        </p15:guide>
        <p15:guide id="5" orient="horz" pos="4148" userDrawn="1">
          <p15:clr>
            <a:srgbClr val="FBAE40"/>
          </p15:clr>
        </p15:guide>
        <p15:guide id="6" pos="4978" userDrawn="1">
          <p15:clr>
            <a:srgbClr val="FBAE40"/>
          </p15:clr>
        </p15:guide>
        <p15:guide id="7" pos="5172" userDrawn="1">
          <p15:clr>
            <a:srgbClr val="FBAE40"/>
          </p15:clr>
        </p15:guide>
        <p15:guide id="8" orient="horz" pos="3688"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7D43C-8061-4F4B-A58C-537B44EA7F0E}"/>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a:t>[Slide title]</a:t>
            </a:r>
          </a:p>
        </p:txBody>
      </p:sp>
      <p:sp>
        <p:nvSpPr>
          <p:cNvPr id="3" name="Content Placeholder 2">
            <a:extLst>
              <a:ext uri="{FF2B5EF4-FFF2-40B4-BE49-F238E27FC236}">
                <a16:creationId xmlns:a16="http://schemas.microsoft.com/office/drawing/2014/main" id="{58BCB52D-820B-4886-993D-F1BD3CE0A1BF}"/>
              </a:ext>
            </a:extLst>
          </p:cNvPr>
          <p:cNvSpPr>
            <a:spLocks noGrp="1"/>
          </p:cNvSpPr>
          <p:nvPr>
            <p:ph idx="1"/>
          </p:nvPr>
        </p:nvSpPr>
        <p:spPr>
          <a:xfrm>
            <a:off x="365760" y="1828800"/>
            <a:ext cx="8503920" cy="4251960"/>
          </a:xfrm>
        </p:spPr>
        <p:txBody>
          <a:bodyPr/>
          <a:lstStyle>
            <a:lvl1pPr>
              <a:defRPr>
                <a:latin typeface="Aptos Light" panose="020B0004020202020204" pitchFamily="34" charset="0"/>
              </a:defRPr>
            </a:lvl1pPr>
            <a:lvl2pPr>
              <a:defRPr>
                <a:latin typeface="Aptos Light" panose="020B0004020202020204" pitchFamily="34" charset="0"/>
              </a:defRPr>
            </a:lvl2pPr>
            <a:lvl3pPr>
              <a:defRPr>
                <a:latin typeface="Aptos Light" panose="020B0004020202020204" pitchFamily="34" charset="0"/>
              </a:defRPr>
            </a:lvl3pPr>
            <a:lvl4pPr>
              <a:defRPr>
                <a:latin typeface="Aptos Light" panose="020B0004020202020204" pitchFamily="34" charset="0"/>
              </a:defRPr>
            </a:lvl4pPr>
            <a:lvl5pPr>
              <a:defRPr>
                <a:latin typeface="Aptos Light" panose="020B00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968298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152" userDrawn="1">
          <p15:clr>
            <a:srgbClr val="FBAE40"/>
          </p15:clr>
        </p15:guide>
        <p15:guide id="2" orient="horz" pos="3832" userDrawn="1">
          <p15:clr>
            <a:srgbClr val="FBAE40"/>
          </p15:clr>
        </p15:guide>
        <p15:guide id="3" pos="5588" userDrawn="1">
          <p15:clr>
            <a:srgbClr val="FBAE40"/>
          </p15:clr>
        </p15:guide>
        <p15:guide id="4" orient="horz" pos="4148" userDrawn="1">
          <p15:clr>
            <a:srgbClr val="FBAE40"/>
          </p15:clr>
        </p15:guide>
        <p15:guide id="5" pos="5788"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B6F4C8E8-7E9A-224F-8714-AB4216A9C1A5}"/>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1828800"/>
            <a:ext cx="5577840" cy="4251960"/>
          </a:xfrm>
        </p:spPr>
        <p:txBody>
          <a:bodyPr/>
          <a:lstStyle>
            <a:lvl1pPr>
              <a:defRPr>
                <a:latin typeface="Aptos Light" panose="020B0004020202020204" pitchFamily="34" charset="0"/>
              </a:defRPr>
            </a:lvl1pPr>
            <a:lvl2pPr>
              <a:defRPr>
                <a:latin typeface="Aptos Light" panose="020B0004020202020204" pitchFamily="34" charset="0"/>
              </a:defRPr>
            </a:lvl2pPr>
            <a:lvl3pPr>
              <a:defRPr>
                <a:latin typeface="Aptos Light" panose="020B0004020202020204" pitchFamily="34" charset="0"/>
              </a:defRPr>
            </a:lvl3pPr>
            <a:lvl4pPr>
              <a:defRPr>
                <a:latin typeface="Aptos Light" panose="020B0004020202020204" pitchFamily="34" charset="0"/>
              </a:defRPr>
            </a:lvl4pPr>
            <a:lvl5pPr>
              <a:defRPr>
                <a:latin typeface="Aptos Light" panose="020B00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6245352" y="1828800"/>
            <a:ext cx="5577840" cy="4251960"/>
          </a:xfrm>
        </p:spPr>
        <p:txBody>
          <a:bodyPr/>
          <a:lstStyle>
            <a:lvl1pPr>
              <a:defRPr>
                <a:latin typeface="Aptos Light" panose="020B0004020202020204" pitchFamily="34" charset="0"/>
              </a:defRPr>
            </a:lvl1pPr>
            <a:lvl2pPr>
              <a:defRPr>
                <a:latin typeface="Aptos Light" panose="020B0004020202020204" pitchFamily="34" charset="0"/>
              </a:defRPr>
            </a:lvl2pPr>
            <a:lvl3pPr>
              <a:defRPr>
                <a:latin typeface="Aptos Light" panose="020B0004020202020204" pitchFamily="34" charset="0"/>
              </a:defRPr>
            </a:lvl3pPr>
            <a:lvl4pPr>
              <a:defRPr>
                <a:latin typeface="Aptos Light" panose="020B0004020202020204" pitchFamily="34" charset="0"/>
              </a:defRPr>
            </a:lvl4pPr>
            <a:lvl5pPr>
              <a:defRPr>
                <a:latin typeface="Aptos Light" panose="020B00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639072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744" userDrawn="1">
          <p15:clr>
            <a:srgbClr val="FBAE40"/>
          </p15:clr>
        </p15:guide>
        <p15:guide id="2" pos="3934" userDrawn="1">
          <p15:clr>
            <a:srgbClr val="FBAE40"/>
          </p15:clr>
        </p15:guide>
        <p15:guide id="3" orient="horz" pos="3832" userDrawn="1">
          <p15:clr>
            <a:srgbClr val="FBAE40"/>
          </p15:clr>
        </p15:guide>
        <p15:guide id="4" orient="horz" pos="1152" userDrawn="1">
          <p15:clr>
            <a:srgbClr val="FBAE40"/>
          </p15:clr>
        </p15:guide>
        <p15:guide id="5" orient="horz" pos="4148"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hree Conten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40A65C3A-C556-7B4E-9098-E1FD19D432C7}"/>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1828800"/>
            <a:ext cx="3611880" cy="4251960"/>
          </a:xfrm>
        </p:spPr>
        <p:txBody>
          <a:bodyPr/>
          <a:lstStyle>
            <a:lvl1pPr>
              <a:defRPr>
                <a:latin typeface="Aptos Light" panose="020B0004020202020204" pitchFamily="34" charset="0"/>
              </a:defRPr>
            </a:lvl1pPr>
            <a:lvl2pPr>
              <a:defRPr>
                <a:latin typeface="Aptos Light" panose="020B0004020202020204" pitchFamily="34" charset="0"/>
              </a:defRPr>
            </a:lvl2pPr>
            <a:lvl3pPr>
              <a:defRPr>
                <a:latin typeface="Aptos Light" panose="020B0004020202020204" pitchFamily="34" charset="0"/>
              </a:defRPr>
            </a:lvl3pPr>
            <a:lvl4pPr>
              <a:defRPr>
                <a:latin typeface="Aptos Light" panose="020B0004020202020204" pitchFamily="34" charset="0"/>
              </a:defRPr>
            </a:lvl4pPr>
            <a:lvl5pPr>
              <a:defRPr>
                <a:latin typeface="Aptos Light" panose="020B00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4288536" y="1828800"/>
            <a:ext cx="3611880" cy="4251960"/>
          </a:xfrm>
        </p:spPr>
        <p:txBody>
          <a:bodyPr/>
          <a:lstStyle>
            <a:lvl1pPr>
              <a:defRPr>
                <a:latin typeface="Aptos Light" panose="020B0004020202020204" pitchFamily="34" charset="0"/>
              </a:defRPr>
            </a:lvl1pPr>
            <a:lvl2pPr>
              <a:defRPr>
                <a:latin typeface="Aptos Light" panose="020B0004020202020204" pitchFamily="34" charset="0"/>
              </a:defRPr>
            </a:lvl2pPr>
            <a:lvl3pPr>
              <a:defRPr>
                <a:latin typeface="Aptos Light" panose="020B0004020202020204" pitchFamily="34" charset="0"/>
              </a:defRPr>
            </a:lvl3pPr>
            <a:lvl4pPr>
              <a:defRPr>
                <a:latin typeface="Aptos Light" panose="020B0004020202020204" pitchFamily="34" charset="0"/>
              </a:defRPr>
            </a:lvl4pPr>
            <a:lvl5pPr>
              <a:defRPr>
                <a:latin typeface="Aptos Light" panose="020B00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p:nvPr>
        </p:nvSpPr>
        <p:spPr>
          <a:xfrm>
            <a:off x="8211312" y="1828800"/>
            <a:ext cx="3611880" cy="4251960"/>
          </a:xfrm>
        </p:spPr>
        <p:txBody>
          <a:bodyPr/>
          <a:lstStyle>
            <a:lvl1pPr>
              <a:defRPr>
                <a:latin typeface="Aptos Light" panose="020B0004020202020204" pitchFamily="34" charset="0"/>
              </a:defRPr>
            </a:lvl1pPr>
            <a:lvl2pPr>
              <a:defRPr>
                <a:latin typeface="Aptos Light" panose="020B0004020202020204" pitchFamily="34" charset="0"/>
              </a:defRPr>
            </a:lvl2pPr>
            <a:lvl3pPr>
              <a:defRPr>
                <a:latin typeface="Aptos Light" panose="020B0004020202020204" pitchFamily="34" charset="0"/>
              </a:defRPr>
            </a:lvl3pPr>
            <a:lvl4pPr>
              <a:defRPr>
                <a:latin typeface="Aptos Light" panose="020B0004020202020204" pitchFamily="34" charset="0"/>
              </a:defRPr>
            </a:lvl4pPr>
            <a:lvl5pPr>
              <a:defRPr>
                <a:latin typeface="Aptos Light" panose="020B00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24147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userDrawn="1">
          <p15:clr>
            <a:srgbClr val="FBAE40"/>
          </p15:clr>
        </p15:guide>
        <p15:guide id="2" pos="2506" userDrawn="1">
          <p15:clr>
            <a:srgbClr val="FBAE40"/>
          </p15:clr>
        </p15:guide>
        <p15:guide id="3" pos="4978" userDrawn="1">
          <p15:clr>
            <a:srgbClr val="FBAE40"/>
          </p15:clr>
        </p15:guide>
        <p15:guide id="4" pos="5172" userDrawn="1">
          <p15:clr>
            <a:srgbClr val="FBAE40"/>
          </p15:clr>
        </p15:guide>
        <p15:guide id="5" orient="horz" pos="1152" userDrawn="1">
          <p15:clr>
            <a:srgbClr val="FBAE40"/>
          </p15:clr>
        </p15:guide>
        <p15:guide id="6" orient="horz" pos="3832" userDrawn="1">
          <p15:clr>
            <a:srgbClr val="FBAE40"/>
          </p15:clr>
        </p15:guide>
        <p15:guide id="7" orient="horz" pos="4148"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Four Conten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1828800"/>
            <a:ext cx="2633472" cy="4251960"/>
          </a:xfrm>
        </p:spPr>
        <p:txBody>
          <a:bodyPr>
            <a:normAutofit/>
          </a:bodyPr>
          <a:lstStyle>
            <a:lvl1pPr>
              <a:defRPr sz="1600">
                <a:latin typeface="Aptos Light" panose="020B0004020202020204" pitchFamily="34" charset="0"/>
              </a:defRPr>
            </a:lvl1pPr>
            <a:lvl2pPr>
              <a:defRPr sz="1600">
                <a:latin typeface="Aptos Light" panose="020B0004020202020204" pitchFamily="34" charset="0"/>
              </a:defRPr>
            </a:lvl2pPr>
            <a:lvl3pPr>
              <a:defRPr sz="1600">
                <a:latin typeface="Aptos Light" panose="020B0004020202020204" pitchFamily="34" charset="0"/>
              </a:defRPr>
            </a:lvl3pPr>
            <a:lvl4pPr>
              <a:defRPr sz="1600">
                <a:latin typeface="Aptos Light" panose="020B0004020202020204" pitchFamily="34" charset="0"/>
              </a:defRPr>
            </a:lvl4pPr>
            <a:lvl5pPr>
              <a:defRPr sz="1600">
                <a:latin typeface="Aptos Light" panose="020B0004020202020204" pitchFamily="34" charset="0"/>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3310128" y="1828800"/>
            <a:ext cx="2633472" cy="4251960"/>
          </a:xfrm>
        </p:spPr>
        <p:txBody>
          <a:bodyPr>
            <a:normAutofit/>
          </a:bodyPr>
          <a:lstStyle>
            <a:lvl1pPr>
              <a:defRPr sz="1600">
                <a:latin typeface="Aptos Light" panose="020B0004020202020204" pitchFamily="34" charset="0"/>
              </a:defRPr>
            </a:lvl1pPr>
            <a:lvl2pPr>
              <a:defRPr sz="1600">
                <a:latin typeface="Aptos Light" panose="020B0004020202020204" pitchFamily="34" charset="0"/>
              </a:defRPr>
            </a:lvl2pPr>
            <a:lvl3pPr>
              <a:defRPr sz="1600">
                <a:latin typeface="Aptos Light" panose="020B0004020202020204" pitchFamily="34" charset="0"/>
              </a:defRPr>
            </a:lvl3pPr>
            <a:lvl4pPr>
              <a:defRPr sz="1600">
                <a:latin typeface="Aptos Light" panose="020B0004020202020204" pitchFamily="34" charset="0"/>
              </a:defRPr>
            </a:lvl4pPr>
            <a:lvl5pPr>
              <a:defRPr sz="1600">
                <a:latin typeface="Aptos Light" panose="020B0004020202020204" pitchFamily="34" charset="0"/>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p:nvPr>
        </p:nvSpPr>
        <p:spPr>
          <a:xfrm>
            <a:off x="6245352" y="1828800"/>
            <a:ext cx="2633472" cy="4251960"/>
          </a:xfrm>
        </p:spPr>
        <p:txBody>
          <a:bodyPr>
            <a:normAutofit/>
          </a:bodyPr>
          <a:lstStyle>
            <a:lvl1pPr>
              <a:defRPr sz="1600">
                <a:latin typeface="Aptos Light" panose="020B0004020202020204" pitchFamily="34" charset="0"/>
              </a:defRPr>
            </a:lvl1pPr>
            <a:lvl2pPr>
              <a:defRPr sz="1600">
                <a:latin typeface="Aptos Light" panose="020B0004020202020204" pitchFamily="34" charset="0"/>
              </a:defRPr>
            </a:lvl2pPr>
            <a:lvl3pPr>
              <a:defRPr sz="1600">
                <a:latin typeface="Aptos Light" panose="020B0004020202020204" pitchFamily="34" charset="0"/>
              </a:defRPr>
            </a:lvl3pPr>
            <a:lvl4pPr>
              <a:defRPr sz="1600">
                <a:latin typeface="Aptos Light" panose="020B0004020202020204" pitchFamily="34" charset="0"/>
              </a:defRPr>
            </a:lvl4pPr>
            <a:lvl5pPr>
              <a:defRPr sz="1600">
                <a:latin typeface="Aptos Light" panose="020B0004020202020204" pitchFamily="34" charset="0"/>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5">
            <a:extLst>
              <a:ext uri="{FF2B5EF4-FFF2-40B4-BE49-F238E27FC236}">
                <a16:creationId xmlns:a16="http://schemas.microsoft.com/office/drawing/2014/main" id="{04198CF4-E51B-2147-88D7-1228A1479BFA}"/>
              </a:ext>
            </a:extLst>
          </p:cNvPr>
          <p:cNvSpPr>
            <a:spLocks noGrp="1"/>
          </p:cNvSpPr>
          <p:nvPr>
            <p:ph sz="quarter" idx="14"/>
          </p:nvPr>
        </p:nvSpPr>
        <p:spPr>
          <a:xfrm>
            <a:off x="9189720" y="1828800"/>
            <a:ext cx="2633472" cy="4251960"/>
          </a:xfrm>
        </p:spPr>
        <p:txBody>
          <a:bodyPr>
            <a:normAutofit/>
          </a:bodyPr>
          <a:lstStyle>
            <a:lvl1pPr>
              <a:defRPr sz="1600">
                <a:latin typeface="Aptos Light" panose="020B0004020202020204" pitchFamily="34" charset="0"/>
              </a:defRPr>
            </a:lvl1pPr>
            <a:lvl2pPr>
              <a:defRPr sz="1600">
                <a:latin typeface="Aptos Light" panose="020B0004020202020204" pitchFamily="34" charset="0"/>
              </a:defRPr>
            </a:lvl2pPr>
            <a:lvl3pPr>
              <a:defRPr sz="1600">
                <a:latin typeface="Aptos Light" panose="020B0004020202020204" pitchFamily="34" charset="0"/>
              </a:defRPr>
            </a:lvl3pPr>
            <a:lvl4pPr>
              <a:defRPr sz="1600">
                <a:latin typeface="Aptos Light" panose="020B0004020202020204" pitchFamily="34" charset="0"/>
              </a:defRPr>
            </a:lvl4pPr>
            <a:lvl5pPr>
              <a:defRPr sz="1600">
                <a:latin typeface="Aptos Light" panose="020B0004020202020204" pitchFamily="34" charset="0"/>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509900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084" userDrawn="1">
          <p15:clr>
            <a:srgbClr val="FBAE40"/>
          </p15:clr>
        </p15:guide>
        <p15:guide id="2" pos="1890" userDrawn="1">
          <p15:clr>
            <a:srgbClr val="FBAE40"/>
          </p15:clr>
        </p15:guide>
        <p15:guide id="3" pos="5594" userDrawn="1">
          <p15:clr>
            <a:srgbClr val="FBAE40"/>
          </p15:clr>
        </p15:guide>
        <p15:guide id="4" pos="5788" userDrawn="1">
          <p15:clr>
            <a:srgbClr val="FBAE40"/>
          </p15:clr>
        </p15:guide>
        <p15:guide id="5" pos="3744" userDrawn="1">
          <p15:clr>
            <a:srgbClr val="FBAE40"/>
          </p15:clr>
        </p15:guide>
        <p15:guide id="6" pos="3934" userDrawn="1">
          <p15:clr>
            <a:srgbClr val="FBAE40"/>
          </p15:clr>
        </p15:guide>
        <p15:guide id="7" orient="horz" pos="1152" userDrawn="1">
          <p15:clr>
            <a:srgbClr val="FBAE40"/>
          </p15:clr>
        </p15:guide>
        <p15:guide id="8" orient="horz" pos="3832" userDrawn="1">
          <p15:clr>
            <a:srgbClr val="FBAE40"/>
          </p15:clr>
        </p15:guide>
        <p15:guide id="9" orient="horz" pos="4148"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hree Content with Image">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40A65C3A-C556-7B4E-9098-E1FD19D432C7}"/>
              </a:ext>
            </a:extLst>
          </p:cNvPr>
          <p:cNvSpPr>
            <a:spLocks noGrp="1"/>
          </p:cNvSpPr>
          <p:nvPr>
            <p:ph type="title" hasCustomPrompt="1"/>
          </p:nvPr>
        </p:nvSpPr>
        <p:spPr>
          <a:xfrm>
            <a:off x="365760" y="365760"/>
            <a:ext cx="6004560" cy="1805940"/>
          </a:xfrm>
        </p:spPr>
        <p:txBody>
          <a:bodyPr/>
          <a:lstStyle>
            <a:lvl1pPr>
              <a:defRPr>
                <a:latin typeface="Aptos Light" panose="020B0004020202020204" pitchFamily="34" charset="0"/>
              </a:defRPr>
            </a:lvl1pPr>
          </a:lstStyle>
          <a:p>
            <a:r>
              <a:rPr lang="en-US"/>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hasCustomPrompt="1"/>
          </p:nvPr>
        </p:nvSpPr>
        <p:spPr>
          <a:xfrm>
            <a:off x="365760" y="3848102"/>
            <a:ext cx="3611880" cy="1695448"/>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Add a sub-copy. The recommendation is to use short and concise text in no more than 10 lines.</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hasCustomPrompt="1"/>
          </p:nvPr>
        </p:nvSpPr>
        <p:spPr>
          <a:xfrm>
            <a:off x="4288536" y="3848102"/>
            <a:ext cx="3611880" cy="1695448"/>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Add a sub-copy. The recommendation is to use short and concise text in no more than 10 lines.</a:t>
            </a:r>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hasCustomPrompt="1"/>
          </p:nvPr>
        </p:nvSpPr>
        <p:spPr>
          <a:xfrm>
            <a:off x="8211312" y="3848102"/>
            <a:ext cx="3611880" cy="1695448"/>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Add a sub-copy. The recommendation is to use short and concise text in no more than 10 lines.</a:t>
            </a:r>
          </a:p>
        </p:txBody>
      </p:sp>
      <p:sp>
        <p:nvSpPr>
          <p:cNvPr id="2" name="Picture Placeholder 2">
            <a:extLst>
              <a:ext uri="{FF2B5EF4-FFF2-40B4-BE49-F238E27FC236}">
                <a16:creationId xmlns:a16="http://schemas.microsoft.com/office/drawing/2014/main" id="{6DC060F8-7E0D-F3F3-8508-FCD9FD316FB9}"/>
              </a:ext>
            </a:extLst>
          </p:cNvPr>
          <p:cNvSpPr>
            <a:spLocks noGrp="1"/>
          </p:cNvSpPr>
          <p:nvPr>
            <p:ph type="pic" sz="quarter" idx="16" hasCustomPrompt="1"/>
          </p:nvPr>
        </p:nvSpPr>
        <p:spPr>
          <a:xfrm>
            <a:off x="6979920" y="365760"/>
            <a:ext cx="5212080" cy="2339340"/>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a:t>[Click icon to insert photo]</a:t>
            </a:r>
          </a:p>
        </p:txBody>
      </p:sp>
      <p:sp>
        <p:nvSpPr>
          <p:cNvPr id="20" name="Content Placeholder 2">
            <a:extLst>
              <a:ext uri="{FF2B5EF4-FFF2-40B4-BE49-F238E27FC236}">
                <a16:creationId xmlns:a16="http://schemas.microsoft.com/office/drawing/2014/main" id="{5CD5656A-1AE2-C177-6694-60B5643A5155}"/>
              </a:ext>
            </a:extLst>
          </p:cNvPr>
          <p:cNvSpPr>
            <a:spLocks noGrp="1"/>
          </p:cNvSpPr>
          <p:nvPr>
            <p:ph sz="half" idx="23" hasCustomPrompt="1"/>
          </p:nvPr>
        </p:nvSpPr>
        <p:spPr>
          <a:xfrm>
            <a:off x="365760" y="5646420"/>
            <a:ext cx="7534656" cy="434340"/>
          </a:xfrm>
        </p:spPr>
        <p:txBody>
          <a:bodyPr>
            <a:noAutofit/>
          </a:bodyPr>
          <a:lstStyle>
            <a:lvl1pPr marL="0" indent="0">
              <a:buFontTx/>
              <a:buNone/>
              <a:defRPr sz="18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00% Here you can add an important metric</a:t>
            </a:r>
          </a:p>
        </p:txBody>
      </p:sp>
      <p:sp>
        <p:nvSpPr>
          <p:cNvPr id="24" name="Text Placeholder 23">
            <a:extLst>
              <a:ext uri="{FF2B5EF4-FFF2-40B4-BE49-F238E27FC236}">
                <a16:creationId xmlns:a16="http://schemas.microsoft.com/office/drawing/2014/main" id="{99151199-89C4-C469-2508-71FDE0F98C11}"/>
              </a:ext>
            </a:extLst>
          </p:cNvPr>
          <p:cNvSpPr>
            <a:spLocks noGrp="1"/>
          </p:cNvSpPr>
          <p:nvPr>
            <p:ph type="body" sz="quarter" idx="24" hasCustomPrompt="1"/>
          </p:nvPr>
        </p:nvSpPr>
        <p:spPr>
          <a:xfrm>
            <a:off x="365125" y="3422651"/>
            <a:ext cx="3611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here</a:t>
            </a:r>
          </a:p>
        </p:txBody>
      </p:sp>
      <p:sp>
        <p:nvSpPr>
          <p:cNvPr id="26" name="Text Placeholder 23">
            <a:extLst>
              <a:ext uri="{FF2B5EF4-FFF2-40B4-BE49-F238E27FC236}">
                <a16:creationId xmlns:a16="http://schemas.microsoft.com/office/drawing/2014/main" id="{E87AAFDC-C5F8-9863-E682-0FADD32F75E4}"/>
              </a:ext>
            </a:extLst>
          </p:cNvPr>
          <p:cNvSpPr>
            <a:spLocks noGrp="1"/>
          </p:cNvSpPr>
          <p:nvPr>
            <p:ph type="body" sz="quarter" idx="25" hasCustomPrompt="1"/>
          </p:nvPr>
        </p:nvSpPr>
        <p:spPr>
          <a:xfrm>
            <a:off x="4288853" y="3422651"/>
            <a:ext cx="3611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here</a:t>
            </a:r>
          </a:p>
        </p:txBody>
      </p:sp>
      <p:sp>
        <p:nvSpPr>
          <p:cNvPr id="27" name="Text Placeholder 23">
            <a:extLst>
              <a:ext uri="{FF2B5EF4-FFF2-40B4-BE49-F238E27FC236}">
                <a16:creationId xmlns:a16="http://schemas.microsoft.com/office/drawing/2014/main" id="{DA2E51EC-3B36-0590-AB00-E45EC6E92BCF}"/>
              </a:ext>
            </a:extLst>
          </p:cNvPr>
          <p:cNvSpPr>
            <a:spLocks noGrp="1"/>
          </p:cNvSpPr>
          <p:nvPr>
            <p:ph type="body" sz="quarter" idx="26" hasCustomPrompt="1"/>
          </p:nvPr>
        </p:nvSpPr>
        <p:spPr>
          <a:xfrm>
            <a:off x="8211629" y="3422651"/>
            <a:ext cx="3611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here</a:t>
            </a:r>
          </a:p>
        </p:txBody>
      </p:sp>
      <p:sp>
        <p:nvSpPr>
          <p:cNvPr id="28" name="Text Placeholder 23">
            <a:extLst>
              <a:ext uri="{FF2B5EF4-FFF2-40B4-BE49-F238E27FC236}">
                <a16:creationId xmlns:a16="http://schemas.microsoft.com/office/drawing/2014/main" id="{94C1C36B-116A-E547-B1F9-E6CEB683C177}"/>
              </a:ext>
            </a:extLst>
          </p:cNvPr>
          <p:cNvSpPr>
            <a:spLocks noGrp="1"/>
          </p:cNvSpPr>
          <p:nvPr>
            <p:ph type="body" sz="quarter" idx="27" hasCustomPrompt="1"/>
          </p:nvPr>
        </p:nvSpPr>
        <p:spPr>
          <a:xfrm>
            <a:off x="365125" y="2997200"/>
            <a:ext cx="504000" cy="306000"/>
          </a:xfrm>
        </p:spPr>
        <p:txBody>
          <a:bodyPr>
            <a:noAutofit/>
          </a:bodyPr>
          <a:lstStyle>
            <a:lvl1pPr marL="0" indent="0">
              <a:buFontTx/>
              <a:buNone/>
              <a:defRPr sz="24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01</a:t>
            </a:r>
          </a:p>
        </p:txBody>
      </p:sp>
      <p:sp>
        <p:nvSpPr>
          <p:cNvPr id="29" name="Text Placeholder 23">
            <a:extLst>
              <a:ext uri="{FF2B5EF4-FFF2-40B4-BE49-F238E27FC236}">
                <a16:creationId xmlns:a16="http://schemas.microsoft.com/office/drawing/2014/main" id="{CF9BD2AB-319C-56F6-7068-559A56457FE4}"/>
              </a:ext>
            </a:extLst>
          </p:cNvPr>
          <p:cNvSpPr>
            <a:spLocks noGrp="1"/>
          </p:cNvSpPr>
          <p:nvPr>
            <p:ph type="body" sz="quarter" idx="28" hasCustomPrompt="1"/>
          </p:nvPr>
        </p:nvSpPr>
        <p:spPr>
          <a:xfrm>
            <a:off x="4288853" y="2997200"/>
            <a:ext cx="504000" cy="306000"/>
          </a:xfrm>
        </p:spPr>
        <p:txBody>
          <a:bodyPr>
            <a:noAutofit/>
          </a:bodyPr>
          <a:lstStyle>
            <a:lvl1pPr marL="0" indent="0">
              <a:buFontTx/>
              <a:buNone/>
              <a:defRPr sz="24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02</a:t>
            </a:r>
          </a:p>
        </p:txBody>
      </p:sp>
      <p:sp>
        <p:nvSpPr>
          <p:cNvPr id="30" name="Text Placeholder 23">
            <a:extLst>
              <a:ext uri="{FF2B5EF4-FFF2-40B4-BE49-F238E27FC236}">
                <a16:creationId xmlns:a16="http://schemas.microsoft.com/office/drawing/2014/main" id="{4DC6CF48-B378-99AD-7C8F-7334F036A260}"/>
              </a:ext>
            </a:extLst>
          </p:cNvPr>
          <p:cNvSpPr>
            <a:spLocks noGrp="1"/>
          </p:cNvSpPr>
          <p:nvPr>
            <p:ph type="body" sz="quarter" idx="29" hasCustomPrompt="1"/>
          </p:nvPr>
        </p:nvSpPr>
        <p:spPr>
          <a:xfrm>
            <a:off x="8211629" y="2997200"/>
            <a:ext cx="504000" cy="306000"/>
          </a:xfrm>
        </p:spPr>
        <p:txBody>
          <a:bodyPr>
            <a:noAutofit/>
          </a:bodyPr>
          <a:lstStyle>
            <a:lvl1pPr marL="0" indent="0">
              <a:buFontTx/>
              <a:buNone/>
              <a:defRPr sz="24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03</a:t>
            </a:r>
          </a:p>
        </p:txBody>
      </p:sp>
    </p:spTree>
    <p:extLst>
      <p:ext uri="{BB962C8B-B14F-4D97-AF65-F5344CB8AC3E}">
        <p14:creationId xmlns:p14="http://schemas.microsoft.com/office/powerpoint/2010/main" val="22642739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userDrawn="1">
          <p15:clr>
            <a:srgbClr val="FBAE40"/>
          </p15:clr>
        </p15:guide>
        <p15:guide id="2" pos="2506" userDrawn="1">
          <p15:clr>
            <a:srgbClr val="FBAE40"/>
          </p15:clr>
        </p15:guide>
        <p15:guide id="3" pos="4978" userDrawn="1">
          <p15:clr>
            <a:srgbClr val="FBAE40"/>
          </p15:clr>
        </p15:guide>
        <p15:guide id="4" pos="5172" userDrawn="1">
          <p15:clr>
            <a:srgbClr val="FBAE40"/>
          </p15:clr>
        </p15:guide>
        <p15:guide id="5" orient="horz" pos="1152" userDrawn="1">
          <p15:clr>
            <a:srgbClr val="FBAE40"/>
          </p15:clr>
        </p15:guide>
        <p15:guide id="6" orient="horz" pos="3832" userDrawn="1">
          <p15:clr>
            <a:srgbClr val="FBAE40"/>
          </p15:clr>
        </p15:guide>
        <p15:guide id="7" orient="horz" pos="4148" userDrawn="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hree Content with Image 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9E2B331-B0E6-E050-A108-F924CD8C4B87}"/>
              </a:ext>
            </a:extLst>
          </p:cNvPr>
          <p:cNvSpPr/>
          <p:nvPr/>
        </p:nvSpPr>
        <p:spPr>
          <a:xfrm>
            <a:off x="0" y="0"/>
            <a:ext cx="12192000" cy="6858000"/>
          </a:xfrm>
          <a:prstGeom prst="rect">
            <a:avLst/>
          </a:prstGeom>
          <a:solidFill>
            <a:srgbClr val="F2F7F8"/>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latin typeface="Aptos Light" panose="020B0004020202020204" pitchFamily="34" charset="0"/>
            </a:endParaRPr>
          </a:p>
        </p:txBody>
      </p:sp>
      <p:sp>
        <p:nvSpPr>
          <p:cNvPr id="6" name="UST" descr="UST">
            <a:extLst>
              <a:ext uri="{FF2B5EF4-FFF2-40B4-BE49-F238E27FC236}">
                <a16:creationId xmlns:a16="http://schemas.microsoft.com/office/drawing/2014/main" id="{3C93D23E-A1DF-EFB2-42B6-96C86220A70A}"/>
              </a:ext>
            </a:extLst>
          </p:cNvPr>
          <p:cNvSpPr>
            <a:spLocks noChangeAspect="1" noEditPoints="1"/>
          </p:cNvSpPr>
          <p:nvPr/>
        </p:nvSpPr>
        <p:spPr bwMode="black">
          <a:xfrm>
            <a:off x="365760" y="6238277"/>
            <a:ext cx="320040" cy="354090"/>
          </a:xfrm>
          <a:custGeom>
            <a:avLst/>
            <a:gdLst>
              <a:gd name="T0" fmla="*/ 3605 w 4000"/>
              <a:gd name="T1" fmla="*/ 485 h 4419"/>
              <a:gd name="T2" fmla="*/ 3605 w 4000"/>
              <a:gd name="T3" fmla="*/ 485 h 4419"/>
              <a:gd name="T4" fmla="*/ 2969 w 4000"/>
              <a:gd name="T5" fmla="*/ 485 h 4419"/>
              <a:gd name="T6" fmla="*/ 2969 w 4000"/>
              <a:gd name="T7" fmla="*/ 1120 h 4419"/>
              <a:gd name="T8" fmla="*/ 3605 w 4000"/>
              <a:gd name="T9" fmla="*/ 1120 h 4419"/>
              <a:gd name="T10" fmla="*/ 3605 w 4000"/>
              <a:gd name="T11" fmla="*/ 485 h 4419"/>
              <a:gd name="T12" fmla="*/ 4000 w 4000"/>
              <a:gd name="T13" fmla="*/ 2730 h 4419"/>
              <a:gd name="T14" fmla="*/ 4000 w 4000"/>
              <a:gd name="T15" fmla="*/ 2730 h 4419"/>
              <a:gd name="T16" fmla="*/ 2574 w 4000"/>
              <a:gd name="T17" fmla="*/ 2730 h 4419"/>
              <a:gd name="T18" fmla="*/ 2574 w 4000"/>
              <a:gd name="T19" fmla="*/ 3120 h 4419"/>
              <a:gd name="T20" fmla="*/ 3062 w 4000"/>
              <a:gd name="T21" fmla="*/ 3120 h 4419"/>
              <a:gd name="T22" fmla="*/ 3062 w 4000"/>
              <a:gd name="T23" fmla="*/ 4367 h 4419"/>
              <a:gd name="T24" fmla="*/ 3512 w 4000"/>
              <a:gd name="T25" fmla="*/ 4367 h 4419"/>
              <a:gd name="T26" fmla="*/ 3512 w 4000"/>
              <a:gd name="T27" fmla="*/ 3120 h 4419"/>
              <a:gd name="T28" fmla="*/ 4000 w 4000"/>
              <a:gd name="T29" fmla="*/ 3120 h 4419"/>
              <a:gd name="T30" fmla="*/ 4000 w 4000"/>
              <a:gd name="T31" fmla="*/ 2730 h 4419"/>
              <a:gd name="T32" fmla="*/ 903 w 4000"/>
              <a:gd name="T33" fmla="*/ 3385 h 4419"/>
              <a:gd name="T34" fmla="*/ 903 w 4000"/>
              <a:gd name="T35" fmla="*/ 3385 h 4419"/>
              <a:gd name="T36" fmla="*/ 760 w 4000"/>
              <a:gd name="T37" fmla="*/ 3351 h 4419"/>
              <a:gd name="T38" fmla="*/ 530 w 4000"/>
              <a:gd name="T39" fmla="*/ 3188 h 4419"/>
              <a:gd name="T40" fmla="*/ 760 w 4000"/>
              <a:gd name="T41" fmla="*/ 3065 h 4419"/>
              <a:gd name="T42" fmla="*/ 1114 w 4000"/>
              <a:gd name="T43" fmla="*/ 3213 h 4419"/>
              <a:gd name="T44" fmla="*/ 1392 w 4000"/>
              <a:gd name="T45" fmla="*/ 2988 h 4419"/>
              <a:gd name="T46" fmla="*/ 763 w 4000"/>
              <a:gd name="T47" fmla="*/ 2683 h 4419"/>
              <a:gd name="T48" fmla="*/ 82 w 4000"/>
              <a:gd name="T49" fmla="*/ 3199 h 4419"/>
              <a:gd name="T50" fmla="*/ 635 w 4000"/>
              <a:gd name="T51" fmla="*/ 3739 h 4419"/>
              <a:gd name="T52" fmla="*/ 784 w 4000"/>
              <a:gd name="T53" fmla="*/ 3776 h 4419"/>
              <a:gd name="T54" fmla="*/ 984 w 4000"/>
              <a:gd name="T55" fmla="*/ 3912 h 4419"/>
              <a:gd name="T56" fmla="*/ 718 w 4000"/>
              <a:gd name="T57" fmla="*/ 4050 h 4419"/>
              <a:gd name="T58" fmla="*/ 307 w 4000"/>
              <a:gd name="T59" fmla="*/ 3867 h 4419"/>
              <a:gd name="T60" fmla="*/ 29 w 4000"/>
              <a:gd name="T61" fmla="*/ 4092 h 4419"/>
              <a:gd name="T62" fmla="*/ 721 w 4000"/>
              <a:gd name="T63" fmla="*/ 4419 h 4419"/>
              <a:gd name="T64" fmla="*/ 1451 w 4000"/>
              <a:gd name="T65" fmla="*/ 3900 h 4419"/>
              <a:gd name="T66" fmla="*/ 903 w 4000"/>
              <a:gd name="T67" fmla="*/ 3385 h 4419"/>
              <a:gd name="T68" fmla="*/ 1026 w 4000"/>
              <a:gd name="T69" fmla="*/ 0 h 4419"/>
              <a:gd name="T70" fmla="*/ 1026 w 4000"/>
              <a:gd name="T71" fmla="*/ 0 h 4419"/>
              <a:gd name="T72" fmla="*/ 1475 w 4000"/>
              <a:gd name="T73" fmla="*/ 0 h 4419"/>
              <a:gd name="T74" fmla="*/ 1475 w 4000"/>
              <a:gd name="T75" fmla="*/ 967 h 4419"/>
              <a:gd name="T76" fmla="*/ 741 w 4000"/>
              <a:gd name="T77" fmla="*/ 1688 h 4419"/>
              <a:gd name="T78" fmla="*/ 0 w 4000"/>
              <a:gd name="T79" fmla="*/ 967 h 4419"/>
              <a:gd name="T80" fmla="*/ 0 w 4000"/>
              <a:gd name="T81" fmla="*/ 0 h 4419"/>
              <a:gd name="T82" fmla="*/ 449 w 4000"/>
              <a:gd name="T83" fmla="*/ 0 h 4419"/>
              <a:gd name="T84" fmla="*/ 449 w 4000"/>
              <a:gd name="T85" fmla="*/ 970 h 4419"/>
              <a:gd name="T86" fmla="*/ 739 w 4000"/>
              <a:gd name="T87" fmla="*/ 1273 h 4419"/>
              <a:gd name="T88" fmla="*/ 1026 w 4000"/>
              <a:gd name="T89" fmla="*/ 970 h 4419"/>
              <a:gd name="T90" fmla="*/ 1026 w 4000"/>
              <a:gd name="T91" fmla="*/ 0 h 4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000" h="4419">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ptos Light" panose="020B0004020202020204" pitchFamily="34" charset="0"/>
            </a:endParaRPr>
          </a:p>
        </p:txBody>
      </p:sp>
      <p:sp>
        <p:nvSpPr>
          <p:cNvPr id="7" name="Legal">
            <a:extLst>
              <a:ext uri="{FF2B5EF4-FFF2-40B4-BE49-F238E27FC236}">
                <a16:creationId xmlns:a16="http://schemas.microsoft.com/office/drawing/2014/main" id="{C8DBD0B0-9097-66F4-868E-CF3AB262634E}"/>
              </a:ext>
            </a:extLst>
          </p:cNvPr>
          <p:cNvSpPr txBox="1"/>
          <p:nvPr/>
        </p:nvSpPr>
        <p:spPr>
          <a:xfrm>
            <a:off x="8223294" y="6402070"/>
            <a:ext cx="3142698" cy="182880"/>
          </a:xfrm>
          <a:prstGeom prst="rect">
            <a:avLst/>
          </a:prstGeom>
          <a:noFill/>
        </p:spPr>
        <p:txBody>
          <a:bodyPr wrap="none" lIns="0" tIns="0" rIns="0" bIns="0" rtlCol="0" anchor="b" anchorCtr="0">
            <a:noAutofit/>
          </a:bodyPr>
          <a:lstStyle/>
          <a:p>
            <a:pPr marL="0" indent="0" algn="r">
              <a:lnSpc>
                <a:spcPct val="100000"/>
              </a:lnSpc>
              <a:spcBef>
                <a:spcPts val="0"/>
              </a:spcBef>
              <a:buSzPct val="100000"/>
              <a:buFontTx/>
              <a:buNone/>
            </a:pPr>
            <a:r>
              <a:rPr lang="en-US" sz="800" b="0">
                <a:latin typeface="Aptos Light" panose="020B0004020202020204" pitchFamily="34" charset="0"/>
              </a:rPr>
              <a:t>Confidential and Proprietary. © 2026 UST Global Inc</a:t>
            </a:r>
          </a:p>
        </p:txBody>
      </p:sp>
      <p:sp>
        <p:nvSpPr>
          <p:cNvPr id="9" name="Slide Number Placeholder 10">
            <a:extLst>
              <a:ext uri="{FF2B5EF4-FFF2-40B4-BE49-F238E27FC236}">
                <a16:creationId xmlns:a16="http://schemas.microsoft.com/office/drawing/2014/main" id="{127CF079-132F-6A7B-6737-92012CC21546}"/>
              </a:ext>
            </a:extLst>
          </p:cNvPr>
          <p:cNvSpPr txBox="1">
            <a:spLocks/>
          </p:cNvSpPr>
          <p:nvPr/>
        </p:nvSpPr>
        <p:spPr>
          <a:xfrm>
            <a:off x="11365992" y="6317730"/>
            <a:ext cx="457200" cy="274637"/>
          </a:xfrm>
          <a:prstGeom prst="rect">
            <a:avLst/>
          </a:prstGeom>
        </p:spPr>
        <p:txBody>
          <a:bodyPr vert="horz" lIns="0" tIns="0" rIns="0" bIns="0" rtlCol="0" anchor="b" anchorCtr="0"/>
          <a:lstStyle>
            <a:defPPr>
              <a:defRPr lang="en-US"/>
            </a:defPPr>
            <a:lvl1pPr marL="0" algn="r" defTabSz="892894" rtl="0" eaLnBrk="1" latinLnBrk="0" hangingPunct="1">
              <a:defRPr sz="1000" kern="1200">
                <a:solidFill>
                  <a:schemeClr val="accent3"/>
                </a:solidFill>
                <a:latin typeface="Helvetica"/>
                <a:ea typeface="+mn-ea"/>
                <a:cs typeface="Helvetica"/>
              </a:defRPr>
            </a:lvl1pPr>
            <a:lvl2pPr marL="446447" algn="l" defTabSz="892894" rtl="0" eaLnBrk="1" latinLnBrk="0" hangingPunct="1">
              <a:defRPr sz="1700" kern="1200">
                <a:solidFill>
                  <a:schemeClr val="tx1"/>
                </a:solidFill>
                <a:latin typeface="+mn-lt"/>
                <a:ea typeface="+mn-ea"/>
                <a:cs typeface="+mn-cs"/>
              </a:defRPr>
            </a:lvl2pPr>
            <a:lvl3pPr marL="892894" algn="l" defTabSz="892894" rtl="0" eaLnBrk="1" latinLnBrk="0" hangingPunct="1">
              <a:defRPr sz="1700" kern="1200">
                <a:solidFill>
                  <a:schemeClr val="tx1"/>
                </a:solidFill>
                <a:latin typeface="+mn-lt"/>
                <a:ea typeface="+mn-ea"/>
                <a:cs typeface="+mn-cs"/>
              </a:defRPr>
            </a:lvl3pPr>
            <a:lvl4pPr marL="1339340" algn="l" defTabSz="892894" rtl="0" eaLnBrk="1" latinLnBrk="0" hangingPunct="1">
              <a:defRPr sz="1700" kern="1200">
                <a:solidFill>
                  <a:schemeClr val="tx1"/>
                </a:solidFill>
                <a:latin typeface="+mn-lt"/>
                <a:ea typeface="+mn-ea"/>
                <a:cs typeface="+mn-cs"/>
              </a:defRPr>
            </a:lvl4pPr>
            <a:lvl5pPr marL="1785787" algn="l" defTabSz="892894" rtl="0" eaLnBrk="1" latinLnBrk="0" hangingPunct="1">
              <a:defRPr sz="1700" kern="1200">
                <a:solidFill>
                  <a:schemeClr val="tx1"/>
                </a:solidFill>
                <a:latin typeface="+mn-lt"/>
                <a:ea typeface="+mn-ea"/>
                <a:cs typeface="+mn-cs"/>
              </a:defRPr>
            </a:lvl5pPr>
            <a:lvl6pPr marL="2232234" algn="l" defTabSz="892894" rtl="0" eaLnBrk="1" latinLnBrk="0" hangingPunct="1">
              <a:defRPr sz="1700" kern="1200">
                <a:solidFill>
                  <a:schemeClr val="tx1"/>
                </a:solidFill>
                <a:latin typeface="+mn-lt"/>
                <a:ea typeface="+mn-ea"/>
                <a:cs typeface="+mn-cs"/>
              </a:defRPr>
            </a:lvl6pPr>
            <a:lvl7pPr marL="2678681" algn="l" defTabSz="892894" rtl="0" eaLnBrk="1" latinLnBrk="0" hangingPunct="1">
              <a:defRPr sz="1700" kern="1200">
                <a:solidFill>
                  <a:schemeClr val="tx1"/>
                </a:solidFill>
                <a:latin typeface="+mn-lt"/>
                <a:ea typeface="+mn-ea"/>
                <a:cs typeface="+mn-cs"/>
              </a:defRPr>
            </a:lvl7pPr>
            <a:lvl8pPr marL="3125127" algn="l" defTabSz="892894" rtl="0" eaLnBrk="1" latinLnBrk="0" hangingPunct="1">
              <a:defRPr sz="1700" kern="1200">
                <a:solidFill>
                  <a:schemeClr val="tx1"/>
                </a:solidFill>
                <a:latin typeface="+mn-lt"/>
                <a:ea typeface="+mn-ea"/>
                <a:cs typeface="+mn-cs"/>
              </a:defRPr>
            </a:lvl8pPr>
            <a:lvl9pPr marL="3571574" algn="l" defTabSz="892894" rtl="0" eaLnBrk="1" latinLnBrk="0" hangingPunct="1">
              <a:defRPr sz="1700" kern="1200">
                <a:solidFill>
                  <a:schemeClr val="tx1"/>
                </a:solidFill>
                <a:latin typeface="+mn-lt"/>
                <a:ea typeface="+mn-ea"/>
                <a:cs typeface="+mn-cs"/>
              </a:defRPr>
            </a:lvl9pPr>
          </a:lstStyle>
          <a:p>
            <a:pPr algn="r"/>
            <a:r>
              <a:rPr lang="en-US" sz="800">
                <a:solidFill>
                  <a:schemeClr val="tx1"/>
                </a:solidFill>
                <a:latin typeface="Aptos Light" panose="020B0004020202020204" pitchFamily="34" charset="0"/>
                <a:cs typeface="Trebuchet MS"/>
              </a:rPr>
              <a:t> </a:t>
            </a:r>
            <a:fld id="{110FD68B-4EE4-9D43-89F2-B87D6C9CEE3A}" type="slidenum">
              <a:rPr lang="en-US" sz="800" smtClean="0">
                <a:solidFill>
                  <a:schemeClr val="tx1"/>
                </a:solidFill>
                <a:latin typeface="Aptos Light" panose="020B0004020202020204" pitchFamily="34" charset="0"/>
                <a:cs typeface="Trebuchet MS"/>
              </a:rPr>
              <a:pPr algn="r"/>
              <a:t>‹#›</a:t>
            </a:fld>
            <a:endParaRPr lang="en-US" sz="800">
              <a:solidFill>
                <a:schemeClr val="tx1"/>
              </a:solidFill>
              <a:latin typeface="Aptos Light" panose="020B0004020202020204" pitchFamily="34" charset="0"/>
              <a:cs typeface="Trebuchet MS"/>
            </a:endParaRPr>
          </a:p>
        </p:txBody>
      </p:sp>
      <p:sp>
        <p:nvSpPr>
          <p:cNvPr id="10" name="Title 1">
            <a:extLst>
              <a:ext uri="{FF2B5EF4-FFF2-40B4-BE49-F238E27FC236}">
                <a16:creationId xmlns:a16="http://schemas.microsoft.com/office/drawing/2014/main" id="{A303E940-850F-F35A-2EB3-A69A4A65DED6}"/>
              </a:ext>
            </a:extLst>
          </p:cNvPr>
          <p:cNvSpPr>
            <a:spLocks noGrp="1"/>
          </p:cNvSpPr>
          <p:nvPr>
            <p:ph type="title" hasCustomPrompt="1"/>
          </p:nvPr>
        </p:nvSpPr>
        <p:spPr>
          <a:xfrm>
            <a:off x="365760" y="365760"/>
            <a:ext cx="6004560" cy="1805940"/>
          </a:xfrm>
        </p:spPr>
        <p:txBody>
          <a:bodyPr/>
          <a:lstStyle>
            <a:lvl1pPr>
              <a:defRPr>
                <a:latin typeface="Aptos Light" panose="020B0004020202020204" pitchFamily="34" charset="0"/>
              </a:defRPr>
            </a:lvl1pPr>
          </a:lstStyle>
          <a:p>
            <a:r>
              <a:rPr lang="en-US"/>
              <a:t>[Slide title]</a:t>
            </a:r>
          </a:p>
        </p:txBody>
      </p:sp>
      <p:sp>
        <p:nvSpPr>
          <p:cNvPr id="11" name="Content Placeholder 2">
            <a:extLst>
              <a:ext uri="{FF2B5EF4-FFF2-40B4-BE49-F238E27FC236}">
                <a16:creationId xmlns:a16="http://schemas.microsoft.com/office/drawing/2014/main" id="{A8F32DE4-21DF-8C35-6786-FC0077EB0C2E}"/>
              </a:ext>
            </a:extLst>
          </p:cNvPr>
          <p:cNvSpPr>
            <a:spLocks noGrp="1"/>
          </p:cNvSpPr>
          <p:nvPr>
            <p:ph sz="half" idx="1" hasCustomPrompt="1"/>
          </p:nvPr>
        </p:nvSpPr>
        <p:spPr>
          <a:xfrm>
            <a:off x="365760" y="3848102"/>
            <a:ext cx="3611880" cy="1695448"/>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Add a sub-copy. The recommendation is to use short and concise text in no more than 10 lines.</a:t>
            </a:r>
          </a:p>
        </p:txBody>
      </p:sp>
      <p:sp>
        <p:nvSpPr>
          <p:cNvPr id="12" name="Content Placeholder 3">
            <a:extLst>
              <a:ext uri="{FF2B5EF4-FFF2-40B4-BE49-F238E27FC236}">
                <a16:creationId xmlns:a16="http://schemas.microsoft.com/office/drawing/2014/main" id="{9104AAB7-09CC-AC46-AAA1-6359190CE56F}"/>
              </a:ext>
            </a:extLst>
          </p:cNvPr>
          <p:cNvSpPr>
            <a:spLocks noGrp="1"/>
          </p:cNvSpPr>
          <p:nvPr>
            <p:ph sz="half" idx="2" hasCustomPrompt="1"/>
          </p:nvPr>
        </p:nvSpPr>
        <p:spPr>
          <a:xfrm>
            <a:off x="4288536" y="3848102"/>
            <a:ext cx="3611880" cy="1695448"/>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Add a sub-copy. The recommendation is to use short and concise text in no more than 10 lines.</a:t>
            </a:r>
          </a:p>
        </p:txBody>
      </p:sp>
      <p:sp>
        <p:nvSpPr>
          <p:cNvPr id="21" name="Content Placeholder 4">
            <a:extLst>
              <a:ext uri="{FF2B5EF4-FFF2-40B4-BE49-F238E27FC236}">
                <a16:creationId xmlns:a16="http://schemas.microsoft.com/office/drawing/2014/main" id="{7E660BF6-5580-6C7C-63DD-F580A1C6F030}"/>
              </a:ext>
            </a:extLst>
          </p:cNvPr>
          <p:cNvSpPr>
            <a:spLocks noGrp="1"/>
          </p:cNvSpPr>
          <p:nvPr>
            <p:ph sz="quarter" idx="13" hasCustomPrompt="1"/>
          </p:nvPr>
        </p:nvSpPr>
        <p:spPr>
          <a:xfrm>
            <a:off x="8211312" y="3848102"/>
            <a:ext cx="3611880" cy="1695448"/>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Add a sub-copy. The recommendation is to use short and concise text in no more than 10 lines.</a:t>
            </a:r>
          </a:p>
        </p:txBody>
      </p:sp>
      <p:sp>
        <p:nvSpPr>
          <p:cNvPr id="22" name="Picture Placeholder 2">
            <a:extLst>
              <a:ext uri="{FF2B5EF4-FFF2-40B4-BE49-F238E27FC236}">
                <a16:creationId xmlns:a16="http://schemas.microsoft.com/office/drawing/2014/main" id="{275DE1D8-3A75-4AF8-864B-E9A17456323C}"/>
              </a:ext>
            </a:extLst>
          </p:cNvPr>
          <p:cNvSpPr>
            <a:spLocks noGrp="1"/>
          </p:cNvSpPr>
          <p:nvPr>
            <p:ph type="pic" sz="quarter" idx="16" hasCustomPrompt="1"/>
          </p:nvPr>
        </p:nvSpPr>
        <p:spPr>
          <a:xfrm>
            <a:off x="6979920" y="365760"/>
            <a:ext cx="5212080" cy="2339340"/>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a:t>[Click icon to insert photo]</a:t>
            </a:r>
          </a:p>
        </p:txBody>
      </p:sp>
      <p:sp>
        <p:nvSpPr>
          <p:cNvPr id="23" name="Content Placeholder 2">
            <a:extLst>
              <a:ext uri="{FF2B5EF4-FFF2-40B4-BE49-F238E27FC236}">
                <a16:creationId xmlns:a16="http://schemas.microsoft.com/office/drawing/2014/main" id="{78D4F353-515C-D10D-865A-0B81D22765D4}"/>
              </a:ext>
            </a:extLst>
          </p:cNvPr>
          <p:cNvSpPr>
            <a:spLocks noGrp="1"/>
          </p:cNvSpPr>
          <p:nvPr>
            <p:ph sz="half" idx="23" hasCustomPrompt="1"/>
          </p:nvPr>
        </p:nvSpPr>
        <p:spPr>
          <a:xfrm>
            <a:off x="365760" y="5646420"/>
            <a:ext cx="7534656" cy="434340"/>
          </a:xfrm>
        </p:spPr>
        <p:txBody>
          <a:bodyPr>
            <a:noAutofit/>
          </a:bodyPr>
          <a:lstStyle>
            <a:lvl1pPr marL="0" indent="0">
              <a:buFontTx/>
              <a:buNone/>
              <a:defRPr sz="18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00% Here you can add an important metric</a:t>
            </a:r>
          </a:p>
        </p:txBody>
      </p:sp>
      <p:sp>
        <p:nvSpPr>
          <p:cNvPr id="24" name="Text Placeholder 23">
            <a:extLst>
              <a:ext uri="{FF2B5EF4-FFF2-40B4-BE49-F238E27FC236}">
                <a16:creationId xmlns:a16="http://schemas.microsoft.com/office/drawing/2014/main" id="{9EBA80BE-FB86-FD65-42AA-AFCE7927641C}"/>
              </a:ext>
            </a:extLst>
          </p:cNvPr>
          <p:cNvSpPr>
            <a:spLocks noGrp="1"/>
          </p:cNvSpPr>
          <p:nvPr>
            <p:ph type="body" sz="quarter" idx="24" hasCustomPrompt="1"/>
          </p:nvPr>
        </p:nvSpPr>
        <p:spPr>
          <a:xfrm>
            <a:off x="365125" y="3422651"/>
            <a:ext cx="3611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here</a:t>
            </a:r>
          </a:p>
        </p:txBody>
      </p:sp>
      <p:sp>
        <p:nvSpPr>
          <p:cNvPr id="25" name="Text Placeholder 23">
            <a:extLst>
              <a:ext uri="{FF2B5EF4-FFF2-40B4-BE49-F238E27FC236}">
                <a16:creationId xmlns:a16="http://schemas.microsoft.com/office/drawing/2014/main" id="{65DFFE06-2B90-9CEB-01FC-1C3EDBEC1D2D}"/>
              </a:ext>
            </a:extLst>
          </p:cNvPr>
          <p:cNvSpPr>
            <a:spLocks noGrp="1"/>
          </p:cNvSpPr>
          <p:nvPr>
            <p:ph type="body" sz="quarter" idx="25" hasCustomPrompt="1"/>
          </p:nvPr>
        </p:nvSpPr>
        <p:spPr>
          <a:xfrm>
            <a:off x="4288853" y="3422651"/>
            <a:ext cx="3611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here</a:t>
            </a:r>
          </a:p>
        </p:txBody>
      </p:sp>
      <p:sp>
        <p:nvSpPr>
          <p:cNvPr id="26" name="Text Placeholder 23">
            <a:extLst>
              <a:ext uri="{FF2B5EF4-FFF2-40B4-BE49-F238E27FC236}">
                <a16:creationId xmlns:a16="http://schemas.microsoft.com/office/drawing/2014/main" id="{3D082826-A380-803B-BDE0-1DB4DD8A7ADD}"/>
              </a:ext>
            </a:extLst>
          </p:cNvPr>
          <p:cNvSpPr>
            <a:spLocks noGrp="1"/>
          </p:cNvSpPr>
          <p:nvPr>
            <p:ph type="body" sz="quarter" idx="26" hasCustomPrompt="1"/>
          </p:nvPr>
        </p:nvSpPr>
        <p:spPr>
          <a:xfrm>
            <a:off x="8211629" y="3422651"/>
            <a:ext cx="3611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here</a:t>
            </a:r>
          </a:p>
        </p:txBody>
      </p:sp>
      <p:sp>
        <p:nvSpPr>
          <p:cNvPr id="27" name="Text Placeholder 23">
            <a:extLst>
              <a:ext uri="{FF2B5EF4-FFF2-40B4-BE49-F238E27FC236}">
                <a16:creationId xmlns:a16="http://schemas.microsoft.com/office/drawing/2014/main" id="{833472CF-7769-325B-0CDF-237DE48BE389}"/>
              </a:ext>
            </a:extLst>
          </p:cNvPr>
          <p:cNvSpPr>
            <a:spLocks noGrp="1"/>
          </p:cNvSpPr>
          <p:nvPr>
            <p:ph type="body" sz="quarter" idx="27" hasCustomPrompt="1"/>
          </p:nvPr>
        </p:nvSpPr>
        <p:spPr>
          <a:xfrm>
            <a:off x="365125" y="2997200"/>
            <a:ext cx="504000" cy="306000"/>
          </a:xfrm>
        </p:spPr>
        <p:txBody>
          <a:bodyPr>
            <a:noAutofit/>
          </a:bodyPr>
          <a:lstStyle>
            <a:lvl1pPr marL="0" indent="0">
              <a:buFontTx/>
              <a:buNone/>
              <a:defRPr sz="24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01</a:t>
            </a:r>
          </a:p>
        </p:txBody>
      </p:sp>
      <p:sp>
        <p:nvSpPr>
          <p:cNvPr id="28" name="Text Placeholder 23">
            <a:extLst>
              <a:ext uri="{FF2B5EF4-FFF2-40B4-BE49-F238E27FC236}">
                <a16:creationId xmlns:a16="http://schemas.microsoft.com/office/drawing/2014/main" id="{CA8963E8-E40E-350A-4136-1112AA09C81D}"/>
              </a:ext>
            </a:extLst>
          </p:cNvPr>
          <p:cNvSpPr>
            <a:spLocks noGrp="1"/>
          </p:cNvSpPr>
          <p:nvPr>
            <p:ph type="body" sz="quarter" idx="28" hasCustomPrompt="1"/>
          </p:nvPr>
        </p:nvSpPr>
        <p:spPr>
          <a:xfrm>
            <a:off x="4288853" y="2997200"/>
            <a:ext cx="504000" cy="306000"/>
          </a:xfrm>
        </p:spPr>
        <p:txBody>
          <a:bodyPr>
            <a:noAutofit/>
          </a:bodyPr>
          <a:lstStyle>
            <a:lvl1pPr marL="0" indent="0">
              <a:buFontTx/>
              <a:buNone/>
              <a:defRPr sz="24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02</a:t>
            </a:r>
          </a:p>
        </p:txBody>
      </p:sp>
      <p:sp>
        <p:nvSpPr>
          <p:cNvPr id="29" name="Text Placeholder 23">
            <a:extLst>
              <a:ext uri="{FF2B5EF4-FFF2-40B4-BE49-F238E27FC236}">
                <a16:creationId xmlns:a16="http://schemas.microsoft.com/office/drawing/2014/main" id="{EC2ADDDD-8562-6080-49C8-696E0783384D}"/>
              </a:ext>
            </a:extLst>
          </p:cNvPr>
          <p:cNvSpPr>
            <a:spLocks noGrp="1"/>
          </p:cNvSpPr>
          <p:nvPr>
            <p:ph type="body" sz="quarter" idx="29" hasCustomPrompt="1"/>
          </p:nvPr>
        </p:nvSpPr>
        <p:spPr>
          <a:xfrm>
            <a:off x="8211629" y="2997200"/>
            <a:ext cx="504000" cy="306000"/>
          </a:xfrm>
        </p:spPr>
        <p:txBody>
          <a:bodyPr>
            <a:noAutofit/>
          </a:bodyPr>
          <a:lstStyle>
            <a:lvl1pPr marL="0" indent="0">
              <a:buFontTx/>
              <a:buNone/>
              <a:defRPr sz="24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03</a:t>
            </a:r>
          </a:p>
        </p:txBody>
      </p:sp>
    </p:spTree>
    <p:extLst>
      <p:ext uri="{BB962C8B-B14F-4D97-AF65-F5344CB8AC3E}">
        <p14:creationId xmlns:p14="http://schemas.microsoft.com/office/powerpoint/2010/main" val="6610809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userDrawn="1">
          <p15:clr>
            <a:srgbClr val="FBAE40"/>
          </p15:clr>
        </p15:guide>
        <p15:guide id="2" pos="2506" userDrawn="1">
          <p15:clr>
            <a:srgbClr val="FBAE40"/>
          </p15:clr>
        </p15:guide>
        <p15:guide id="3" pos="4978" userDrawn="1">
          <p15:clr>
            <a:srgbClr val="FBAE40"/>
          </p15:clr>
        </p15:guide>
        <p15:guide id="4" pos="5172" userDrawn="1">
          <p15:clr>
            <a:srgbClr val="FBAE40"/>
          </p15:clr>
        </p15:guide>
        <p15:guide id="5" orient="horz" pos="1152" userDrawn="1">
          <p15:clr>
            <a:srgbClr val="FBAE40"/>
          </p15:clr>
        </p15:guide>
        <p15:guide id="6" orient="horz" pos="3832" userDrawn="1">
          <p15:clr>
            <a:srgbClr val="FBAE40"/>
          </p15:clr>
        </p15:guide>
        <p15:guide id="7" orient="horz" pos="4148" userDrawn="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hree Content with Image B">
    <p:bg>
      <p:bgPr>
        <a:solidFill>
          <a:srgbClr val="231F20"/>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F364444E-2019-6E8F-EC4B-36BBA47EFD9F}"/>
              </a:ext>
            </a:extLst>
          </p:cNvPr>
          <p:cNvSpPr>
            <a:spLocks noGrp="1"/>
          </p:cNvSpPr>
          <p:nvPr>
            <p:ph type="title" hasCustomPrompt="1"/>
          </p:nvPr>
        </p:nvSpPr>
        <p:spPr>
          <a:xfrm>
            <a:off x="365760" y="365760"/>
            <a:ext cx="6004560" cy="1805940"/>
          </a:xfrm>
        </p:spPr>
        <p:txBody>
          <a:bodyPr/>
          <a:lstStyle>
            <a:lvl1pPr>
              <a:defRPr>
                <a:latin typeface="Aptos Light" panose="020B0004020202020204" pitchFamily="34" charset="0"/>
              </a:defRPr>
            </a:lvl1pPr>
          </a:lstStyle>
          <a:p>
            <a:r>
              <a:rPr lang="en-US"/>
              <a:t>[Slide title]</a:t>
            </a:r>
          </a:p>
        </p:txBody>
      </p:sp>
      <p:sp>
        <p:nvSpPr>
          <p:cNvPr id="16" name="Content Placeholder 2">
            <a:extLst>
              <a:ext uri="{FF2B5EF4-FFF2-40B4-BE49-F238E27FC236}">
                <a16:creationId xmlns:a16="http://schemas.microsoft.com/office/drawing/2014/main" id="{E834DAF2-E59B-DEE3-8AB0-681CE3FE5468}"/>
              </a:ext>
            </a:extLst>
          </p:cNvPr>
          <p:cNvSpPr>
            <a:spLocks noGrp="1"/>
          </p:cNvSpPr>
          <p:nvPr>
            <p:ph sz="half" idx="1" hasCustomPrompt="1"/>
          </p:nvPr>
        </p:nvSpPr>
        <p:spPr>
          <a:xfrm>
            <a:off x="365760" y="3848102"/>
            <a:ext cx="3611880" cy="1695448"/>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Add a sub-copy. The recommendation is to use short and concise text in no more than 10 lines.</a:t>
            </a:r>
          </a:p>
        </p:txBody>
      </p:sp>
      <p:sp>
        <p:nvSpPr>
          <p:cNvPr id="17" name="Content Placeholder 3">
            <a:extLst>
              <a:ext uri="{FF2B5EF4-FFF2-40B4-BE49-F238E27FC236}">
                <a16:creationId xmlns:a16="http://schemas.microsoft.com/office/drawing/2014/main" id="{CE2375FB-50B0-C27A-E37B-B38DC599CFBD}"/>
              </a:ext>
            </a:extLst>
          </p:cNvPr>
          <p:cNvSpPr>
            <a:spLocks noGrp="1"/>
          </p:cNvSpPr>
          <p:nvPr>
            <p:ph sz="half" idx="2" hasCustomPrompt="1"/>
          </p:nvPr>
        </p:nvSpPr>
        <p:spPr>
          <a:xfrm>
            <a:off x="4288536" y="3848102"/>
            <a:ext cx="3611880" cy="1695448"/>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Add a sub-copy. The recommendation is to use short and concise text in no more than 10 lines.</a:t>
            </a:r>
          </a:p>
        </p:txBody>
      </p:sp>
      <p:sp>
        <p:nvSpPr>
          <p:cNvPr id="18" name="Content Placeholder 4">
            <a:extLst>
              <a:ext uri="{FF2B5EF4-FFF2-40B4-BE49-F238E27FC236}">
                <a16:creationId xmlns:a16="http://schemas.microsoft.com/office/drawing/2014/main" id="{2D6C54A3-D374-164A-EFEF-939FB477BB9A}"/>
              </a:ext>
            </a:extLst>
          </p:cNvPr>
          <p:cNvSpPr>
            <a:spLocks noGrp="1"/>
          </p:cNvSpPr>
          <p:nvPr>
            <p:ph sz="quarter" idx="13" hasCustomPrompt="1"/>
          </p:nvPr>
        </p:nvSpPr>
        <p:spPr>
          <a:xfrm>
            <a:off x="8211312" y="3848102"/>
            <a:ext cx="3611880" cy="1695448"/>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Add a sub-copy. The recommendation is to use short and concise text in no more than 10 lines.</a:t>
            </a:r>
          </a:p>
        </p:txBody>
      </p:sp>
      <p:sp>
        <p:nvSpPr>
          <p:cNvPr id="19" name="Picture Placeholder 2">
            <a:extLst>
              <a:ext uri="{FF2B5EF4-FFF2-40B4-BE49-F238E27FC236}">
                <a16:creationId xmlns:a16="http://schemas.microsoft.com/office/drawing/2014/main" id="{1CAFDF3D-2C2C-15D2-0865-6E1D992C742C}"/>
              </a:ext>
            </a:extLst>
          </p:cNvPr>
          <p:cNvSpPr>
            <a:spLocks noGrp="1"/>
          </p:cNvSpPr>
          <p:nvPr>
            <p:ph type="pic" sz="quarter" idx="16" hasCustomPrompt="1"/>
          </p:nvPr>
        </p:nvSpPr>
        <p:spPr>
          <a:xfrm>
            <a:off x="6979920" y="365760"/>
            <a:ext cx="5212080" cy="2339340"/>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a:t>[Click icon to insert photo]</a:t>
            </a:r>
          </a:p>
        </p:txBody>
      </p:sp>
      <p:sp>
        <p:nvSpPr>
          <p:cNvPr id="20" name="Content Placeholder 2">
            <a:extLst>
              <a:ext uri="{FF2B5EF4-FFF2-40B4-BE49-F238E27FC236}">
                <a16:creationId xmlns:a16="http://schemas.microsoft.com/office/drawing/2014/main" id="{525F9F6F-4A18-C646-8389-A2D672AEB57A}"/>
              </a:ext>
            </a:extLst>
          </p:cNvPr>
          <p:cNvSpPr>
            <a:spLocks noGrp="1"/>
          </p:cNvSpPr>
          <p:nvPr>
            <p:ph sz="half" idx="23" hasCustomPrompt="1"/>
          </p:nvPr>
        </p:nvSpPr>
        <p:spPr>
          <a:xfrm>
            <a:off x="365760" y="5646420"/>
            <a:ext cx="7534656" cy="434340"/>
          </a:xfrm>
        </p:spPr>
        <p:txBody>
          <a:bodyPr>
            <a:noAutofit/>
          </a:bodyPr>
          <a:lstStyle>
            <a:lvl1pPr marL="0" indent="0">
              <a:buFontTx/>
              <a:buNone/>
              <a:defRPr sz="18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00% Here you can add an important metric</a:t>
            </a:r>
          </a:p>
        </p:txBody>
      </p:sp>
      <p:sp>
        <p:nvSpPr>
          <p:cNvPr id="21" name="Text Placeholder 23">
            <a:extLst>
              <a:ext uri="{FF2B5EF4-FFF2-40B4-BE49-F238E27FC236}">
                <a16:creationId xmlns:a16="http://schemas.microsoft.com/office/drawing/2014/main" id="{47D3A49B-64C9-C8A4-155B-D6BBB5A92E29}"/>
              </a:ext>
            </a:extLst>
          </p:cNvPr>
          <p:cNvSpPr>
            <a:spLocks noGrp="1"/>
          </p:cNvSpPr>
          <p:nvPr>
            <p:ph type="body" sz="quarter" idx="24" hasCustomPrompt="1"/>
          </p:nvPr>
        </p:nvSpPr>
        <p:spPr>
          <a:xfrm>
            <a:off x="365125" y="3422651"/>
            <a:ext cx="3611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here</a:t>
            </a:r>
          </a:p>
        </p:txBody>
      </p:sp>
      <p:sp>
        <p:nvSpPr>
          <p:cNvPr id="22" name="Text Placeholder 23">
            <a:extLst>
              <a:ext uri="{FF2B5EF4-FFF2-40B4-BE49-F238E27FC236}">
                <a16:creationId xmlns:a16="http://schemas.microsoft.com/office/drawing/2014/main" id="{C7F796D1-81D5-8404-761F-A1F696005BDC}"/>
              </a:ext>
            </a:extLst>
          </p:cNvPr>
          <p:cNvSpPr>
            <a:spLocks noGrp="1"/>
          </p:cNvSpPr>
          <p:nvPr>
            <p:ph type="body" sz="quarter" idx="25" hasCustomPrompt="1"/>
          </p:nvPr>
        </p:nvSpPr>
        <p:spPr>
          <a:xfrm>
            <a:off x="4288853" y="3422651"/>
            <a:ext cx="3611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here</a:t>
            </a:r>
          </a:p>
        </p:txBody>
      </p:sp>
      <p:sp>
        <p:nvSpPr>
          <p:cNvPr id="23" name="Text Placeholder 23">
            <a:extLst>
              <a:ext uri="{FF2B5EF4-FFF2-40B4-BE49-F238E27FC236}">
                <a16:creationId xmlns:a16="http://schemas.microsoft.com/office/drawing/2014/main" id="{28B42F5C-7089-715B-234A-4E1B545B3CF9}"/>
              </a:ext>
            </a:extLst>
          </p:cNvPr>
          <p:cNvSpPr>
            <a:spLocks noGrp="1"/>
          </p:cNvSpPr>
          <p:nvPr>
            <p:ph type="body" sz="quarter" idx="26" hasCustomPrompt="1"/>
          </p:nvPr>
        </p:nvSpPr>
        <p:spPr>
          <a:xfrm>
            <a:off x="8211629" y="3422651"/>
            <a:ext cx="3611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here</a:t>
            </a:r>
          </a:p>
        </p:txBody>
      </p:sp>
      <p:sp>
        <p:nvSpPr>
          <p:cNvPr id="24" name="Text Placeholder 23">
            <a:extLst>
              <a:ext uri="{FF2B5EF4-FFF2-40B4-BE49-F238E27FC236}">
                <a16:creationId xmlns:a16="http://schemas.microsoft.com/office/drawing/2014/main" id="{552FC7C8-6258-AFF8-721E-9A94776BFC18}"/>
              </a:ext>
            </a:extLst>
          </p:cNvPr>
          <p:cNvSpPr>
            <a:spLocks noGrp="1"/>
          </p:cNvSpPr>
          <p:nvPr>
            <p:ph type="body" sz="quarter" idx="27" hasCustomPrompt="1"/>
          </p:nvPr>
        </p:nvSpPr>
        <p:spPr>
          <a:xfrm>
            <a:off x="365125" y="2997200"/>
            <a:ext cx="504000" cy="306000"/>
          </a:xfrm>
        </p:spPr>
        <p:txBody>
          <a:bodyPr>
            <a:noAutofit/>
          </a:bodyPr>
          <a:lstStyle>
            <a:lvl1pPr marL="0" indent="0">
              <a:buFontTx/>
              <a:buNone/>
              <a:defRPr sz="24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01</a:t>
            </a:r>
          </a:p>
        </p:txBody>
      </p:sp>
      <p:sp>
        <p:nvSpPr>
          <p:cNvPr id="25" name="Text Placeholder 23">
            <a:extLst>
              <a:ext uri="{FF2B5EF4-FFF2-40B4-BE49-F238E27FC236}">
                <a16:creationId xmlns:a16="http://schemas.microsoft.com/office/drawing/2014/main" id="{6D993AD9-3F72-1911-3277-3F30779F2CF2}"/>
              </a:ext>
            </a:extLst>
          </p:cNvPr>
          <p:cNvSpPr>
            <a:spLocks noGrp="1"/>
          </p:cNvSpPr>
          <p:nvPr>
            <p:ph type="body" sz="quarter" idx="28" hasCustomPrompt="1"/>
          </p:nvPr>
        </p:nvSpPr>
        <p:spPr>
          <a:xfrm>
            <a:off x="4288853" y="2997200"/>
            <a:ext cx="504000" cy="306000"/>
          </a:xfrm>
        </p:spPr>
        <p:txBody>
          <a:bodyPr>
            <a:noAutofit/>
          </a:bodyPr>
          <a:lstStyle>
            <a:lvl1pPr marL="0" indent="0">
              <a:buFontTx/>
              <a:buNone/>
              <a:defRPr sz="24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02</a:t>
            </a:r>
          </a:p>
        </p:txBody>
      </p:sp>
      <p:sp>
        <p:nvSpPr>
          <p:cNvPr id="26" name="Text Placeholder 23">
            <a:extLst>
              <a:ext uri="{FF2B5EF4-FFF2-40B4-BE49-F238E27FC236}">
                <a16:creationId xmlns:a16="http://schemas.microsoft.com/office/drawing/2014/main" id="{DCCC69E2-0BD4-9DE4-8019-E3BAEBE2C9AB}"/>
              </a:ext>
            </a:extLst>
          </p:cNvPr>
          <p:cNvSpPr>
            <a:spLocks noGrp="1"/>
          </p:cNvSpPr>
          <p:nvPr>
            <p:ph type="body" sz="quarter" idx="29" hasCustomPrompt="1"/>
          </p:nvPr>
        </p:nvSpPr>
        <p:spPr>
          <a:xfrm>
            <a:off x="8211629" y="2997200"/>
            <a:ext cx="504000" cy="306000"/>
          </a:xfrm>
        </p:spPr>
        <p:txBody>
          <a:bodyPr>
            <a:noAutofit/>
          </a:bodyPr>
          <a:lstStyle>
            <a:lvl1pPr marL="0" indent="0">
              <a:buFontTx/>
              <a:buNone/>
              <a:defRPr sz="24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03</a:t>
            </a:r>
          </a:p>
        </p:txBody>
      </p:sp>
    </p:spTree>
    <p:extLst>
      <p:ext uri="{BB962C8B-B14F-4D97-AF65-F5344CB8AC3E}">
        <p14:creationId xmlns:p14="http://schemas.microsoft.com/office/powerpoint/2010/main" val="285729878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832" userDrawn="1">
          <p15:clr>
            <a:srgbClr val="FBAE40"/>
          </p15:clr>
        </p15:guide>
        <p15:guide id="4" orient="horz" pos="4148" userDrawn="1">
          <p15:clr>
            <a:srgbClr val="FBAE40"/>
          </p15:clr>
        </p15:guide>
        <p15:guide id="5" pos="5588" userDrawn="1">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hree Content Option 2 with Image">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40A65C3A-C556-7B4E-9098-E1FD19D432C7}"/>
              </a:ext>
            </a:extLst>
          </p:cNvPr>
          <p:cNvSpPr>
            <a:spLocks noGrp="1"/>
          </p:cNvSpPr>
          <p:nvPr>
            <p:ph type="title" hasCustomPrompt="1"/>
          </p:nvPr>
        </p:nvSpPr>
        <p:spPr>
          <a:xfrm>
            <a:off x="365760" y="365760"/>
            <a:ext cx="6004560" cy="1805940"/>
          </a:xfrm>
        </p:spPr>
        <p:txBody>
          <a:bodyPr/>
          <a:lstStyle>
            <a:lvl1pPr>
              <a:defRPr>
                <a:latin typeface="Aptos Light" panose="020B0004020202020204" pitchFamily="34" charset="0"/>
              </a:defRPr>
            </a:lvl1pPr>
          </a:lstStyle>
          <a:p>
            <a:r>
              <a:rPr lang="en-US"/>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hasCustomPrompt="1"/>
          </p:nvPr>
        </p:nvSpPr>
        <p:spPr>
          <a:xfrm>
            <a:off x="365760" y="3277130"/>
            <a:ext cx="3611880" cy="2217895"/>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Add a sub-copy. The recommendation is to use short and concise text in no more than 10 lines.</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hasCustomPrompt="1"/>
          </p:nvPr>
        </p:nvSpPr>
        <p:spPr>
          <a:xfrm>
            <a:off x="4288536" y="3277130"/>
            <a:ext cx="3611880" cy="2217895"/>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Add a sub-copy. The recommendation is to use short and concise text in no more than 10 lines.</a:t>
            </a:r>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hasCustomPrompt="1"/>
          </p:nvPr>
        </p:nvSpPr>
        <p:spPr>
          <a:xfrm>
            <a:off x="8211312" y="3277130"/>
            <a:ext cx="3611880" cy="2217895"/>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Add a sub-copy. The recommendation is to use short and concise text in no more than 10 lines.</a:t>
            </a:r>
          </a:p>
        </p:txBody>
      </p:sp>
      <p:sp>
        <p:nvSpPr>
          <p:cNvPr id="2" name="Picture Placeholder 2">
            <a:extLst>
              <a:ext uri="{FF2B5EF4-FFF2-40B4-BE49-F238E27FC236}">
                <a16:creationId xmlns:a16="http://schemas.microsoft.com/office/drawing/2014/main" id="{6DC060F8-7E0D-F3F3-8508-FCD9FD316FB9}"/>
              </a:ext>
            </a:extLst>
          </p:cNvPr>
          <p:cNvSpPr>
            <a:spLocks noGrp="1"/>
          </p:cNvSpPr>
          <p:nvPr>
            <p:ph type="pic" sz="quarter" idx="16" hasCustomPrompt="1"/>
          </p:nvPr>
        </p:nvSpPr>
        <p:spPr>
          <a:xfrm>
            <a:off x="6979920" y="365760"/>
            <a:ext cx="5212080" cy="1805940"/>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a:t>[Click icon to insert photo]</a:t>
            </a:r>
          </a:p>
        </p:txBody>
      </p:sp>
      <p:sp>
        <p:nvSpPr>
          <p:cNvPr id="20" name="Content Placeholder 2">
            <a:extLst>
              <a:ext uri="{FF2B5EF4-FFF2-40B4-BE49-F238E27FC236}">
                <a16:creationId xmlns:a16="http://schemas.microsoft.com/office/drawing/2014/main" id="{5CD5656A-1AE2-C177-6694-60B5643A5155}"/>
              </a:ext>
            </a:extLst>
          </p:cNvPr>
          <p:cNvSpPr>
            <a:spLocks noGrp="1"/>
          </p:cNvSpPr>
          <p:nvPr>
            <p:ph sz="half" idx="23" hasCustomPrompt="1"/>
          </p:nvPr>
        </p:nvSpPr>
        <p:spPr>
          <a:xfrm>
            <a:off x="365760" y="5646420"/>
            <a:ext cx="7534656" cy="434340"/>
          </a:xfrm>
        </p:spPr>
        <p:txBody>
          <a:bodyPr>
            <a:noAutofit/>
          </a:bodyPr>
          <a:lstStyle>
            <a:lvl1pPr marL="0" indent="0">
              <a:buFontTx/>
              <a:buNone/>
              <a:defRPr sz="18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00% Here you can add an important metric</a:t>
            </a:r>
          </a:p>
        </p:txBody>
      </p:sp>
      <p:sp>
        <p:nvSpPr>
          <p:cNvPr id="24" name="Text Placeholder 23">
            <a:extLst>
              <a:ext uri="{FF2B5EF4-FFF2-40B4-BE49-F238E27FC236}">
                <a16:creationId xmlns:a16="http://schemas.microsoft.com/office/drawing/2014/main" id="{99151199-89C4-C469-2508-71FDE0F98C11}"/>
              </a:ext>
            </a:extLst>
          </p:cNvPr>
          <p:cNvSpPr>
            <a:spLocks noGrp="1"/>
          </p:cNvSpPr>
          <p:nvPr>
            <p:ph type="body" sz="quarter" idx="24" hasCustomPrompt="1"/>
          </p:nvPr>
        </p:nvSpPr>
        <p:spPr>
          <a:xfrm>
            <a:off x="365125" y="2851680"/>
            <a:ext cx="3611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here</a:t>
            </a:r>
          </a:p>
        </p:txBody>
      </p:sp>
      <p:sp>
        <p:nvSpPr>
          <p:cNvPr id="26" name="Text Placeholder 23">
            <a:extLst>
              <a:ext uri="{FF2B5EF4-FFF2-40B4-BE49-F238E27FC236}">
                <a16:creationId xmlns:a16="http://schemas.microsoft.com/office/drawing/2014/main" id="{E87AAFDC-C5F8-9863-E682-0FADD32F75E4}"/>
              </a:ext>
            </a:extLst>
          </p:cNvPr>
          <p:cNvSpPr>
            <a:spLocks noGrp="1"/>
          </p:cNvSpPr>
          <p:nvPr>
            <p:ph type="body" sz="quarter" idx="25" hasCustomPrompt="1"/>
          </p:nvPr>
        </p:nvSpPr>
        <p:spPr>
          <a:xfrm>
            <a:off x="4288853" y="2851680"/>
            <a:ext cx="3611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here</a:t>
            </a:r>
          </a:p>
        </p:txBody>
      </p:sp>
      <p:sp>
        <p:nvSpPr>
          <p:cNvPr id="27" name="Text Placeholder 23">
            <a:extLst>
              <a:ext uri="{FF2B5EF4-FFF2-40B4-BE49-F238E27FC236}">
                <a16:creationId xmlns:a16="http://schemas.microsoft.com/office/drawing/2014/main" id="{DA2E51EC-3B36-0590-AB00-E45EC6E92BCF}"/>
              </a:ext>
            </a:extLst>
          </p:cNvPr>
          <p:cNvSpPr>
            <a:spLocks noGrp="1"/>
          </p:cNvSpPr>
          <p:nvPr>
            <p:ph type="body" sz="quarter" idx="26" hasCustomPrompt="1"/>
          </p:nvPr>
        </p:nvSpPr>
        <p:spPr>
          <a:xfrm>
            <a:off x="8211629" y="2851680"/>
            <a:ext cx="3611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here</a:t>
            </a:r>
          </a:p>
        </p:txBody>
      </p:sp>
      <p:sp>
        <p:nvSpPr>
          <p:cNvPr id="28" name="Text Placeholder 23">
            <a:extLst>
              <a:ext uri="{FF2B5EF4-FFF2-40B4-BE49-F238E27FC236}">
                <a16:creationId xmlns:a16="http://schemas.microsoft.com/office/drawing/2014/main" id="{94C1C36B-116A-E547-B1F9-E6CEB683C177}"/>
              </a:ext>
            </a:extLst>
          </p:cNvPr>
          <p:cNvSpPr>
            <a:spLocks noGrp="1"/>
          </p:cNvSpPr>
          <p:nvPr>
            <p:ph type="body" sz="quarter" idx="27" hasCustomPrompt="1"/>
          </p:nvPr>
        </p:nvSpPr>
        <p:spPr>
          <a:xfrm>
            <a:off x="365125" y="2426229"/>
            <a:ext cx="504000" cy="306000"/>
          </a:xfrm>
        </p:spPr>
        <p:txBody>
          <a:bodyPr>
            <a:noAutofit/>
          </a:bodyPr>
          <a:lstStyle>
            <a:lvl1pPr marL="0" indent="0">
              <a:buFontTx/>
              <a:buNone/>
              <a:defRPr sz="24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01</a:t>
            </a:r>
          </a:p>
        </p:txBody>
      </p:sp>
      <p:sp>
        <p:nvSpPr>
          <p:cNvPr id="29" name="Text Placeholder 23">
            <a:extLst>
              <a:ext uri="{FF2B5EF4-FFF2-40B4-BE49-F238E27FC236}">
                <a16:creationId xmlns:a16="http://schemas.microsoft.com/office/drawing/2014/main" id="{CF9BD2AB-319C-56F6-7068-559A56457FE4}"/>
              </a:ext>
            </a:extLst>
          </p:cNvPr>
          <p:cNvSpPr>
            <a:spLocks noGrp="1"/>
          </p:cNvSpPr>
          <p:nvPr>
            <p:ph type="body" sz="quarter" idx="28" hasCustomPrompt="1"/>
          </p:nvPr>
        </p:nvSpPr>
        <p:spPr>
          <a:xfrm>
            <a:off x="4288853" y="2426229"/>
            <a:ext cx="504000" cy="306000"/>
          </a:xfrm>
        </p:spPr>
        <p:txBody>
          <a:bodyPr>
            <a:noAutofit/>
          </a:bodyPr>
          <a:lstStyle>
            <a:lvl1pPr marL="0" indent="0">
              <a:buFontTx/>
              <a:buNone/>
              <a:defRPr sz="24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02</a:t>
            </a:r>
          </a:p>
        </p:txBody>
      </p:sp>
      <p:sp>
        <p:nvSpPr>
          <p:cNvPr id="30" name="Text Placeholder 23">
            <a:extLst>
              <a:ext uri="{FF2B5EF4-FFF2-40B4-BE49-F238E27FC236}">
                <a16:creationId xmlns:a16="http://schemas.microsoft.com/office/drawing/2014/main" id="{4DC6CF48-B378-99AD-7C8F-7334F036A260}"/>
              </a:ext>
            </a:extLst>
          </p:cNvPr>
          <p:cNvSpPr>
            <a:spLocks noGrp="1"/>
          </p:cNvSpPr>
          <p:nvPr>
            <p:ph type="body" sz="quarter" idx="29" hasCustomPrompt="1"/>
          </p:nvPr>
        </p:nvSpPr>
        <p:spPr>
          <a:xfrm>
            <a:off x="8211629" y="2426229"/>
            <a:ext cx="504000" cy="306000"/>
          </a:xfrm>
        </p:spPr>
        <p:txBody>
          <a:bodyPr>
            <a:noAutofit/>
          </a:bodyPr>
          <a:lstStyle>
            <a:lvl1pPr marL="0" indent="0">
              <a:buFontTx/>
              <a:buNone/>
              <a:defRPr sz="24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03</a:t>
            </a:r>
          </a:p>
        </p:txBody>
      </p:sp>
    </p:spTree>
    <p:extLst>
      <p:ext uri="{BB962C8B-B14F-4D97-AF65-F5344CB8AC3E}">
        <p14:creationId xmlns:p14="http://schemas.microsoft.com/office/powerpoint/2010/main" val="1105175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userDrawn="1">
          <p15:clr>
            <a:srgbClr val="FBAE40"/>
          </p15:clr>
        </p15:guide>
        <p15:guide id="2" pos="2506" userDrawn="1">
          <p15:clr>
            <a:srgbClr val="FBAE40"/>
          </p15:clr>
        </p15:guide>
        <p15:guide id="3" pos="4978" userDrawn="1">
          <p15:clr>
            <a:srgbClr val="FBAE40"/>
          </p15:clr>
        </p15:guide>
        <p15:guide id="4" pos="5172" userDrawn="1">
          <p15:clr>
            <a:srgbClr val="FBAE40"/>
          </p15:clr>
        </p15:guide>
        <p15:guide id="5" orient="horz" pos="1152" userDrawn="1">
          <p15:clr>
            <a:srgbClr val="FBAE40"/>
          </p15:clr>
        </p15:guide>
        <p15:guide id="6" orient="horz" pos="3832" userDrawn="1">
          <p15:clr>
            <a:srgbClr val="FBAE40"/>
          </p15:clr>
        </p15:guide>
        <p15:guide id="7" orient="horz" pos="4148" userDrawn="1">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hree Content with Image and icon">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40A65C3A-C556-7B4E-9098-E1FD19D432C7}"/>
              </a:ext>
            </a:extLst>
          </p:cNvPr>
          <p:cNvSpPr>
            <a:spLocks noGrp="1"/>
          </p:cNvSpPr>
          <p:nvPr>
            <p:ph type="title" hasCustomPrompt="1"/>
          </p:nvPr>
        </p:nvSpPr>
        <p:spPr>
          <a:xfrm>
            <a:off x="365760" y="365760"/>
            <a:ext cx="11458800" cy="914400"/>
          </a:xfrm>
        </p:spPr>
        <p:txBody>
          <a:bodyPr/>
          <a:lstStyle>
            <a:lvl1pPr>
              <a:defRPr>
                <a:latin typeface="Aptos Light" panose="020B0004020202020204" pitchFamily="34" charset="0"/>
              </a:defRPr>
            </a:lvl1pPr>
          </a:lstStyle>
          <a:p>
            <a:r>
              <a:rPr lang="en-US"/>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hasCustomPrompt="1"/>
          </p:nvPr>
        </p:nvSpPr>
        <p:spPr>
          <a:xfrm>
            <a:off x="365760" y="2485154"/>
            <a:ext cx="3611880" cy="2153522"/>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Add a sub-copy. The recommendation is to use short and concise text in no more than 10 lines.</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hasCustomPrompt="1"/>
          </p:nvPr>
        </p:nvSpPr>
        <p:spPr>
          <a:xfrm>
            <a:off x="4288536" y="2485154"/>
            <a:ext cx="3611880" cy="2153522"/>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Add a sub-copy. The recommendation is to use short and concise text in no more than 10 lines.</a:t>
            </a:r>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hasCustomPrompt="1"/>
          </p:nvPr>
        </p:nvSpPr>
        <p:spPr>
          <a:xfrm>
            <a:off x="8211312" y="2485154"/>
            <a:ext cx="3611880" cy="2153522"/>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Add a sub-copy. The recommendation is to use short and concise text in no more than 10 lines.</a:t>
            </a:r>
          </a:p>
        </p:txBody>
      </p:sp>
      <p:sp>
        <p:nvSpPr>
          <p:cNvPr id="2" name="Picture Placeholder 2">
            <a:extLst>
              <a:ext uri="{FF2B5EF4-FFF2-40B4-BE49-F238E27FC236}">
                <a16:creationId xmlns:a16="http://schemas.microsoft.com/office/drawing/2014/main" id="{6DC060F8-7E0D-F3F3-8508-FCD9FD316FB9}"/>
              </a:ext>
            </a:extLst>
          </p:cNvPr>
          <p:cNvSpPr>
            <a:spLocks noGrp="1"/>
          </p:cNvSpPr>
          <p:nvPr>
            <p:ph type="pic" sz="quarter" idx="16" hasCustomPrompt="1"/>
          </p:nvPr>
        </p:nvSpPr>
        <p:spPr>
          <a:xfrm>
            <a:off x="365125" y="4703048"/>
            <a:ext cx="3613150" cy="1380252"/>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a:t>[Click icon to insert photo]</a:t>
            </a:r>
          </a:p>
        </p:txBody>
      </p:sp>
      <p:sp>
        <p:nvSpPr>
          <p:cNvPr id="5" name="Picture Placeholder 2">
            <a:extLst>
              <a:ext uri="{FF2B5EF4-FFF2-40B4-BE49-F238E27FC236}">
                <a16:creationId xmlns:a16="http://schemas.microsoft.com/office/drawing/2014/main" id="{0F45E6E8-6D06-3395-045E-8392F442DB9E}"/>
              </a:ext>
            </a:extLst>
          </p:cNvPr>
          <p:cNvSpPr>
            <a:spLocks noGrp="1"/>
          </p:cNvSpPr>
          <p:nvPr>
            <p:ph type="pic" sz="quarter" idx="30" hasCustomPrompt="1"/>
          </p:nvPr>
        </p:nvSpPr>
        <p:spPr>
          <a:xfrm>
            <a:off x="4289425" y="4703048"/>
            <a:ext cx="3613150" cy="1380252"/>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a:t>[Click icon to insert photo]</a:t>
            </a:r>
          </a:p>
        </p:txBody>
      </p:sp>
      <p:sp>
        <p:nvSpPr>
          <p:cNvPr id="6" name="Picture Placeholder 2">
            <a:extLst>
              <a:ext uri="{FF2B5EF4-FFF2-40B4-BE49-F238E27FC236}">
                <a16:creationId xmlns:a16="http://schemas.microsoft.com/office/drawing/2014/main" id="{E36BBA27-0A93-6974-7E10-583A48ADE5A2}"/>
              </a:ext>
            </a:extLst>
          </p:cNvPr>
          <p:cNvSpPr>
            <a:spLocks noGrp="1"/>
          </p:cNvSpPr>
          <p:nvPr>
            <p:ph type="pic" sz="quarter" idx="31" hasCustomPrompt="1"/>
          </p:nvPr>
        </p:nvSpPr>
        <p:spPr>
          <a:xfrm>
            <a:off x="8210042" y="4703048"/>
            <a:ext cx="3613150" cy="1380252"/>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a:t>[Click icon to insert photo]</a:t>
            </a:r>
          </a:p>
        </p:txBody>
      </p:sp>
      <p:sp>
        <p:nvSpPr>
          <p:cNvPr id="7" name="Text Placeholder 23">
            <a:extLst>
              <a:ext uri="{FF2B5EF4-FFF2-40B4-BE49-F238E27FC236}">
                <a16:creationId xmlns:a16="http://schemas.microsoft.com/office/drawing/2014/main" id="{2F6FB681-7F9F-4615-8967-07D2F362DD11}"/>
              </a:ext>
            </a:extLst>
          </p:cNvPr>
          <p:cNvSpPr>
            <a:spLocks noGrp="1"/>
          </p:cNvSpPr>
          <p:nvPr>
            <p:ph type="body" sz="quarter" idx="24" hasCustomPrompt="1"/>
          </p:nvPr>
        </p:nvSpPr>
        <p:spPr>
          <a:xfrm>
            <a:off x="869125" y="1828799"/>
            <a:ext cx="3107563" cy="504825"/>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here</a:t>
            </a:r>
          </a:p>
        </p:txBody>
      </p:sp>
      <p:sp>
        <p:nvSpPr>
          <p:cNvPr id="9" name="Text Placeholder 23">
            <a:extLst>
              <a:ext uri="{FF2B5EF4-FFF2-40B4-BE49-F238E27FC236}">
                <a16:creationId xmlns:a16="http://schemas.microsoft.com/office/drawing/2014/main" id="{A897311A-B495-09CE-DB8C-5F39F9C47A3D}"/>
              </a:ext>
            </a:extLst>
          </p:cNvPr>
          <p:cNvSpPr>
            <a:spLocks noGrp="1"/>
          </p:cNvSpPr>
          <p:nvPr>
            <p:ph type="body" sz="quarter" idx="25" hasCustomPrompt="1"/>
          </p:nvPr>
        </p:nvSpPr>
        <p:spPr>
          <a:xfrm>
            <a:off x="4792853" y="1828799"/>
            <a:ext cx="3107563" cy="504825"/>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here</a:t>
            </a:r>
          </a:p>
        </p:txBody>
      </p:sp>
      <p:sp>
        <p:nvSpPr>
          <p:cNvPr id="10" name="Text Placeholder 23">
            <a:extLst>
              <a:ext uri="{FF2B5EF4-FFF2-40B4-BE49-F238E27FC236}">
                <a16:creationId xmlns:a16="http://schemas.microsoft.com/office/drawing/2014/main" id="{A0828D6F-D6E7-4E92-915F-5E89C830B0C5}"/>
              </a:ext>
            </a:extLst>
          </p:cNvPr>
          <p:cNvSpPr>
            <a:spLocks noGrp="1"/>
          </p:cNvSpPr>
          <p:nvPr>
            <p:ph type="body" sz="quarter" idx="26" hasCustomPrompt="1"/>
          </p:nvPr>
        </p:nvSpPr>
        <p:spPr>
          <a:xfrm>
            <a:off x="8715629" y="1828799"/>
            <a:ext cx="3107563" cy="504825"/>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here</a:t>
            </a:r>
          </a:p>
        </p:txBody>
      </p:sp>
      <p:sp>
        <p:nvSpPr>
          <p:cNvPr id="11" name="Picture Placeholder 16">
            <a:extLst>
              <a:ext uri="{FF2B5EF4-FFF2-40B4-BE49-F238E27FC236}">
                <a16:creationId xmlns:a16="http://schemas.microsoft.com/office/drawing/2014/main" id="{61B78E16-3C78-9C64-0825-69BE6AF14C55}"/>
              </a:ext>
            </a:extLst>
          </p:cNvPr>
          <p:cNvSpPr>
            <a:spLocks noGrp="1"/>
          </p:cNvSpPr>
          <p:nvPr>
            <p:ph type="pic" sz="quarter" idx="39" hasCustomPrompt="1"/>
          </p:nvPr>
        </p:nvSpPr>
        <p:spPr>
          <a:xfrm>
            <a:off x="365125" y="1828800"/>
            <a:ext cx="447007" cy="495222"/>
          </a:xfrm>
        </p:spPr>
        <p:txBody>
          <a:bodyPr anchor="ctr">
            <a:normAutofit/>
          </a:bodyPr>
          <a:lstStyle>
            <a:lvl1pPr marL="0" indent="0">
              <a:buNone/>
              <a:defRPr sz="1400"/>
            </a:lvl1pPr>
          </a:lstStyle>
          <a:p>
            <a:r>
              <a:rPr lang="en-US"/>
              <a:t>Icon</a:t>
            </a:r>
          </a:p>
        </p:txBody>
      </p:sp>
      <p:sp>
        <p:nvSpPr>
          <p:cNvPr id="12" name="Picture Placeholder 16">
            <a:extLst>
              <a:ext uri="{FF2B5EF4-FFF2-40B4-BE49-F238E27FC236}">
                <a16:creationId xmlns:a16="http://schemas.microsoft.com/office/drawing/2014/main" id="{138225F8-7446-6E20-77BC-4AC7A5AE445C}"/>
              </a:ext>
            </a:extLst>
          </p:cNvPr>
          <p:cNvSpPr>
            <a:spLocks noGrp="1"/>
          </p:cNvSpPr>
          <p:nvPr>
            <p:ph type="pic" sz="quarter" idx="41" hasCustomPrompt="1"/>
          </p:nvPr>
        </p:nvSpPr>
        <p:spPr>
          <a:xfrm>
            <a:off x="4288536" y="1828800"/>
            <a:ext cx="447007" cy="495222"/>
          </a:xfrm>
        </p:spPr>
        <p:txBody>
          <a:bodyPr anchor="ctr">
            <a:normAutofit/>
          </a:bodyPr>
          <a:lstStyle>
            <a:lvl1pPr marL="0" indent="0">
              <a:buNone/>
              <a:defRPr sz="1400"/>
            </a:lvl1pPr>
          </a:lstStyle>
          <a:p>
            <a:r>
              <a:rPr lang="en-US"/>
              <a:t>Icon</a:t>
            </a:r>
          </a:p>
        </p:txBody>
      </p:sp>
      <p:sp>
        <p:nvSpPr>
          <p:cNvPr id="13" name="Picture Placeholder 16">
            <a:extLst>
              <a:ext uri="{FF2B5EF4-FFF2-40B4-BE49-F238E27FC236}">
                <a16:creationId xmlns:a16="http://schemas.microsoft.com/office/drawing/2014/main" id="{AC7B56ED-862A-7ECA-8543-61DB81F8AC58}"/>
              </a:ext>
            </a:extLst>
          </p:cNvPr>
          <p:cNvSpPr>
            <a:spLocks noGrp="1"/>
          </p:cNvSpPr>
          <p:nvPr>
            <p:ph type="pic" sz="quarter" idx="43" hasCustomPrompt="1"/>
          </p:nvPr>
        </p:nvSpPr>
        <p:spPr>
          <a:xfrm>
            <a:off x="8211312" y="1828800"/>
            <a:ext cx="447007" cy="495222"/>
          </a:xfrm>
        </p:spPr>
        <p:txBody>
          <a:bodyPr anchor="ctr">
            <a:normAutofit/>
          </a:bodyPr>
          <a:lstStyle>
            <a:lvl1pPr marL="0" indent="0">
              <a:buNone/>
              <a:defRPr sz="1400"/>
            </a:lvl1pPr>
          </a:lstStyle>
          <a:p>
            <a:r>
              <a:rPr lang="en-US"/>
              <a:t>Icon</a:t>
            </a:r>
          </a:p>
        </p:txBody>
      </p:sp>
    </p:spTree>
    <p:extLst>
      <p:ext uri="{BB962C8B-B14F-4D97-AF65-F5344CB8AC3E}">
        <p14:creationId xmlns:p14="http://schemas.microsoft.com/office/powerpoint/2010/main" val="17273776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userDrawn="1">
          <p15:clr>
            <a:srgbClr val="FBAE40"/>
          </p15:clr>
        </p15:guide>
        <p15:guide id="2" pos="2506" userDrawn="1">
          <p15:clr>
            <a:srgbClr val="FBAE40"/>
          </p15:clr>
        </p15:guide>
        <p15:guide id="3" pos="4978" userDrawn="1">
          <p15:clr>
            <a:srgbClr val="FBAE40"/>
          </p15:clr>
        </p15:guide>
        <p15:guide id="4" pos="5172" userDrawn="1">
          <p15:clr>
            <a:srgbClr val="FBAE40"/>
          </p15:clr>
        </p15:guide>
        <p15:guide id="5" orient="horz" pos="1152" userDrawn="1">
          <p15:clr>
            <a:srgbClr val="FBAE40"/>
          </p15:clr>
        </p15:guide>
        <p15:guide id="6" orient="horz" pos="3832" userDrawn="1">
          <p15:clr>
            <a:srgbClr val="FBAE40"/>
          </p15:clr>
        </p15:guide>
        <p15:guide id="7" orient="horz" pos="4148" userDrawn="1">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Six Content Option 1 with Image">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40A65C3A-C556-7B4E-9098-E1FD19D432C7}"/>
              </a:ext>
            </a:extLst>
          </p:cNvPr>
          <p:cNvSpPr>
            <a:spLocks noGrp="1"/>
          </p:cNvSpPr>
          <p:nvPr>
            <p:ph type="title" hasCustomPrompt="1"/>
          </p:nvPr>
        </p:nvSpPr>
        <p:spPr>
          <a:xfrm>
            <a:off x="365760" y="365760"/>
            <a:ext cx="6004560" cy="1805940"/>
          </a:xfrm>
        </p:spPr>
        <p:txBody>
          <a:bodyPr/>
          <a:lstStyle>
            <a:lvl1pPr>
              <a:defRPr>
                <a:latin typeface="Aptos Light" panose="020B0004020202020204" pitchFamily="34" charset="0"/>
              </a:defRPr>
            </a:lvl1pPr>
          </a:lstStyle>
          <a:p>
            <a:r>
              <a:rPr lang="en-US"/>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hasCustomPrompt="1"/>
          </p:nvPr>
        </p:nvSpPr>
        <p:spPr>
          <a:xfrm>
            <a:off x="365760" y="2795838"/>
            <a:ext cx="3611880" cy="1247591"/>
          </a:xfrm>
        </p:spPr>
        <p:txBody>
          <a:bodyPr>
            <a:normAutofit/>
          </a:bodyPr>
          <a:lstStyle>
            <a:lvl1pPr marL="0" indent="0">
              <a:spcBef>
                <a:spcPts val="600"/>
              </a:spcBef>
              <a:buFontTx/>
              <a:buNone/>
              <a:defRPr sz="11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Add a sub-copy. The recommendation is to use short and concise text in no more than 8 lines.</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hasCustomPrompt="1"/>
          </p:nvPr>
        </p:nvSpPr>
        <p:spPr>
          <a:xfrm>
            <a:off x="4288536" y="2795838"/>
            <a:ext cx="3611880" cy="1247591"/>
          </a:xfrm>
        </p:spPr>
        <p:txBody>
          <a:bodyPr/>
          <a:lstStyle>
            <a:lvl1pPr marL="0" indent="0">
              <a:spcBef>
                <a:spcPts val="600"/>
              </a:spcBef>
              <a:buFontTx/>
              <a:buNone/>
              <a:defRPr sz="11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Add a sub-copy. The recommendation is to use short and concise text in no more than 8 lines.</a:t>
            </a:r>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hasCustomPrompt="1"/>
          </p:nvPr>
        </p:nvSpPr>
        <p:spPr>
          <a:xfrm>
            <a:off x="8211312" y="2795838"/>
            <a:ext cx="3611880" cy="1247591"/>
          </a:xfrm>
        </p:spPr>
        <p:txBody>
          <a:bodyPr>
            <a:normAutofit/>
          </a:bodyPr>
          <a:lstStyle>
            <a:lvl1pPr marL="0" indent="0">
              <a:spcBef>
                <a:spcPts val="600"/>
              </a:spcBef>
              <a:buFontTx/>
              <a:buNone/>
              <a:defRPr sz="11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Add a sub-copy. The recommendation is to use short and concise text in no more than 8 lines.</a:t>
            </a:r>
          </a:p>
        </p:txBody>
      </p:sp>
      <p:sp>
        <p:nvSpPr>
          <p:cNvPr id="2" name="Picture Placeholder 2">
            <a:extLst>
              <a:ext uri="{FF2B5EF4-FFF2-40B4-BE49-F238E27FC236}">
                <a16:creationId xmlns:a16="http://schemas.microsoft.com/office/drawing/2014/main" id="{6DC060F8-7E0D-F3F3-8508-FCD9FD316FB9}"/>
              </a:ext>
            </a:extLst>
          </p:cNvPr>
          <p:cNvSpPr>
            <a:spLocks noGrp="1"/>
          </p:cNvSpPr>
          <p:nvPr>
            <p:ph type="pic" sz="quarter" idx="16" hasCustomPrompt="1"/>
          </p:nvPr>
        </p:nvSpPr>
        <p:spPr>
          <a:xfrm>
            <a:off x="6979920" y="365760"/>
            <a:ext cx="5212080" cy="1805940"/>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a:t>[Click icon to insert photo]</a:t>
            </a:r>
          </a:p>
        </p:txBody>
      </p:sp>
      <p:sp>
        <p:nvSpPr>
          <p:cNvPr id="24" name="Text Placeholder 23">
            <a:extLst>
              <a:ext uri="{FF2B5EF4-FFF2-40B4-BE49-F238E27FC236}">
                <a16:creationId xmlns:a16="http://schemas.microsoft.com/office/drawing/2014/main" id="{99151199-89C4-C469-2508-71FDE0F98C11}"/>
              </a:ext>
            </a:extLst>
          </p:cNvPr>
          <p:cNvSpPr>
            <a:spLocks noGrp="1"/>
          </p:cNvSpPr>
          <p:nvPr>
            <p:ph type="body" sz="quarter" idx="24" hasCustomPrompt="1"/>
          </p:nvPr>
        </p:nvSpPr>
        <p:spPr>
          <a:xfrm>
            <a:off x="869125" y="2365974"/>
            <a:ext cx="3107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here</a:t>
            </a:r>
          </a:p>
        </p:txBody>
      </p:sp>
      <p:sp>
        <p:nvSpPr>
          <p:cNvPr id="26" name="Text Placeholder 23">
            <a:extLst>
              <a:ext uri="{FF2B5EF4-FFF2-40B4-BE49-F238E27FC236}">
                <a16:creationId xmlns:a16="http://schemas.microsoft.com/office/drawing/2014/main" id="{E87AAFDC-C5F8-9863-E682-0FADD32F75E4}"/>
              </a:ext>
            </a:extLst>
          </p:cNvPr>
          <p:cNvSpPr>
            <a:spLocks noGrp="1"/>
          </p:cNvSpPr>
          <p:nvPr>
            <p:ph type="body" sz="quarter" idx="25" hasCustomPrompt="1"/>
          </p:nvPr>
        </p:nvSpPr>
        <p:spPr>
          <a:xfrm>
            <a:off x="4792853" y="2365974"/>
            <a:ext cx="3107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here</a:t>
            </a:r>
          </a:p>
        </p:txBody>
      </p:sp>
      <p:sp>
        <p:nvSpPr>
          <p:cNvPr id="27" name="Text Placeholder 23">
            <a:extLst>
              <a:ext uri="{FF2B5EF4-FFF2-40B4-BE49-F238E27FC236}">
                <a16:creationId xmlns:a16="http://schemas.microsoft.com/office/drawing/2014/main" id="{DA2E51EC-3B36-0590-AB00-E45EC6E92BCF}"/>
              </a:ext>
            </a:extLst>
          </p:cNvPr>
          <p:cNvSpPr>
            <a:spLocks noGrp="1"/>
          </p:cNvSpPr>
          <p:nvPr>
            <p:ph type="body" sz="quarter" idx="26" hasCustomPrompt="1"/>
          </p:nvPr>
        </p:nvSpPr>
        <p:spPr>
          <a:xfrm>
            <a:off x="8715629" y="2365974"/>
            <a:ext cx="3107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here</a:t>
            </a:r>
          </a:p>
        </p:txBody>
      </p:sp>
      <p:sp>
        <p:nvSpPr>
          <p:cNvPr id="28" name="Text Placeholder 23">
            <a:extLst>
              <a:ext uri="{FF2B5EF4-FFF2-40B4-BE49-F238E27FC236}">
                <a16:creationId xmlns:a16="http://schemas.microsoft.com/office/drawing/2014/main" id="{94C1C36B-116A-E547-B1F9-E6CEB683C177}"/>
              </a:ext>
            </a:extLst>
          </p:cNvPr>
          <p:cNvSpPr>
            <a:spLocks noGrp="1"/>
          </p:cNvSpPr>
          <p:nvPr>
            <p:ph type="body" sz="quarter" idx="27" hasCustomPrompt="1"/>
          </p:nvPr>
        </p:nvSpPr>
        <p:spPr>
          <a:xfrm>
            <a:off x="365125" y="2365974"/>
            <a:ext cx="504000" cy="306000"/>
          </a:xfrm>
        </p:spPr>
        <p:txBody>
          <a:bodyPr>
            <a:noAutofit/>
          </a:bodyPr>
          <a:lstStyle>
            <a:lvl1pPr marL="0" indent="0">
              <a:buFontTx/>
              <a:buNone/>
              <a:defRPr sz="24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01</a:t>
            </a:r>
          </a:p>
        </p:txBody>
      </p:sp>
      <p:sp>
        <p:nvSpPr>
          <p:cNvPr id="29" name="Text Placeholder 23">
            <a:extLst>
              <a:ext uri="{FF2B5EF4-FFF2-40B4-BE49-F238E27FC236}">
                <a16:creationId xmlns:a16="http://schemas.microsoft.com/office/drawing/2014/main" id="{CF9BD2AB-319C-56F6-7068-559A56457FE4}"/>
              </a:ext>
            </a:extLst>
          </p:cNvPr>
          <p:cNvSpPr>
            <a:spLocks noGrp="1"/>
          </p:cNvSpPr>
          <p:nvPr>
            <p:ph type="body" sz="quarter" idx="28" hasCustomPrompt="1"/>
          </p:nvPr>
        </p:nvSpPr>
        <p:spPr>
          <a:xfrm>
            <a:off x="4288853" y="2365974"/>
            <a:ext cx="504000" cy="306000"/>
          </a:xfrm>
        </p:spPr>
        <p:txBody>
          <a:bodyPr>
            <a:noAutofit/>
          </a:bodyPr>
          <a:lstStyle>
            <a:lvl1pPr marL="0" indent="0">
              <a:buFontTx/>
              <a:buNone/>
              <a:defRPr sz="24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02</a:t>
            </a:r>
          </a:p>
        </p:txBody>
      </p:sp>
      <p:sp>
        <p:nvSpPr>
          <p:cNvPr id="30" name="Text Placeholder 23">
            <a:extLst>
              <a:ext uri="{FF2B5EF4-FFF2-40B4-BE49-F238E27FC236}">
                <a16:creationId xmlns:a16="http://schemas.microsoft.com/office/drawing/2014/main" id="{4DC6CF48-B378-99AD-7C8F-7334F036A260}"/>
              </a:ext>
            </a:extLst>
          </p:cNvPr>
          <p:cNvSpPr>
            <a:spLocks noGrp="1"/>
          </p:cNvSpPr>
          <p:nvPr>
            <p:ph type="body" sz="quarter" idx="29" hasCustomPrompt="1"/>
          </p:nvPr>
        </p:nvSpPr>
        <p:spPr>
          <a:xfrm>
            <a:off x="8211629" y="2365974"/>
            <a:ext cx="504000" cy="306000"/>
          </a:xfrm>
        </p:spPr>
        <p:txBody>
          <a:bodyPr>
            <a:noAutofit/>
          </a:bodyPr>
          <a:lstStyle>
            <a:lvl1pPr marL="0" indent="0">
              <a:buFontTx/>
              <a:buNone/>
              <a:defRPr sz="24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03</a:t>
            </a:r>
          </a:p>
        </p:txBody>
      </p:sp>
      <p:sp>
        <p:nvSpPr>
          <p:cNvPr id="5" name="Content Placeholder 2">
            <a:extLst>
              <a:ext uri="{FF2B5EF4-FFF2-40B4-BE49-F238E27FC236}">
                <a16:creationId xmlns:a16="http://schemas.microsoft.com/office/drawing/2014/main" id="{A0466422-2C7B-8C30-E0E9-A0DEA37FEFB5}"/>
              </a:ext>
            </a:extLst>
          </p:cNvPr>
          <p:cNvSpPr>
            <a:spLocks noGrp="1"/>
          </p:cNvSpPr>
          <p:nvPr>
            <p:ph sz="half" idx="30" hasCustomPrompt="1"/>
          </p:nvPr>
        </p:nvSpPr>
        <p:spPr>
          <a:xfrm>
            <a:off x="365760" y="4820025"/>
            <a:ext cx="3611880" cy="1247591"/>
          </a:xfrm>
        </p:spPr>
        <p:txBody>
          <a:bodyPr/>
          <a:lstStyle>
            <a:lvl1pPr marL="0" indent="0">
              <a:spcBef>
                <a:spcPts val="600"/>
              </a:spcBef>
              <a:buFontTx/>
              <a:buNone/>
              <a:defRPr sz="11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Add a sub-copy. The recommendation is to use short and concise text in no more than 8 lines.</a:t>
            </a:r>
          </a:p>
        </p:txBody>
      </p:sp>
      <p:sp>
        <p:nvSpPr>
          <p:cNvPr id="6" name="Content Placeholder 3">
            <a:extLst>
              <a:ext uri="{FF2B5EF4-FFF2-40B4-BE49-F238E27FC236}">
                <a16:creationId xmlns:a16="http://schemas.microsoft.com/office/drawing/2014/main" id="{12A084B9-7D39-7396-6EC5-F5A7101DA7F2}"/>
              </a:ext>
            </a:extLst>
          </p:cNvPr>
          <p:cNvSpPr>
            <a:spLocks noGrp="1"/>
          </p:cNvSpPr>
          <p:nvPr>
            <p:ph sz="half" idx="31" hasCustomPrompt="1"/>
          </p:nvPr>
        </p:nvSpPr>
        <p:spPr>
          <a:xfrm>
            <a:off x="4288536" y="4820025"/>
            <a:ext cx="3611880" cy="1247591"/>
          </a:xfrm>
        </p:spPr>
        <p:txBody>
          <a:bodyPr/>
          <a:lstStyle>
            <a:lvl1pPr marL="0" indent="0">
              <a:spcBef>
                <a:spcPts val="600"/>
              </a:spcBef>
              <a:buFontTx/>
              <a:buNone/>
              <a:defRPr sz="11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Add a sub-copy. The recommendation is to use short and concise text in no more than 8 lines.</a:t>
            </a:r>
          </a:p>
        </p:txBody>
      </p:sp>
      <p:sp>
        <p:nvSpPr>
          <p:cNvPr id="7" name="Content Placeholder 4">
            <a:extLst>
              <a:ext uri="{FF2B5EF4-FFF2-40B4-BE49-F238E27FC236}">
                <a16:creationId xmlns:a16="http://schemas.microsoft.com/office/drawing/2014/main" id="{E1910ABB-1FCE-94BB-AD02-2F4C4B198284}"/>
              </a:ext>
            </a:extLst>
          </p:cNvPr>
          <p:cNvSpPr>
            <a:spLocks noGrp="1"/>
          </p:cNvSpPr>
          <p:nvPr>
            <p:ph sz="quarter" idx="32" hasCustomPrompt="1"/>
          </p:nvPr>
        </p:nvSpPr>
        <p:spPr>
          <a:xfrm>
            <a:off x="8211312" y="4820025"/>
            <a:ext cx="3611880" cy="1247591"/>
          </a:xfrm>
        </p:spPr>
        <p:txBody>
          <a:bodyPr>
            <a:normAutofit/>
          </a:bodyPr>
          <a:lstStyle>
            <a:lvl1pPr marL="0" indent="0">
              <a:spcBef>
                <a:spcPts val="600"/>
              </a:spcBef>
              <a:buFontTx/>
              <a:buNone/>
              <a:defRPr sz="11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Add a sub-copy. The recommendation is to use short and concise text in no more than 8 lines.</a:t>
            </a:r>
          </a:p>
        </p:txBody>
      </p:sp>
      <p:sp>
        <p:nvSpPr>
          <p:cNvPr id="9" name="Text Placeholder 23">
            <a:extLst>
              <a:ext uri="{FF2B5EF4-FFF2-40B4-BE49-F238E27FC236}">
                <a16:creationId xmlns:a16="http://schemas.microsoft.com/office/drawing/2014/main" id="{A5B42989-FE18-8BA0-B680-5557EFACA3AC}"/>
              </a:ext>
            </a:extLst>
          </p:cNvPr>
          <p:cNvSpPr>
            <a:spLocks noGrp="1"/>
          </p:cNvSpPr>
          <p:nvPr>
            <p:ph type="body" sz="quarter" idx="33" hasCustomPrompt="1"/>
          </p:nvPr>
        </p:nvSpPr>
        <p:spPr>
          <a:xfrm>
            <a:off x="869125" y="4383741"/>
            <a:ext cx="3107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here</a:t>
            </a:r>
          </a:p>
        </p:txBody>
      </p:sp>
      <p:sp>
        <p:nvSpPr>
          <p:cNvPr id="10" name="Text Placeholder 23">
            <a:extLst>
              <a:ext uri="{FF2B5EF4-FFF2-40B4-BE49-F238E27FC236}">
                <a16:creationId xmlns:a16="http://schemas.microsoft.com/office/drawing/2014/main" id="{F6335194-5809-B959-71C7-0A5D5F4C5383}"/>
              </a:ext>
            </a:extLst>
          </p:cNvPr>
          <p:cNvSpPr>
            <a:spLocks noGrp="1"/>
          </p:cNvSpPr>
          <p:nvPr>
            <p:ph type="body" sz="quarter" idx="34" hasCustomPrompt="1"/>
          </p:nvPr>
        </p:nvSpPr>
        <p:spPr>
          <a:xfrm>
            <a:off x="4792853" y="4383741"/>
            <a:ext cx="3107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here</a:t>
            </a:r>
          </a:p>
        </p:txBody>
      </p:sp>
      <p:sp>
        <p:nvSpPr>
          <p:cNvPr id="11" name="Text Placeholder 23">
            <a:extLst>
              <a:ext uri="{FF2B5EF4-FFF2-40B4-BE49-F238E27FC236}">
                <a16:creationId xmlns:a16="http://schemas.microsoft.com/office/drawing/2014/main" id="{C88192B2-3D25-87E7-AC4D-4F6EBB3B928F}"/>
              </a:ext>
            </a:extLst>
          </p:cNvPr>
          <p:cNvSpPr>
            <a:spLocks noGrp="1"/>
          </p:cNvSpPr>
          <p:nvPr>
            <p:ph type="body" sz="quarter" idx="35" hasCustomPrompt="1"/>
          </p:nvPr>
        </p:nvSpPr>
        <p:spPr>
          <a:xfrm>
            <a:off x="8715629" y="4383741"/>
            <a:ext cx="3107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here</a:t>
            </a:r>
          </a:p>
        </p:txBody>
      </p:sp>
      <p:sp>
        <p:nvSpPr>
          <p:cNvPr id="12" name="Text Placeholder 23">
            <a:extLst>
              <a:ext uri="{FF2B5EF4-FFF2-40B4-BE49-F238E27FC236}">
                <a16:creationId xmlns:a16="http://schemas.microsoft.com/office/drawing/2014/main" id="{D1C58A3A-A744-D50F-0853-86EDAA885E05}"/>
              </a:ext>
            </a:extLst>
          </p:cNvPr>
          <p:cNvSpPr>
            <a:spLocks noGrp="1"/>
          </p:cNvSpPr>
          <p:nvPr>
            <p:ph type="body" sz="quarter" idx="36" hasCustomPrompt="1"/>
          </p:nvPr>
        </p:nvSpPr>
        <p:spPr>
          <a:xfrm>
            <a:off x="365125" y="4383741"/>
            <a:ext cx="504000" cy="306000"/>
          </a:xfrm>
        </p:spPr>
        <p:txBody>
          <a:bodyPr>
            <a:noAutofit/>
          </a:bodyPr>
          <a:lstStyle>
            <a:lvl1pPr marL="0" indent="0">
              <a:buFontTx/>
              <a:buNone/>
              <a:defRPr sz="24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04</a:t>
            </a:r>
          </a:p>
        </p:txBody>
      </p:sp>
      <p:sp>
        <p:nvSpPr>
          <p:cNvPr id="13" name="Text Placeholder 23">
            <a:extLst>
              <a:ext uri="{FF2B5EF4-FFF2-40B4-BE49-F238E27FC236}">
                <a16:creationId xmlns:a16="http://schemas.microsoft.com/office/drawing/2014/main" id="{58E3DD6C-FD82-3AFF-16F7-B3FA316CC523}"/>
              </a:ext>
            </a:extLst>
          </p:cNvPr>
          <p:cNvSpPr>
            <a:spLocks noGrp="1"/>
          </p:cNvSpPr>
          <p:nvPr>
            <p:ph type="body" sz="quarter" idx="37" hasCustomPrompt="1"/>
          </p:nvPr>
        </p:nvSpPr>
        <p:spPr>
          <a:xfrm>
            <a:off x="4288853" y="4383741"/>
            <a:ext cx="504000" cy="306000"/>
          </a:xfrm>
        </p:spPr>
        <p:txBody>
          <a:bodyPr>
            <a:noAutofit/>
          </a:bodyPr>
          <a:lstStyle>
            <a:lvl1pPr marL="0" indent="0">
              <a:buFontTx/>
              <a:buNone/>
              <a:defRPr sz="24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05</a:t>
            </a:r>
          </a:p>
        </p:txBody>
      </p:sp>
      <p:sp>
        <p:nvSpPr>
          <p:cNvPr id="15" name="Text Placeholder 23">
            <a:extLst>
              <a:ext uri="{FF2B5EF4-FFF2-40B4-BE49-F238E27FC236}">
                <a16:creationId xmlns:a16="http://schemas.microsoft.com/office/drawing/2014/main" id="{23649147-3EEE-430F-99EE-0A0DBFC8A465}"/>
              </a:ext>
            </a:extLst>
          </p:cNvPr>
          <p:cNvSpPr>
            <a:spLocks noGrp="1"/>
          </p:cNvSpPr>
          <p:nvPr>
            <p:ph type="body" sz="quarter" idx="38" hasCustomPrompt="1"/>
          </p:nvPr>
        </p:nvSpPr>
        <p:spPr>
          <a:xfrm>
            <a:off x="8211629" y="4383741"/>
            <a:ext cx="504000" cy="306000"/>
          </a:xfrm>
        </p:spPr>
        <p:txBody>
          <a:bodyPr>
            <a:noAutofit/>
          </a:bodyPr>
          <a:lstStyle>
            <a:lvl1pPr marL="0" indent="0">
              <a:buFontTx/>
              <a:buNone/>
              <a:defRPr sz="24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06</a:t>
            </a:r>
          </a:p>
        </p:txBody>
      </p:sp>
    </p:spTree>
    <p:extLst>
      <p:ext uri="{BB962C8B-B14F-4D97-AF65-F5344CB8AC3E}">
        <p14:creationId xmlns:p14="http://schemas.microsoft.com/office/powerpoint/2010/main" val="24016737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userDrawn="1">
          <p15:clr>
            <a:srgbClr val="FBAE40"/>
          </p15:clr>
        </p15:guide>
        <p15:guide id="2" pos="2506" userDrawn="1">
          <p15:clr>
            <a:srgbClr val="FBAE40"/>
          </p15:clr>
        </p15:guide>
        <p15:guide id="3" pos="4978" userDrawn="1">
          <p15:clr>
            <a:srgbClr val="FBAE40"/>
          </p15:clr>
        </p15:guide>
        <p15:guide id="4" pos="5172" userDrawn="1">
          <p15:clr>
            <a:srgbClr val="FBAE40"/>
          </p15:clr>
        </p15:guide>
        <p15:guide id="5" orient="horz" pos="1152" userDrawn="1">
          <p15:clr>
            <a:srgbClr val="FBAE40"/>
          </p15:clr>
        </p15:guide>
        <p15:guide id="6" orient="horz" pos="3832" userDrawn="1">
          <p15:clr>
            <a:srgbClr val="FBAE40"/>
          </p15:clr>
        </p15:guide>
        <p15:guide id="7" orient="horz" pos="4148" userDrawn="1">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Six Content with Image and icon">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40A65C3A-C556-7B4E-9098-E1FD19D432C7}"/>
              </a:ext>
            </a:extLst>
          </p:cNvPr>
          <p:cNvSpPr>
            <a:spLocks noGrp="1"/>
          </p:cNvSpPr>
          <p:nvPr>
            <p:ph type="title" hasCustomPrompt="1"/>
          </p:nvPr>
        </p:nvSpPr>
        <p:spPr>
          <a:xfrm>
            <a:off x="365760" y="365760"/>
            <a:ext cx="6004560" cy="1805940"/>
          </a:xfrm>
        </p:spPr>
        <p:txBody>
          <a:bodyPr/>
          <a:lstStyle>
            <a:lvl1pPr>
              <a:defRPr>
                <a:latin typeface="Aptos Light" panose="020B0004020202020204" pitchFamily="34" charset="0"/>
              </a:defRPr>
            </a:lvl1pPr>
          </a:lstStyle>
          <a:p>
            <a:r>
              <a:rPr lang="en-US"/>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hasCustomPrompt="1"/>
          </p:nvPr>
        </p:nvSpPr>
        <p:spPr>
          <a:xfrm>
            <a:off x="365760" y="2795838"/>
            <a:ext cx="3611880" cy="1247591"/>
          </a:xfrm>
        </p:spPr>
        <p:txBody>
          <a:bodyPr>
            <a:noAutofit/>
          </a:bodyPr>
          <a:lstStyle>
            <a:lvl1pPr marL="0" indent="0">
              <a:spcBef>
                <a:spcPts val="600"/>
              </a:spcBef>
              <a:buFontTx/>
              <a:buNone/>
              <a:defRPr sz="11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Add a sub-copy. The recommendation is to use short and concise text in no more than 8 lines.</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hasCustomPrompt="1"/>
          </p:nvPr>
        </p:nvSpPr>
        <p:spPr>
          <a:xfrm>
            <a:off x="4288536" y="2795838"/>
            <a:ext cx="3611880" cy="1247591"/>
          </a:xfrm>
        </p:spPr>
        <p:txBody>
          <a:bodyPr>
            <a:noAutofit/>
          </a:bodyPr>
          <a:lstStyle>
            <a:lvl1pPr marL="0" indent="0">
              <a:spcBef>
                <a:spcPts val="600"/>
              </a:spcBef>
              <a:buFontTx/>
              <a:buNone/>
              <a:defRPr sz="11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Add a sub-copy. The recommendation is to use short and concise text in no more than 8 lines.</a:t>
            </a:r>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hasCustomPrompt="1"/>
          </p:nvPr>
        </p:nvSpPr>
        <p:spPr>
          <a:xfrm>
            <a:off x="8211312" y="2795838"/>
            <a:ext cx="3611880" cy="1247591"/>
          </a:xfrm>
        </p:spPr>
        <p:txBody>
          <a:bodyPr>
            <a:noAutofit/>
          </a:bodyPr>
          <a:lstStyle>
            <a:lvl1pPr marL="0" indent="0">
              <a:spcBef>
                <a:spcPts val="600"/>
              </a:spcBef>
              <a:buFontTx/>
              <a:buNone/>
              <a:defRPr sz="11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Add a sub-copy. The recommendation is to use short and concise text in no more than 8 lines.</a:t>
            </a:r>
          </a:p>
        </p:txBody>
      </p:sp>
      <p:sp>
        <p:nvSpPr>
          <p:cNvPr id="2" name="Picture Placeholder 2">
            <a:extLst>
              <a:ext uri="{FF2B5EF4-FFF2-40B4-BE49-F238E27FC236}">
                <a16:creationId xmlns:a16="http://schemas.microsoft.com/office/drawing/2014/main" id="{6DC060F8-7E0D-F3F3-8508-FCD9FD316FB9}"/>
              </a:ext>
            </a:extLst>
          </p:cNvPr>
          <p:cNvSpPr>
            <a:spLocks noGrp="1"/>
          </p:cNvSpPr>
          <p:nvPr>
            <p:ph type="pic" sz="quarter" idx="16" hasCustomPrompt="1"/>
          </p:nvPr>
        </p:nvSpPr>
        <p:spPr>
          <a:xfrm>
            <a:off x="6979920" y="365760"/>
            <a:ext cx="5212080" cy="1805940"/>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a:t>[Click icon to insert photo]</a:t>
            </a:r>
          </a:p>
        </p:txBody>
      </p:sp>
      <p:sp>
        <p:nvSpPr>
          <p:cNvPr id="24" name="Text Placeholder 23">
            <a:extLst>
              <a:ext uri="{FF2B5EF4-FFF2-40B4-BE49-F238E27FC236}">
                <a16:creationId xmlns:a16="http://schemas.microsoft.com/office/drawing/2014/main" id="{99151199-89C4-C469-2508-71FDE0F98C11}"/>
              </a:ext>
            </a:extLst>
          </p:cNvPr>
          <p:cNvSpPr>
            <a:spLocks noGrp="1"/>
          </p:cNvSpPr>
          <p:nvPr>
            <p:ph type="body" sz="quarter" idx="24" hasCustomPrompt="1"/>
          </p:nvPr>
        </p:nvSpPr>
        <p:spPr>
          <a:xfrm>
            <a:off x="869125" y="2365974"/>
            <a:ext cx="3107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here</a:t>
            </a:r>
          </a:p>
        </p:txBody>
      </p:sp>
      <p:sp>
        <p:nvSpPr>
          <p:cNvPr id="26" name="Text Placeholder 23">
            <a:extLst>
              <a:ext uri="{FF2B5EF4-FFF2-40B4-BE49-F238E27FC236}">
                <a16:creationId xmlns:a16="http://schemas.microsoft.com/office/drawing/2014/main" id="{E87AAFDC-C5F8-9863-E682-0FADD32F75E4}"/>
              </a:ext>
            </a:extLst>
          </p:cNvPr>
          <p:cNvSpPr>
            <a:spLocks noGrp="1"/>
          </p:cNvSpPr>
          <p:nvPr>
            <p:ph type="body" sz="quarter" idx="25" hasCustomPrompt="1"/>
          </p:nvPr>
        </p:nvSpPr>
        <p:spPr>
          <a:xfrm>
            <a:off x="4792853" y="2365974"/>
            <a:ext cx="3107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here</a:t>
            </a:r>
          </a:p>
        </p:txBody>
      </p:sp>
      <p:sp>
        <p:nvSpPr>
          <p:cNvPr id="27" name="Text Placeholder 23">
            <a:extLst>
              <a:ext uri="{FF2B5EF4-FFF2-40B4-BE49-F238E27FC236}">
                <a16:creationId xmlns:a16="http://schemas.microsoft.com/office/drawing/2014/main" id="{DA2E51EC-3B36-0590-AB00-E45EC6E92BCF}"/>
              </a:ext>
            </a:extLst>
          </p:cNvPr>
          <p:cNvSpPr>
            <a:spLocks noGrp="1"/>
          </p:cNvSpPr>
          <p:nvPr>
            <p:ph type="body" sz="quarter" idx="26" hasCustomPrompt="1"/>
          </p:nvPr>
        </p:nvSpPr>
        <p:spPr>
          <a:xfrm>
            <a:off x="8715629" y="2365974"/>
            <a:ext cx="3107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here</a:t>
            </a:r>
          </a:p>
        </p:txBody>
      </p:sp>
      <p:sp>
        <p:nvSpPr>
          <p:cNvPr id="5" name="Content Placeholder 2">
            <a:extLst>
              <a:ext uri="{FF2B5EF4-FFF2-40B4-BE49-F238E27FC236}">
                <a16:creationId xmlns:a16="http://schemas.microsoft.com/office/drawing/2014/main" id="{A0466422-2C7B-8C30-E0E9-A0DEA37FEFB5}"/>
              </a:ext>
            </a:extLst>
          </p:cNvPr>
          <p:cNvSpPr>
            <a:spLocks noGrp="1"/>
          </p:cNvSpPr>
          <p:nvPr>
            <p:ph sz="half" idx="30" hasCustomPrompt="1"/>
          </p:nvPr>
        </p:nvSpPr>
        <p:spPr>
          <a:xfrm>
            <a:off x="365760" y="4820025"/>
            <a:ext cx="3611880" cy="1247591"/>
          </a:xfrm>
        </p:spPr>
        <p:txBody>
          <a:bodyPr>
            <a:noAutofit/>
          </a:bodyPr>
          <a:lstStyle>
            <a:lvl1pPr marL="0" indent="0">
              <a:spcBef>
                <a:spcPts val="600"/>
              </a:spcBef>
              <a:buFontTx/>
              <a:buNone/>
              <a:defRPr sz="11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Add a sub-copy. The recommendation is to use short and concise text in no more than 8 lines.</a:t>
            </a:r>
          </a:p>
        </p:txBody>
      </p:sp>
      <p:sp>
        <p:nvSpPr>
          <p:cNvPr id="6" name="Content Placeholder 3">
            <a:extLst>
              <a:ext uri="{FF2B5EF4-FFF2-40B4-BE49-F238E27FC236}">
                <a16:creationId xmlns:a16="http://schemas.microsoft.com/office/drawing/2014/main" id="{12A084B9-7D39-7396-6EC5-F5A7101DA7F2}"/>
              </a:ext>
            </a:extLst>
          </p:cNvPr>
          <p:cNvSpPr>
            <a:spLocks noGrp="1"/>
          </p:cNvSpPr>
          <p:nvPr>
            <p:ph sz="half" idx="31" hasCustomPrompt="1"/>
          </p:nvPr>
        </p:nvSpPr>
        <p:spPr>
          <a:xfrm>
            <a:off x="4288536" y="4820025"/>
            <a:ext cx="3611880" cy="1247591"/>
          </a:xfrm>
        </p:spPr>
        <p:txBody>
          <a:bodyPr>
            <a:noAutofit/>
          </a:bodyPr>
          <a:lstStyle>
            <a:lvl1pPr marL="0" indent="0">
              <a:spcBef>
                <a:spcPts val="600"/>
              </a:spcBef>
              <a:buFontTx/>
              <a:buNone/>
              <a:defRPr sz="11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Add a sub-copy. The recommendation is to use short and concise text in no more than 8 lines.</a:t>
            </a:r>
          </a:p>
        </p:txBody>
      </p:sp>
      <p:sp>
        <p:nvSpPr>
          <p:cNvPr id="7" name="Content Placeholder 4">
            <a:extLst>
              <a:ext uri="{FF2B5EF4-FFF2-40B4-BE49-F238E27FC236}">
                <a16:creationId xmlns:a16="http://schemas.microsoft.com/office/drawing/2014/main" id="{E1910ABB-1FCE-94BB-AD02-2F4C4B198284}"/>
              </a:ext>
            </a:extLst>
          </p:cNvPr>
          <p:cNvSpPr>
            <a:spLocks noGrp="1"/>
          </p:cNvSpPr>
          <p:nvPr>
            <p:ph sz="quarter" idx="32" hasCustomPrompt="1"/>
          </p:nvPr>
        </p:nvSpPr>
        <p:spPr>
          <a:xfrm>
            <a:off x="8211312" y="4820025"/>
            <a:ext cx="3611880" cy="1247591"/>
          </a:xfrm>
        </p:spPr>
        <p:txBody>
          <a:bodyPr>
            <a:noAutofit/>
          </a:bodyPr>
          <a:lstStyle>
            <a:lvl1pPr marL="0" indent="0">
              <a:spcBef>
                <a:spcPts val="600"/>
              </a:spcBef>
              <a:buFontTx/>
              <a:buNone/>
              <a:defRPr sz="11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Add a sub-copy. The recommendation is to use short and concise text in no more than 8 lines.</a:t>
            </a:r>
          </a:p>
        </p:txBody>
      </p:sp>
      <p:sp>
        <p:nvSpPr>
          <p:cNvPr id="9" name="Text Placeholder 23">
            <a:extLst>
              <a:ext uri="{FF2B5EF4-FFF2-40B4-BE49-F238E27FC236}">
                <a16:creationId xmlns:a16="http://schemas.microsoft.com/office/drawing/2014/main" id="{A5B42989-FE18-8BA0-B680-5557EFACA3AC}"/>
              </a:ext>
            </a:extLst>
          </p:cNvPr>
          <p:cNvSpPr>
            <a:spLocks noGrp="1"/>
          </p:cNvSpPr>
          <p:nvPr>
            <p:ph type="body" sz="quarter" idx="33" hasCustomPrompt="1"/>
          </p:nvPr>
        </p:nvSpPr>
        <p:spPr>
          <a:xfrm>
            <a:off x="869125" y="4383741"/>
            <a:ext cx="3107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here</a:t>
            </a:r>
          </a:p>
        </p:txBody>
      </p:sp>
      <p:sp>
        <p:nvSpPr>
          <p:cNvPr id="10" name="Text Placeholder 23">
            <a:extLst>
              <a:ext uri="{FF2B5EF4-FFF2-40B4-BE49-F238E27FC236}">
                <a16:creationId xmlns:a16="http://schemas.microsoft.com/office/drawing/2014/main" id="{F6335194-5809-B959-71C7-0A5D5F4C5383}"/>
              </a:ext>
            </a:extLst>
          </p:cNvPr>
          <p:cNvSpPr>
            <a:spLocks noGrp="1"/>
          </p:cNvSpPr>
          <p:nvPr>
            <p:ph type="body" sz="quarter" idx="34" hasCustomPrompt="1"/>
          </p:nvPr>
        </p:nvSpPr>
        <p:spPr>
          <a:xfrm>
            <a:off x="4792853" y="4383741"/>
            <a:ext cx="3107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here</a:t>
            </a:r>
          </a:p>
        </p:txBody>
      </p:sp>
      <p:sp>
        <p:nvSpPr>
          <p:cNvPr id="11" name="Text Placeholder 23">
            <a:extLst>
              <a:ext uri="{FF2B5EF4-FFF2-40B4-BE49-F238E27FC236}">
                <a16:creationId xmlns:a16="http://schemas.microsoft.com/office/drawing/2014/main" id="{C88192B2-3D25-87E7-AC4D-4F6EBB3B928F}"/>
              </a:ext>
            </a:extLst>
          </p:cNvPr>
          <p:cNvSpPr>
            <a:spLocks noGrp="1"/>
          </p:cNvSpPr>
          <p:nvPr>
            <p:ph type="body" sz="quarter" idx="35" hasCustomPrompt="1"/>
          </p:nvPr>
        </p:nvSpPr>
        <p:spPr>
          <a:xfrm>
            <a:off x="8715629" y="4383741"/>
            <a:ext cx="3107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here</a:t>
            </a:r>
          </a:p>
        </p:txBody>
      </p:sp>
      <p:sp>
        <p:nvSpPr>
          <p:cNvPr id="17" name="Picture Placeholder 16">
            <a:extLst>
              <a:ext uri="{FF2B5EF4-FFF2-40B4-BE49-F238E27FC236}">
                <a16:creationId xmlns:a16="http://schemas.microsoft.com/office/drawing/2014/main" id="{380A1048-C1FC-4ADD-FB84-F02090974481}"/>
              </a:ext>
            </a:extLst>
          </p:cNvPr>
          <p:cNvSpPr>
            <a:spLocks noGrp="1"/>
          </p:cNvSpPr>
          <p:nvPr>
            <p:ph type="pic" sz="quarter" idx="39" hasCustomPrompt="1"/>
          </p:nvPr>
        </p:nvSpPr>
        <p:spPr>
          <a:xfrm>
            <a:off x="365125" y="2365974"/>
            <a:ext cx="447007" cy="300179"/>
          </a:xfrm>
        </p:spPr>
        <p:txBody>
          <a:bodyPr anchor="ctr">
            <a:normAutofit/>
          </a:bodyPr>
          <a:lstStyle>
            <a:lvl1pPr marL="0" indent="0">
              <a:buNone/>
              <a:defRPr sz="1400"/>
            </a:lvl1pPr>
          </a:lstStyle>
          <a:p>
            <a:r>
              <a:rPr lang="en-US"/>
              <a:t>Icon</a:t>
            </a:r>
          </a:p>
        </p:txBody>
      </p:sp>
      <p:sp>
        <p:nvSpPr>
          <p:cNvPr id="18" name="Picture Placeholder 16">
            <a:extLst>
              <a:ext uri="{FF2B5EF4-FFF2-40B4-BE49-F238E27FC236}">
                <a16:creationId xmlns:a16="http://schemas.microsoft.com/office/drawing/2014/main" id="{54FA2183-1620-5C55-1993-4DE9F5DD39F6}"/>
              </a:ext>
            </a:extLst>
          </p:cNvPr>
          <p:cNvSpPr>
            <a:spLocks noGrp="1"/>
          </p:cNvSpPr>
          <p:nvPr>
            <p:ph type="pic" sz="quarter" idx="40" hasCustomPrompt="1"/>
          </p:nvPr>
        </p:nvSpPr>
        <p:spPr>
          <a:xfrm>
            <a:off x="365125" y="4389562"/>
            <a:ext cx="447007" cy="300179"/>
          </a:xfrm>
        </p:spPr>
        <p:txBody>
          <a:bodyPr anchor="ctr">
            <a:normAutofit/>
          </a:bodyPr>
          <a:lstStyle>
            <a:lvl1pPr marL="0" indent="0">
              <a:buNone/>
              <a:defRPr sz="1400"/>
            </a:lvl1pPr>
          </a:lstStyle>
          <a:p>
            <a:r>
              <a:rPr lang="en-US"/>
              <a:t>Icon</a:t>
            </a:r>
          </a:p>
        </p:txBody>
      </p:sp>
      <p:sp>
        <p:nvSpPr>
          <p:cNvPr id="19" name="Picture Placeholder 16">
            <a:extLst>
              <a:ext uri="{FF2B5EF4-FFF2-40B4-BE49-F238E27FC236}">
                <a16:creationId xmlns:a16="http://schemas.microsoft.com/office/drawing/2014/main" id="{ED2716BA-A975-D6E8-C17D-6D0650AED894}"/>
              </a:ext>
            </a:extLst>
          </p:cNvPr>
          <p:cNvSpPr>
            <a:spLocks noGrp="1"/>
          </p:cNvSpPr>
          <p:nvPr>
            <p:ph type="pic" sz="quarter" idx="41" hasCustomPrompt="1"/>
          </p:nvPr>
        </p:nvSpPr>
        <p:spPr>
          <a:xfrm>
            <a:off x="4288536" y="2365974"/>
            <a:ext cx="447007" cy="300179"/>
          </a:xfrm>
        </p:spPr>
        <p:txBody>
          <a:bodyPr anchor="ctr">
            <a:normAutofit/>
          </a:bodyPr>
          <a:lstStyle>
            <a:lvl1pPr marL="0" indent="0">
              <a:buNone/>
              <a:defRPr sz="1400"/>
            </a:lvl1pPr>
          </a:lstStyle>
          <a:p>
            <a:r>
              <a:rPr lang="en-US"/>
              <a:t>Icon</a:t>
            </a:r>
          </a:p>
        </p:txBody>
      </p:sp>
      <p:sp>
        <p:nvSpPr>
          <p:cNvPr id="20" name="Picture Placeholder 16">
            <a:extLst>
              <a:ext uri="{FF2B5EF4-FFF2-40B4-BE49-F238E27FC236}">
                <a16:creationId xmlns:a16="http://schemas.microsoft.com/office/drawing/2014/main" id="{B9F899F6-421E-4F71-9874-8C28C96AA6ED}"/>
              </a:ext>
            </a:extLst>
          </p:cNvPr>
          <p:cNvSpPr>
            <a:spLocks noGrp="1"/>
          </p:cNvSpPr>
          <p:nvPr>
            <p:ph type="pic" sz="quarter" idx="42" hasCustomPrompt="1"/>
          </p:nvPr>
        </p:nvSpPr>
        <p:spPr>
          <a:xfrm>
            <a:off x="4288536" y="4389562"/>
            <a:ext cx="447007" cy="300179"/>
          </a:xfrm>
        </p:spPr>
        <p:txBody>
          <a:bodyPr anchor="ctr">
            <a:normAutofit/>
          </a:bodyPr>
          <a:lstStyle>
            <a:lvl1pPr marL="0" indent="0">
              <a:buNone/>
              <a:defRPr sz="1400"/>
            </a:lvl1pPr>
          </a:lstStyle>
          <a:p>
            <a:r>
              <a:rPr lang="en-US"/>
              <a:t>Icon</a:t>
            </a:r>
          </a:p>
        </p:txBody>
      </p:sp>
      <p:sp>
        <p:nvSpPr>
          <p:cNvPr id="21" name="Picture Placeholder 16">
            <a:extLst>
              <a:ext uri="{FF2B5EF4-FFF2-40B4-BE49-F238E27FC236}">
                <a16:creationId xmlns:a16="http://schemas.microsoft.com/office/drawing/2014/main" id="{707BCBC9-213C-83B4-6A2F-C2F7553D0449}"/>
              </a:ext>
            </a:extLst>
          </p:cNvPr>
          <p:cNvSpPr>
            <a:spLocks noGrp="1"/>
          </p:cNvSpPr>
          <p:nvPr>
            <p:ph type="pic" sz="quarter" idx="43" hasCustomPrompt="1"/>
          </p:nvPr>
        </p:nvSpPr>
        <p:spPr>
          <a:xfrm>
            <a:off x="8211312" y="2365974"/>
            <a:ext cx="447007" cy="300179"/>
          </a:xfrm>
        </p:spPr>
        <p:txBody>
          <a:bodyPr anchor="ctr">
            <a:normAutofit/>
          </a:bodyPr>
          <a:lstStyle>
            <a:lvl1pPr marL="0" indent="0">
              <a:buNone/>
              <a:defRPr sz="1400"/>
            </a:lvl1pPr>
          </a:lstStyle>
          <a:p>
            <a:r>
              <a:rPr lang="en-US"/>
              <a:t>Icon</a:t>
            </a:r>
          </a:p>
        </p:txBody>
      </p:sp>
      <p:sp>
        <p:nvSpPr>
          <p:cNvPr id="22" name="Picture Placeholder 16">
            <a:extLst>
              <a:ext uri="{FF2B5EF4-FFF2-40B4-BE49-F238E27FC236}">
                <a16:creationId xmlns:a16="http://schemas.microsoft.com/office/drawing/2014/main" id="{D2DC9F7C-F193-02E0-9379-7A470BFE41A6}"/>
              </a:ext>
            </a:extLst>
          </p:cNvPr>
          <p:cNvSpPr>
            <a:spLocks noGrp="1"/>
          </p:cNvSpPr>
          <p:nvPr>
            <p:ph type="pic" sz="quarter" idx="44" hasCustomPrompt="1"/>
          </p:nvPr>
        </p:nvSpPr>
        <p:spPr>
          <a:xfrm>
            <a:off x="8211312" y="4389562"/>
            <a:ext cx="447007" cy="300179"/>
          </a:xfrm>
        </p:spPr>
        <p:txBody>
          <a:bodyPr anchor="ctr">
            <a:normAutofit/>
          </a:bodyPr>
          <a:lstStyle>
            <a:lvl1pPr marL="0" indent="0">
              <a:buNone/>
              <a:defRPr sz="1400"/>
            </a:lvl1pPr>
          </a:lstStyle>
          <a:p>
            <a:r>
              <a:rPr lang="en-US"/>
              <a:t>Icon</a:t>
            </a:r>
          </a:p>
        </p:txBody>
      </p:sp>
    </p:spTree>
    <p:extLst>
      <p:ext uri="{BB962C8B-B14F-4D97-AF65-F5344CB8AC3E}">
        <p14:creationId xmlns:p14="http://schemas.microsoft.com/office/powerpoint/2010/main" val="17790690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userDrawn="1">
          <p15:clr>
            <a:srgbClr val="FBAE40"/>
          </p15:clr>
        </p15:guide>
        <p15:guide id="2" pos="2506" userDrawn="1">
          <p15:clr>
            <a:srgbClr val="FBAE40"/>
          </p15:clr>
        </p15:guide>
        <p15:guide id="3" pos="4978" userDrawn="1">
          <p15:clr>
            <a:srgbClr val="FBAE40"/>
          </p15:clr>
        </p15:guide>
        <p15:guide id="4" pos="5172" userDrawn="1">
          <p15:clr>
            <a:srgbClr val="FBAE40"/>
          </p15:clr>
        </p15:guide>
        <p15:guide id="5" orient="horz" pos="1152" userDrawn="1">
          <p15:clr>
            <a:srgbClr val="FBAE40"/>
          </p15:clr>
        </p15:guide>
        <p15:guide id="6" orient="horz" pos="3832" userDrawn="1">
          <p15:clr>
            <a:srgbClr val="FBAE40"/>
          </p15:clr>
        </p15:guide>
        <p15:guide id="7" orient="horz" pos="4148" userDrawn="1">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Six Content Option 2 with Image">
    <p:spTree>
      <p:nvGrpSpPr>
        <p:cNvPr id="1" name=""/>
        <p:cNvGrpSpPr/>
        <p:nvPr/>
      </p:nvGrpSpPr>
      <p:grpSpPr>
        <a:xfrm>
          <a:off x="0" y="0"/>
          <a:ext cx="0" cy="0"/>
          <a:chOff x="0" y="0"/>
          <a:chExt cx="0" cy="0"/>
        </a:xfrm>
      </p:grpSpPr>
      <p:sp>
        <p:nvSpPr>
          <p:cNvPr id="2" name="Picture Placeholder 2">
            <a:extLst>
              <a:ext uri="{FF2B5EF4-FFF2-40B4-BE49-F238E27FC236}">
                <a16:creationId xmlns:a16="http://schemas.microsoft.com/office/drawing/2014/main" id="{6DC060F8-7E0D-F3F3-8508-FCD9FD316FB9}"/>
              </a:ext>
            </a:extLst>
          </p:cNvPr>
          <p:cNvSpPr>
            <a:spLocks noGrp="1"/>
          </p:cNvSpPr>
          <p:nvPr>
            <p:ph type="pic" sz="quarter" idx="16" hasCustomPrompt="1"/>
          </p:nvPr>
        </p:nvSpPr>
        <p:spPr>
          <a:xfrm>
            <a:off x="365125" y="2152592"/>
            <a:ext cx="3611563" cy="2667433"/>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a:t>[Click icon to insert photo]</a:t>
            </a:r>
          </a:p>
        </p:txBody>
      </p:sp>
      <p:sp>
        <p:nvSpPr>
          <p:cNvPr id="8" name="Title 1">
            <a:extLst>
              <a:ext uri="{FF2B5EF4-FFF2-40B4-BE49-F238E27FC236}">
                <a16:creationId xmlns:a16="http://schemas.microsoft.com/office/drawing/2014/main" id="{40A65C3A-C556-7B4E-9098-E1FD19D432C7}"/>
              </a:ext>
            </a:extLst>
          </p:cNvPr>
          <p:cNvSpPr>
            <a:spLocks noGrp="1"/>
          </p:cNvSpPr>
          <p:nvPr>
            <p:ph type="title" hasCustomPrompt="1"/>
          </p:nvPr>
        </p:nvSpPr>
        <p:spPr>
          <a:xfrm>
            <a:off x="365760" y="365760"/>
            <a:ext cx="3610928" cy="1666322"/>
          </a:xfrm>
        </p:spPr>
        <p:txBody>
          <a:bodyPr/>
          <a:lstStyle>
            <a:lvl1pPr>
              <a:defRPr>
                <a:latin typeface="Aptos Light" panose="020B0004020202020204" pitchFamily="34" charset="0"/>
              </a:defRPr>
            </a:lvl1pPr>
          </a:lstStyle>
          <a:p>
            <a:r>
              <a:rPr lang="en-US"/>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hasCustomPrompt="1"/>
          </p:nvPr>
        </p:nvSpPr>
        <p:spPr>
          <a:xfrm>
            <a:off x="4288219" y="784491"/>
            <a:ext cx="3611880" cy="1247591"/>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Add a sub-copy. The recommendation is to use short and concise text in no more than 10 lines.</a:t>
            </a:r>
          </a:p>
        </p:txBody>
      </p:sp>
      <p:sp>
        <p:nvSpPr>
          <p:cNvPr id="24" name="Text Placeholder 23">
            <a:extLst>
              <a:ext uri="{FF2B5EF4-FFF2-40B4-BE49-F238E27FC236}">
                <a16:creationId xmlns:a16="http://schemas.microsoft.com/office/drawing/2014/main" id="{99151199-89C4-C469-2508-71FDE0F98C11}"/>
              </a:ext>
            </a:extLst>
          </p:cNvPr>
          <p:cNvSpPr>
            <a:spLocks noGrp="1"/>
          </p:cNvSpPr>
          <p:nvPr>
            <p:ph type="body" sz="quarter" idx="24" hasCustomPrompt="1"/>
          </p:nvPr>
        </p:nvSpPr>
        <p:spPr>
          <a:xfrm>
            <a:off x="4791584" y="348207"/>
            <a:ext cx="3107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here</a:t>
            </a:r>
          </a:p>
        </p:txBody>
      </p:sp>
      <p:sp>
        <p:nvSpPr>
          <p:cNvPr id="28" name="Text Placeholder 23">
            <a:extLst>
              <a:ext uri="{FF2B5EF4-FFF2-40B4-BE49-F238E27FC236}">
                <a16:creationId xmlns:a16="http://schemas.microsoft.com/office/drawing/2014/main" id="{94C1C36B-116A-E547-B1F9-E6CEB683C177}"/>
              </a:ext>
            </a:extLst>
          </p:cNvPr>
          <p:cNvSpPr>
            <a:spLocks noGrp="1"/>
          </p:cNvSpPr>
          <p:nvPr>
            <p:ph type="body" sz="quarter" idx="27" hasCustomPrompt="1"/>
          </p:nvPr>
        </p:nvSpPr>
        <p:spPr>
          <a:xfrm>
            <a:off x="4287584" y="348207"/>
            <a:ext cx="504000" cy="306000"/>
          </a:xfrm>
        </p:spPr>
        <p:txBody>
          <a:bodyPr>
            <a:noAutofit/>
          </a:bodyPr>
          <a:lstStyle>
            <a:lvl1pPr marL="0" indent="0">
              <a:buFontTx/>
              <a:buNone/>
              <a:defRPr sz="24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01</a:t>
            </a:r>
          </a:p>
        </p:txBody>
      </p:sp>
      <p:sp>
        <p:nvSpPr>
          <p:cNvPr id="5" name="Content Placeholder 2">
            <a:extLst>
              <a:ext uri="{FF2B5EF4-FFF2-40B4-BE49-F238E27FC236}">
                <a16:creationId xmlns:a16="http://schemas.microsoft.com/office/drawing/2014/main" id="{A0466422-2C7B-8C30-E0E9-A0DEA37FEFB5}"/>
              </a:ext>
            </a:extLst>
          </p:cNvPr>
          <p:cNvSpPr>
            <a:spLocks noGrp="1"/>
          </p:cNvSpPr>
          <p:nvPr>
            <p:ph sz="half" idx="30" hasCustomPrompt="1"/>
          </p:nvPr>
        </p:nvSpPr>
        <p:spPr>
          <a:xfrm>
            <a:off x="8210043" y="784491"/>
            <a:ext cx="3611880" cy="1247591"/>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Add a sub-copy. The recommendation is to use short and concise text in no more than 10 lines.</a:t>
            </a:r>
          </a:p>
        </p:txBody>
      </p:sp>
      <p:sp>
        <p:nvSpPr>
          <p:cNvPr id="9" name="Text Placeholder 23">
            <a:extLst>
              <a:ext uri="{FF2B5EF4-FFF2-40B4-BE49-F238E27FC236}">
                <a16:creationId xmlns:a16="http://schemas.microsoft.com/office/drawing/2014/main" id="{A5B42989-FE18-8BA0-B680-5557EFACA3AC}"/>
              </a:ext>
            </a:extLst>
          </p:cNvPr>
          <p:cNvSpPr>
            <a:spLocks noGrp="1"/>
          </p:cNvSpPr>
          <p:nvPr>
            <p:ph type="body" sz="quarter" idx="33" hasCustomPrompt="1"/>
          </p:nvPr>
        </p:nvSpPr>
        <p:spPr>
          <a:xfrm>
            <a:off x="8713408" y="348207"/>
            <a:ext cx="3107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here</a:t>
            </a:r>
          </a:p>
        </p:txBody>
      </p:sp>
      <p:sp>
        <p:nvSpPr>
          <p:cNvPr id="12" name="Text Placeholder 23">
            <a:extLst>
              <a:ext uri="{FF2B5EF4-FFF2-40B4-BE49-F238E27FC236}">
                <a16:creationId xmlns:a16="http://schemas.microsoft.com/office/drawing/2014/main" id="{D1C58A3A-A744-D50F-0853-86EDAA885E05}"/>
              </a:ext>
            </a:extLst>
          </p:cNvPr>
          <p:cNvSpPr>
            <a:spLocks noGrp="1"/>
          </p:cNvSpPr>
          <p:nvPr>
            <p:ph type="body" sz="quarter" idx="36" hasCustomPrompt="1"/>
          </p:nvPr>
        </p:nvSpPr>
        <p:spPr>
          <a:xfrm>
            <a:off x="8209408" y="348207"/>
            <a:ext cx="504000" cy="306000"/>
          </a:xfrm>
        </p:spPr>
        <p:txBody>
          <a:bodyPr>
            <a:noAutofit/>
          </a:bodyPr>
          <a:lstStyle>
            <a:lvl1pPr marL="0" indent="0">
              <a:buFontTx/>
              <a:buNone/>
              <a:defRPr sz="24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02</a:t>
            </a:r>
          </a:p>
        </p:txBody>
      </p:sp>
      <p:sp>
        <p:nvSpPr>
          <p:cNvPr id="17" name="Content Placeholder 2">
            <a:extLst>
              <a:ext uri="{FF2B5EF4-FFF2-40B4-BE49-F238E27FC236}">
                <a16:creationId xmlns:a16="http://schemas.microsoft.com/office/drawing/2014/main" id="{639B018B-5E8C-8C9B-56EB-C4889C580F2A}"/>
              </a:ext>
            </a:extLst>
          </p:cNvPr>
          <p:cNvSpPr>
            <a:spLocks noGrp="1"/>
          </p:cNvSpPr>
          <p:nvPr>
            <p:ph sz="half" idx="23" hasCustomPrompt="1"/>
          </p:nvPr>
        </p:nvSpPr>
        <p:spPr>
          <a:xfrm>
            <a:off x="365760" y="5141343"/>
            <a:ext cx="3610928" cy="939417"/>
          </a:xfrm>
        </p:spPr>
        <p:txBody>
          <a:bodyPr>
            <a:noAutofit/>
          </a:bodyPr>
          <a:lstStyle>
            <a:lvl1pPr marL="0" indent="0">
              <a:buFontTx/>
              <a:buNone/>
              <a:defRPr sz="18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00% Here you can add an important metric</a:t>
            </a:r>
          </a:p>
        </p:txBody>
      </p:sp>
      <p:sp>
        <p:nvSpPr>
          <p:cNvPr id="16" name="Content Placeholder 3">
            <a:extLst>
              <a:ext uri="{FF2B5EF4-FFF2-40B4-BE49-F238E27FC236}">
                <a16:creationId xmlns:a16="http://schemas.microsoft.com/office/drawing/2014/main" id="{1B33AFAD-A4EB-49F1-FA0B-3BC36381E2E2}"/>
              </a:ext>
            </a:extLst>
          </p:cNvPr>
          <p:cNvSpPr>
            <a:spLocks noGrp="1"/>
          </p:cNvSpPr>
          <p:nvPr>
            <p:ph sz="half" idx="2" hasCustomPrompt="1"/>
          </p:nvPr>
        </p:nvSpPr>
        <p:spPr>
          <a:xfrm>
            <a:off x="4288536" y="2795838"/>
            <a:ext cx="3611880" cy="1247591"/>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Add a sub-copy. The recommendation is to use short and concise text in no more than 10 lines.</a:t>
            </a:r>
          </a:p>
        </p:txBody>
      </p:sp>
      <p:sp>
        <p:nvSpPr>
          <p:cNvPr id="18" name="Content Placeholder 4">
            <a:extLst>
              <a:ext uri="{FF2B5EF4-FFF2-40B4-BE49-F238E27FC236}">
                <a16:creationId xmlns:a16="http://schemas.microsoft.com/office/drawing/2014/main" id="{A2DBAEA1-ED53-B3D6-FEB4-AB47BC097A03}"/>
              </a:ext>
            </a:extLst>
          </p:cNvPr>
          <p:cNvSpPr>
            <a:spLocks noGrp="1"/>
          </p:cNvSpPr>
          <p:nvPr>
            <p:ph sz="quarter" idx="13" hasCustomPrompt="1"/>
          </p:nvPr>
        </p:nvSpPr>
        <p:spPr>
          <a:xfrm>
            <a:off x="8211312" y="2795838"/>
            <a:ext cx="3611880" cy="1247591"/>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Add a sub-copy. The recommendation is to use short and concise text in no more than 6 lines.</a:t>
            </a:r>
          </a:p>
        </p:txBody>
      </p:sp>
      <p:sp>
        <p:nvSpPr>
          <p:cNvPr id="19" name="Text Placeholder 23">
            <a:extLst>
              <a:ext uri="{FF2B5EF4-FFF2-40B4-BE49-F238E27FC236}">
                <a16:creationId xmlns:a16="http://schemas.microsoft.com/office/drawing/2014/main" id="{D33A3B40-4ABF-956B-C824-61918CF79C67}"/>
              </a:ext>
            </a:extLst>
          </p:cNvPr>
          <p:cNvSpPr>
            <a:spLocks noGrp="1"/>
          </p:cNvSpPr>
          <p:nvPr>
            <p:ph type="body" sz="quarter" idx="25" hasCustomPrompt="1"/>
          </p:nvPr>
        </p:nvSpPr>
        <p:spPr>
          <a:xfrm>
            <a:off x="4792853" y="2365974"/>
            <a:ext cx="3107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here</a:t>
            </a:r>
          </a:p>
        </p:txBody>
      </p:sp>
      <p:sp>
        <p:nvSpPr>
          <p:cNvPr id="20" name="Text Placeholder 23">
            <a:extLst>
              <a:ext uri="{FF2B5EF4-FFF2-40B4-BE49-F238E27FC236}">
                <a16:creationId xmlns:a16="http://schemas.microsoft.com/office/drawing/2014/main" id="{49690F7B-7ED1-10C6-2EDA-D075B5A17090}"/>
              </a:ext>
            </a:extLst>
          </p:cNvPr>
          <p:cNvSpPr>
            <a:spLocks noGrp="1"/>
          </p:cNvSpPr>
          <p:nvPr>
            <p:ph type="body" sz="quarter" idx="26" hasCustomPrompt="1"/>
          </p:nvPr>
        </p:nvSpPr>
        <p:spPr>
          <a:xfrm>
            <a:off x="8715629" y="2365974"/>
            <a:ext cx="3107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here</a:t>
            </a:r>
          </a:p>
        </p:txBody>
      </p:sp>
      <p:sp>
        <p:nvSpPr>
          <p:cNvPr id="21" name="Text Placeholder 23">
            <a:extLst>
              <a:ext uri="{FF2B5EF4-FFF2-40B4-BE49-F238E27FC236}">
                <a16:creationId xmlns:a16="http://schemas.microsoft.com/office/drawing/2014/main" id="{110E2AA8-1F77-469B-EAA2-3860BF5BF66D}"/>
              </a:ext>
            </a:extLst>
          </p:cNvPr>
          <p:cNvSpPr>
            <a:spLocks noGrp="1"/>
          </p:cNvSpPr>
          <p:nvPr>
            <p:ph type="body" sz="quarter" idx="28" hasCustomPrompt="1"/>
          </p:nvPr>
        </p:nvSpPr>
        <p:spPr>
          <a:xfrm>
            <a:off x="4288853" y="2365974"/>
            <a:ext cx="504000" cy="306000"/>
          </a:xfrm>
        </p:spPr>
        <p:txBody>
          <a:bodyPr>
            <a:noAutofit/>
          </a:bodyPr>
          <a:lstStyle>
            <a:lvl1pPr marL="0" indent="0">
              <a:buFontTx/>
              <a:buNone/>
              <a:defRPr sz="24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03</a:t>
            </a:r>
          </a:p>
        </p:txBody>
      </p:sp>
      <p:sp>
        <p:nvSpPr>
          <p:cNvPr id="22" name="Text Placeholder 23">
            <a:extLst>
              <a:ext uri="{FF2B5EF4-FFF2-40B4-BE49-F238E27FC236}">
                <a16:creationId xmlns:a16="http://schemas.microsoft.com/office/drawing/2014/main" id="{3C03FAAB-5B93-B783-559B-A4C916B89129}"/>
              </a:ext>
            </a:extLst>
          </p:cNvPr>
          <p:cNvSpPr>
            <a:spLocks noGrp="1"/>
          </p:cNvSpPr>
          <p:nvPr>
            <p:ph type="body" sz="quarter" idx="29" hasCustomPrompt="1"/>
          </p:nvPr>
        </p:nvSpPr>
        <p:spPr>
          <a:xfrm>
            <a:off x="8211629" y="2365974"/>
            <a:ext cx="504000" cy="306000"/>
          </a:xfrm>
        </p:spPr>
        <p:txBody>
          <a:bodyPr>
            <a:noAutofit/>
          </a:bodyPr>
          <a:lstStyle>
            <a:lvl1pPr marL="0" indent="0">
              <a:buFontTx/>
              <a:buNone/>
              <a:defRPr sz="24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04</a:t>
            </a:r>
          </a:p>
        </p:txBody>
      </p:sp>
      <p:sp>
        <p:nvSpPr>
          <p:cNvPr id="23" name="Content Placeholder 3">
            <a:extLst>
              <a:ext uri="{FF2B5EF4-FFF2-40B4-BE49-F238E27FC236}">
                <a16:creationId xmlns:a16="http://schemas.microsoft.com/office/drawing/2014/main" id="{30DACC41-1F51-6B32-34CA-D3158A3C2CF3}"/>
              </a:ext>
            </a:extLst>
          </p:cNvPr>
          <p:cNvSpPr>
            <a:spLocks noGrp="1"/>
          </p:cNvSpPr>
          <p:nvPr>
            <p:ph sz="half" idx="31" hasCustomPrompt="1"/>
          </p:nvPr>
        </p:nvSpPr>
        <p:spPr>
          <a:xfrm>
            <a:off x="4288536" y="4820025"/>
            <a:ext cx="3611880" cy="1247591"/>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Add a sub-copy. The recommendation is to use short and concise text in no more than 10 lines.</a:t>
            </a:r>
          </a:p>
        </p:txBody>
      </p:sp>
      <p:sp>
        <p:nvSpPr>
          <p:cNvPr id="25" name="Content Placeholder 4">
            <a:extLst>
              <a:ext uri="{FF2B5EF4-FFF2-40B4-BE49-F238E27FC236}">
                <a16:creationId xmlns:a16="http://schemas.microsoft.com/office/drawing/2014/main" id="{038201DA-1344-64B9-43BE-6A4CE8AAD2DF}"/>
              </a:ext>
            </a:extLst>
          </p:cNvPr>
          <p:cNvSpPr>
            <a:spLocks noGrp="1"/>
          </p:cNvSpPr>
          <p:nvPr>
            <p:ph sz="quarter" idx="32" hasCustomPrompt="1"/>
          </p:nvPr>
        </p:nvSpPr>
        <p:spPr>
          <a:xfrm>
            <a:off x="8211312" y="4820025"/>
            <a:ext cx="3611880" cy="1247591"/>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Add a sub-copy. The recommendation is to use short and concise text in no more than 6 lines.</a:t>
            </a:r>
          </a:p>
        </p:txBody>
      </p:sp>
      <p:sp>
        <p:nvSpPr>
          <p:cNvPr id="31" name="Text Placeholder 23">
            <a:extLst>
              <a:ext uri="{FF2B5EF4-FFF2-40B4-BE49-F238E27FC236}">
                <a16:creationId xmlns:a16="http://schemas.microsoft.com/office/drawing/2014/main" id="{70406086-1ED9-4995-A7E9-28C1B8E27D1C}"/>
              </a:ext>
            </a:extLst>
          </p:cNvPr>
          <p:cNvSpPr>
            <a:spLocks noGrp="1"/>
          </p:cNvSpPr>
          <p:nvPr>
            <p:ph type="body" sz="quarter" idx="34" hasCustomPrompt="1"/>
          </p:nvPr>
        </p:nvSpPr>
        <p:spPr>
          <a:xfrm>
            <a:off x="4792853" y="4383741"/>
            <a:ext cx="3107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here</a:t>
            </a:r>
          </a:p>
        </p:txBody>
      </p:sp>
      <p:sp>
        <p:nvSpPr>
          <p:cNvPr id="32" name="Text Placeholder 23">
            <a:extLst>
              <a:ext uri="{FF2B5EF4-FFF2-40B4-BE49-F238E27FC236}">
                <a16:creationId xmlns:a16="http://schemas.microsoft.com/office/drawing/2014/main" id="{11B0B266-8EA5-E731-EE20-E22F64B00323}"/>
              </a:ext>
            </a:extLst>
          </p:cNvPr>
          <p:cNvSpPr>
            <a:spLocks noGrp="1"/>
          </p:cNvSpPr>
          <p:nvPr>
            <p:ph type="body" sz="quarter" idx="35" hasCustomPrompt="1"/>
          </p:nvPr>
        </p:nvSpPr>
        <p:spPr>
          <a:xfrm>
            <a:off x="8715629" y="4383741"/>
            <a:ext cx="3107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here</a:t>
            </a:r>
          </a:p>
        </p:txBody>
      </p:sp>
      <p:sp>
        <p:nvSpPr>
          <p:cNvPr id="33" name="Text Placeholder 23">
            <a:extLst>
              <a:ext uri="{FF2B5EF4-FFF2-40B4-BE49-F238E27FC236}">
                <a16:creationId xmlns:a16="http://schemas.microsoft.com/office/drawing/2014/main" id="{BE6D882F-17DC-A6AF-28B7-C461192641AB}"/>
              </a:ext>
            </a:extLst>
          </p:cNvPr>
          <p:cNvSpPr>
            <a:spLocks noGrp="1"/>
          </p:cNvSpPr>
          <p:nvPr>
            <p:ph type="body" sz="quarter" idx="37" hasCustomPrompt="1"/>
          </p:nvPr>
        </p:nvSpPr>
        <p:spPr>
          <a:xfrm>
            <a:off x="4288853" y="4383741"/>
            <a:ext cx="504000" cy="306000"/>
          </a:xfrm>
        </p:spPr>
        <p:txBody>
          <a:bodyPr>
            <a:noAutofit/>
          </a:bodyPr>
          <a:lstStyle>
            <a:lvl1pPr marL="0" indent="0">
              <a:buFontTx/>
              <a:buNone/>
              <a:defRPr sz="24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05</a:t>
            </a:r>
          </a:p>
        </p:txBody>
      </p:sp>
      <p:sp>
        <p:nvSpPr>
          <p:cNvPr id="34" name="Text Placeholder 23">
            <a:extLst>
              <a:ext uri="{FF2B5EF4-FFF2-40B4-BE49-F238E27FC236}">
                <a16:creationId xmlns:a16="http://schemas.microsoft.com/office/drawing/2014/main" id="{F0B400B6-1A75-254F-AE04-7E7351E53046}"/>
              </a:ext>
            </a:extLst>
          </p:cNvPr>
          <p:cNvSpPr>
            <a:spLocks noGrp="1"/>
          </p:cNvSpPr>
          <p:nvPr>
            <p:ph type="body" sz="quarter" idx="38" hasCustomPrompt="1"/>
          </p:nvPr>
        </p:nvSpPr>
        <p:spPr>
          <a:xfrm>
            <a:off x="8211629" y="4383741"/>
            <a:ext cx="504000" cy="306000"/>
          </a:xfrm>
        </p:spPr>
        <p:txBody>
          <a:bodyPr>
            <a:noAutofit/>
          </a:bodyPr>
          <a:lstStyle>
            <a:lvl1pPr marL="0" indent="0">
              <a:buFontTx/>
              <a:buNone/>
              <a:defRPr sz="24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06</a:t>
            </a:r>
          </a:p>
        </p:txBody>
      </p:sp>
    </p:spTree>
    <p:extLst>
      <p:ext uri="{BB962C8B-B14F-4D97-AF65-F5344CB8AC3E}">
        <p14:creationId xmlns:p14="http://schemas.microsoft.com/office/powerpoint/2010/main" val="32072811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userDrawn="1">
          <p15:clr>
            <a:srgbClr val="FBAE40"/>
          </p15:clr>
        </p15:guide>
        <p15:guide id="2" pos="2506" userDrawn="1">
          <p15:clr>
            <a:srgbClr val="FBAE40"/>
          </p15:clr>
        </p15:guide>
        <p15:guide id="3" pos="4978" userDrawn="1">
          <p15:clr>
            <a:srgbClr val="FBAE40"/>
          </p15:clr>
        </p15:guide>
        <p15:guide id="4" pos="5172" userDrawn="1">
          <p15:clr>
            <a:srgbClr val="FBAE40"/>
          </p15:clr>
        </p15:guide>
        <p15:guide id="5" orient="horz" pos="1152" userDrawn="1">
          <p15:clr>
            <a:srgbClr val="FBAE40"/>
          </p15:clr>
        </p15:guide>
        <p15:guide id="6" orient="horz" pos="3832" userDrawn="1">
          <p15:clr>
            <a:srgbClr val="FBAE40"/>
          </p15:clr>
        </p15:guide>
        <p15:guide id="7" orient="horz" pos="4148" userDrawn="1">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Six Content Option 3 with Image">
    <p:spTree>
      <p:nvGrpSpPr>
        <p:cNvPr id="1" name=""/>
        <p:cNvGrpSpPr/>
        <p:nvPr/>
      </p:nvGrpSpPr>
      <p:grpSpPr>
        <a:xfrm>
          <a:off x="0" y="0"/>
          <a:ext cx="0" cy="0"/>
          <a:chOff x="0" y="0"/>
          <a:chExt cx="0" cy="0"/>
        </a:xfrm>
      </p:grpSpPr>
      <p:sp>
        <p:nvSpPr>
          <p:cNvPr id="6" name="UST" descr="UST">
            <a:extLst>
              <a:ext uri="{FF2B5EF4-FFF2-40B4-BE49-F238E27FC236}">
                <a16:creationId xmlns:a16="http://schemas.microsoft.com/office/drawing/2014/main" id="{63BDAF2E-DD6E-72F0-91D7-FCD33F705716}"/>
              </a:ext>
            </a:extLst>
          </p:cNvPr>
          <p:cNvSpPr>
            <a:spLocks noChangeAspect="1" noEditPoints="1"/>
          </p:cNvSpPr>
          <p:nvPr/>
        </p:nvSpPr>
        <p:spPr bwMode="black">
          <a:xfrm>
            <a:off x="365760" y="6238277"/>
            <a:ext cx="320040" cy="354090"/>
          </a:xfrm>
          <a:custGeom>
            <a:avLst/>
            <a:gdLst>
              <a:gd name="T0" fmla="*/ 3605 w 4000"/>
              <a:gd name="T1" fmla="*/ 485 h 4419"/>
              <a:gd name="T2" fmla="*/ 3605 w 4000"/>
              <a:gd name="T3" fmla="*/ 485 h 4419"/>
              <a:gd name="T4" fmla="*/ 2969 w 4000"/>
              <a:gd name="T5" fmla="*/ 485 h 4419"/>
              <a:gd name="T6" fmla="*/ 2969 w 4000"/>
              <a:gd name="T7" fmla="*/ 1120 h 4419"/>
              <a:gd name="T8" fmla="*/ 3605 w 4000"/>
              <a:gd name="T9" fmla="*/ 1120 h 4419"/>
              <a:gd name="T10" fmla="*/ 3605 w 4000"/>
              <a:gd name="T11" fmla="*/ 485 h 4419"/>
              <a:gd name="T12" fmla="*/ 4000 w 4000"/>
              <a:gd name="T13" fmla="*/ 2730 h 4419"/>
              <a:gd name="T14" fmla="*/ 4000 w 4000"/>
              <a:gd name="T15" fmla="*/ 2730 h 4419"/>
              <a:gd name="T16" fmla="*/ 2574 w 4000"/>
              <a:gd name="T17" fmla="*/ 2730 h 4419"/>
              <a:gd name="T18" fmla="*/ 2574 w 4000"/>
              <a:gd name="T19" fmla="*/ 3120 h 4419"/>
              <a:gd name="T20" fmla="*/ 3062 w 4000"/>
              <a:gd name="T21" fmla="*/ 3120 h 4419"/>
              <a:gd name="T22" fmla="*/ 3062 w 4000"/>
              <a:gd name="T23" fmla="*/ 4367 h 4419"/>
              <a:gd name="T24" fmla="*/ 3512 w 4000"/>
              <a:gd name="T25" fmla="*/ 4367 h 4419"/>
              <a:gd name="T26" fmla="*/ 3512 w 4000"/>
              <a:gd name="T27" fmla="*/ 3120 h 4419"/>
              <a:gd name="T28" fmla="*/ 4000 w 4000"/>
              <a:gd name="T29" fmla="*/ 3120 h 4419"/>
              <a:gd name="T30" fmla="*/ 4000 w 4000"/>
              <a:gd name="T31" fmla="*/ 2730 h 4419"/>
              <a:gd name="T32" fmla="*/ 903 w 4000"/>
              <a:gd name="T33" fmla="*/ 3385 h 4419"/>
              <a:gd name="T34" fmla="*/ 903 w 4000"/>
              <a:gd name="T35" fmla="*/ 3385 h 4419"/>
              <a:gd name="T36" fmla="*/ 760 w 4000"/>
              <a:gd name="T37" fmla="*/ 3351 h 4419"/>
              <a:gd name="T38" fmla="*/ 530 w 4000"/>
              <a:gd name="T39" fmla="*/ 3188 h 4419"/>
              <a:gd name="T40" fmla="*/ 760 w 4000"/>
              <a:gd name="T41" fmla="*/ 3065 h 4419"/>
              <a:gd name="T42" fmla="*/ 1114 w 4000"/>
              <a:gd name="T43" fmla="*/ 3213 h 4419"/>
              <a:gd name="T44" fmla="*/ 1392 w 4000"/>
              <a:gd name="T45" fmla="*/ 2988 h 4419"/>
              <a:gd name="T46" fmla="*/ 763 w 4000"/>
              <a:gd name="T47" fmla="*/ 2683 h 4419"/>
              <a:gd name="T48" fmla="*/ 82 w 4000"/>
              <a:gd name="T49" fmla="*/ 3199 h 4419"/>
              <a:gd name="T50" fmla="*/ 635 w 4000"/>
              <a:gd name="T51" fmla="*/ 3739 h 4419"/>
              <a:gd name="T52" fmla="*/ 784 w 4000"/>
              <a:gd name="T53" fmla="*/ 3776 h 4419"/>
              <a:gd name="T54" fmla="*/ 984 w 4000"/>
              <a:gd name="T55" fmla="*/ 3912 h 4419"/>
              <a:gd name="T56" fmla="*/ 718 w 4000"/>
              <a:gd name="T57" fmla="*/ 4050 h 4419"/>
              <a:gd name="T58" fmla="*/ 307 w 4000"/>
              <a:gd name="T59" fmla="*/ 3867 h 4419"/>
              <a:gd name="T60" fmla="*/ 29 w 4000"/>
              <a:gd name="T61" fmla="*/ 4092 h 4419"/>
              <a:gd name="T62" fmla="*/ 721 w 4000"/>
              <a:gd name="T63" fmla="*/ 4419 h 4419"/>
              <a:gd name="T64" fmla="*/ 1451 w 4000"/>
              <a:gd name="T65" fmla="*/ 3900 h 4419"/>
              <a:gd name="T66" fmla="*/ 903 w 4000"/>
              <a:gd name="T67" fmla="*/ 3385 h 4419"/>
              <a:gd name="T68" fmla="*/ 1026 w 4000"/>
              <a:gd name="T69" fmla="*/ 0 h 4419"/>
              <a:gd name="T70" fmla="*/ 1026 w 4000"/>
              <a:gd name="T71" fmla="*/ 0 h 4419"/>
              <a:gd name="T72" fmla="*/ 1475 w 4000"/>
              <a:gd name="T73" fmla="*/ 0 h 4419"/>
              <a:gd name="T74" fmla="*/ 1475 w 4000"/>
              <a:gd name="T75" fmla="*/ 967 h 4419"/>
              <a:gd name="T76" fmla="*/ 741 w 4000"/>
              <a:gd name="T77" fmla="*/ 1688 h 4419"/>
              <a:gd name="T78" fmla="*/ 0 w 4000"/>
              <a:gd name="T79" fmla="*/ 967 h 4419"/>
              <a:gd name="T80" fmla="*/ 0 w 4000"/>
              <a:gd name="T81" fmla="*/ 0 h 4419"/>
              <a:gd name="T82" fmla="*/ 449 w 4000"/>
              <a:gd name="T83" fmla="*/ 0 h 4419"/>
              <a:gd name="T84" fmla="*/ 449 w 4000"/>
              <a:gd name="T85" fmla="*/ 970 h 4419"/>
              <a:gd name="T86" fmla="*/ 739 w 4000"/>
              <a:gd name="T87" fmla="*/ 1273 h 4419"/>
              <a:gd name="T88" fmla="*/ 1026 w 4000"/>
              <a:gd name="T89" fmla="*/ 970 h 4419"/>
              <a:gd name="T90" fmla="*/ 1026 w 4000"/>
              <a:gd name="T91" fmla="*/ 0 h 4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000" h="4419">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ptos Light" panose="020B0004020202020204" pitchFamily="34" charset="0"/>
            </a:endParaRPr>
          </a:p>
        </p:txBody>
      </p:sp>
      <p:sp>
        <p:nvSpPr>
          <p:cNvPr id="2" name="Picture Placeholder 2">
            <a:extLst>
              <a:ext uri="{FF2B5EF4-FFF2-40B4-BE49-F238E27FC236}">
                <a16:creationId xmlns:a16="http://schemas.microsoft.com/office/drawing/2014/main" id="{FD1411E7-651A-C39D-A51D-32CDA27B147D}"/>
              </a:ext>
            </a:extLst>
          </p:cNvPr>
          <p:cNvSpPr>
            <a:spLocks noGrp="1"/>
          </p:cNvSpPr>
          <p:nvPr>
            <p:ph type="pic" sz="quarter" idx="16" hasCustomPrompt="1"/>
          </p:nvPr>
        </p:nvSpPr>
        <p:spPr>
          <a:xfrm>
            <a:off x="9187992" y="0"/>
            <a:ext cx="3004008" cy="3711295"/>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a:t>[Click icon to insert photo]</a:t>
            </a:r>
          </a:p>
        </p:txBody>
      </p:sp>
      <p:sp>
        <p:nvSpPr>
          <p:cNvPr id="10" name="Rectangle">
            <a:extLst>
              <a:ext uri="{FF2B5EF4-FFF2-40B4-BE49-F238E27FC236}">
                <a16:creationId xmlns:a16="http://schemas.microsoft.com/office/drawing/2014/main" id="{48742422-6537-1397-FC9C-2281DCB667AA}"/>
              </a:ext>
            </a:extLst>
          </p:cNvPr>
          <p:cNvSpPr/>
          <p:nvPr/>
        </p:nvSpPr>
        <p:spPr>
          <a:xfrm>
            <a:off x="365125" y="1599920"/>
            <a:ext cx="2635200" cy="2111375"/>
          </a:xfrm>
          <a:prstGeom prst="rect">
            <a:avLst/>
          </a:prstGeom>
          <a:solidFill>
            <a:srgbClr val="F2F7F8"/>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11" name="Rectangle">
            <a:extLst>
              <a:ext uri="{FF2B5EF4-FFF2-40B4-BE49-F238E27FC236}">
                <a16:creationId xmlns:a16="http://schemas.microsoft.com/office/drawing/2014/main" id="{92085AB4-0821-EC77-6B6E-D700A6464A9A}"/>
              </a:ext>
            </a:extLst>
          </p:cNvPr>
          <p:cNvSpPr/>
          <p:nvPr/>
        </p:nvSpPr>
        <p:spPr>
          <a:xfrm>
            <a:off x="3306292" y="1599920"/>
            <a:ext cx="2635200" cy="2111375"/>
          </a:xfrm>
          <a:prstGeom prst="rect">
            <a:avLst/>
          </a:prstGeom>
          <a:solidFill>
            <a:srgbClr val="F2F7F8"/>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12" name="Rectangle">
            <a:extLst>
              <a:ext uri="{FF2B5EF4-FFF2-40B4-BE49-F238E27FC236}">
                <a16:creationId xmlns:a16="http://schemas.microsoft.com/office/drawing/2014/main" id="{452A60C8-A3F6-A3AA-7C25-A59E6169A420}"/>
              </a:ext>
            </a:extLst>
          </p:cNvPr>
          <p:cNvSpPr/>
          <p:nvPr/>
        </p:nvSpPr>
        <p:spPr>
          <a:xfrm>
            <a:off x="6247142" y="1599920"/>
            <a:ext cx="2635200" cy="2111375"/>
          </a:xfrm>
          <a:prstGeom prst="rect">
            <a:avLst/>
          </a:prstGeom>
          <a:solidFill>
            <a:srgbClr val="F2F7F8"/>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hasCustomPrompt="1"/>
          </p:nvPr>
        </p:nvSpPr>
        <p:spPr>
          <a:xfrm>
            <a:off x="512725" y="2401325"/>
            <a:ext cx="2340000" cy="11880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Designated space to input the body text for your content. Use it to convey your message, share information, or express your ideas effectively.</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hasCustomPrompt="1"/>
          </p:nvPr>
        </p:nvSpPr>
        <p:spPr>
          <a:xfrm>
            <a:off x="3453892" y="2401325"/>
            <a:ext cx="2340000" cy="11880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Designated space to input the body text for your content. Use it to convey your message, share information, or express your ideas effectively.</a:t>
            </a:r>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hasCustomPrompt="1"/>
          </p:nvPr>
        </p:nvSpPr>
        <p:spPr>
          <a:xfrm>
            <a:off x="6394742" y="2401325"/>
            <a:ext cx="2340000" cy="11880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Designated space to input the body text for your content. Use it to convey your message, share information, or express your ideas effectively.</a:t>
            </a:r>
          </a:p>
        </p:txBody>
      </p:sp>
      <p:sp>
        <p:nvSpPr>
          <p:cNvPr id="24" name="Text Placeholder 23">
            <a:extLst>
              <a:ext uri="{FF2B5EF4-FFF2-40B4-BE49-F238E27FC236}">
                <a16:creationId xmlns:a16="http://schemas.microsoft.com/office/drawing/2014/main" id="{99151199-89C4-C469-2508-71FDE0F98C11}"/>
              </a:ext>
            </a:extLst>
          </p:cNvPr>
          <p:cNvSpPr>
            <a:spLocks noGrp="1"/>
          </p:cNvSpPr>
          <p:nvPr>
            <p:ph type="body" sz="quarter" idx="24" hasCustomPrompt="1"/>
          </p:nvPr>
        </p:nvSpPr>
        <p:spPr>
          <a:xfrm>
            <a:off x="512725" y="1746007"/>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in no more than 2 lines of text</a:t>
            </a:r>
          </a:p>
        </p:txBody>
      </p:sp>
      <p:sp>
        <p:nvSpPr>
          <p:cNvPr id="26" name="Text Placeholder 23">
            <a:extLst>
              <a:ext uri="{FF2B5EF4-FFF2-40B4-BE49-F238E27FC236}">
                <a16:creationId xmlns:a16="http://schemas.microsoft.com/office/drawing/2014/main" id="{E87AAFDC-C5F8-9863-E682-0FADD32F75E4}"/>
              </a:ext>
            </a:extLst>
          </p:cNvPr>
          <p:cNvSpPr>
            <a:spLocks noGrp="1"/>
          </p:cNvSpPr>
          <p:nvPr>
            <p:ph type="body" sz="quarter" idx="25" hasCustomPrompt="1"/>
          </p:nvPr>
        </p:nvSpPr>
        <p:spPr>
          <a:xfrm>
            <a:off x="3453892" y="1746007"/>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in no more than 2 lines of text</a:t>
            </a:r>
          </a:p>
        </p:txBody>
      </p:sp>
      <p:sp>
        <p:nvSpPr>
          <p:cNvPr id="27" name="Text Placeholder 23">
            <a:extLst>
              <a:ext uri="{FF2B5EF4-FFF2-40B4-BE49-F238E27FC236}">
                <a16:creationId xmlns:a16="http://schemas.microsoft.com/office/drawing/2014/main" id="{DA2E51EC-3B36-0590-AB00-E45EC6E92BCF}"/>
              </a:ext>
            </a:extLst>
          </p:cNvPr>
          <p:cNvSpPr>
            <a:spLocks noGrp="1"/>
          </p:cNvSpPr>
          <p:nvPr>
            <p:ph type="body" sz="quarter" idx="26" hasCustomPrompt="1"/>
          </p:nvPr>
        </p:nvSpPr>
        <p:spPr>
          <a:xfrm>
            <a:off x="6394742" y="1746007"/>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in no more than 2 lines of text</a:t>
            </a:r>
          </a:p>
        </p:txBody>
      </p:sp>
      <p:sp>
        <p:nvSpPr>
          <p:cNvPr id="9" name="Title 1">
            <a:extLst>
              <a:ext uri="{FF2B5EF4-FFF2-40B4-BE49-F238E27FC236}">
                <a16:creationId xmlns:a16="http://schemas.microsoft.com/office/drawing/2014/main" id="{3A8771AB-23E6-B24D-A20F-781526D19D52}"/>
              </a:ext>
            </a:extLst>
          </p:cNvPr>
          <p:cNvSpPr>
            <a:spLocks noGrp="1"/>
          </p:cNvSpPr>
          <p:nvPr>
            <p:ph type="title" hasCustomPrompt="1"/>
          </p:nvPr>
        </p:nvSpPr>
        <p:spPr>
          <a:xfrm>
            <a:off x="365760" y="365760"/>
            <a:ext cx="8516582" cy="914400"/>
          </a:xfrm>
        </p:spPr>
        <p:txBody>
          <a:bodyPr/>
          <a:lstStyle>
            <a:lvl1pPr>
              <a:defRPr>
                <a:latin typeface="Aptos Light" panose="020B0004020202020204" pitchFamily="34" charset="0"/>
              </a:defRPr>
            </a:lvl1pPr>
          </a:lstStyle>
          <a:p>
            <a:r>
              <a:rPr lang="en-US"/>
              <a:t>[Slide title]</a:t>
            </a:r>
          </a:p>
        </p:txBody>
      </p:sp>
      <p:sp>
        <p:nvSpPr>
          <p:cNvPr id="17" name="Rectangle">
            <a:extLst>
              <a:ext uri="{FF2B5EF4-FFF2-40B4-BE49-F238E27FC236}">
                <a16:creationId xmlns:a16="http://schemas.microsoft.com/office/drawing/2014/main" id="{1186DDA3-3539-99BA-DCB8-06CE419870BB}"/>
              </a:ext>
            </a:extLst>
          </p:cNvPr>
          <p:cNvSpPr/>
          <p:nvPr/>
        </p:nvSpPr>
        <p:spPr>
          <a:xfrm>
            <a:off x="365125" y="3971925"/>
            <a:ext cx="2635200" cy="2111375"/>
          </a:xfrm>
          <a:prstGeom prst="rect">
            <a:avLst/>
          </a:prstGeom>
          <a:solidFill>
            <a:srgbClr val="F2F7F8"/>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18" name="Rectangle">
            <a:extLst>
              <a:ext uri="{FF2B5EF4-FFF2-40B4-BE49-F238E27FC236}">
                <a16:creationId xmlns:a16="http://schemas.microsoft.com/office/drawing/2014/main" id="{98555F8E-33CE-98B8-F44B-3536FA5F524C}"/>
              </a:ext>
            </a:extLst>
          </p:cNvPr>
          <p:cNvSpPr/>
          <p:nvPr/>
        </p:nvSpPr>
        <p:spPr>
          <a:xfrm>
            <a:off x="3306292" y="3971925"/>
            <a:ext cx="2635200" cy="2111375"/>
          </a:xfrm>
          <a:prstGeom prst="rect">
            <a:avLst/>
          </a:prstGeom>
          <a:solidFill>
            <a:srgbClr val="F2F7F8"/>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19" name="Rectangle">
            <a:extLst>
              <a:ext uri="{FF2B5EF4-FFF2-40B4-BE49-F238E27FC236}">
                <a16:creationId xmlns:a16="http://schemas.microsoft.com/office/drawing/2014/main" id="{186A83F0-B6B6-9B4A-724E-BA028AC2207C}"/>
              </a:ext>
            </a:extLst>
          </p:cNvPr>
          <p:cNvSpPr/>
          <p:nvPr/>
        </p:nvSpPr>
        <p:spPr>
          <a:xfrm>
            <a:off x="6247142" y="3971925"/>
            <a:ext cx="5944858" cy="2111375"/>
          </a:xfrm>
          <a:prstGeom prst="rect">
            <a:avLst/>
          </a:prstGeom>
          <a:solidFill>
            <a:schemeClr val="accent4"/>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20" name="Content Placeholder 2">
            <a:extLst>
              <a:ext uri="{FF2B5EF4-FFF2-40B4-BE49-F238E27FC236}">
                <a16:creationId xmlns:a16="http://schemas.microsoft.com/office/drawing/2014/main" id="{A361D126-CF07-E843-3D67-CA426A50B0FD}"/>
              </a:ext>
            </a:extLst>
          </p:cNvPr>
          <p:cNvSpPr>
            <a:spLocks noGrp="1"/>
          </p:cNvSpPr>
          <p:nvPr>
            <p:ph sz="half" idx="27" hasCustomPrompt="1"/>
          </p:nvPr>
        </p:nvSpPr>
        <p:spPr>
          <a:xfrm>
            <a:off x="512725" y="4773331"/>
            <a:ext cx="2340000" cy="11880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Designated space to input the body text for your content. Use it to convey your message, share information, or express your ideas effectively.</a:t>
            </a:r>
          </a:p>
        </p:txBody>
      </p:sp>
      <p:sp>
        <p:nvSpPr>
          <p:cNvPr id="21" name="Content Placeholder 3">
            <a:extLst>
              <a:ext uri="{FF2B5EF4-FFF2-40B4-BE49-F238E27FC236}">
                <a16:creationId xmlns:a16="http://schemas.microsoft.com/office/drawing/2014/main" id="{325EAC39-63F9-4400-D866-0C2C49BA3393}"/>
              </a:ext>
            </a:extLst>
          </p:cNvPr>
          <p:cNvSpPr>
            <a:spLocks noGrp="1"/>
          </p:cNvSpPr>
          <p:nvPr>
            <p:ph sz="half" idx="28" hasCustomPrompt="1"/>
          </p:nvPr>
        </p:nvSpPr>
        <p:spPr>
          <a:xfrm>
            <a:off x="3453892" y="4773331"/>
            <a:ext cx="2340000" cy="11880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Designated space to input the body text for your content. Use it to convey your message, share information, or express your ideas effectively.</a:t>
            </a:r>
          </a:p>
        </p:txBody>
      </p:sp>
      <p:sp>
        <p:nvSpPr>
          <p:cNvPr id="22" name="Content Placeholder 4">
            <a:extLst>
              <a:ext uri="{FF2B5EF4-FFF2-40B4-BE49-F238E27FC236}">
                <a16:creationId xmlns:a16="http://schemas.microsoft.com/office/drawing/2014/main" id="{506EC894-FC99-C66D-B08B-ECB0ACE8D739}"/>
              </a:ext>
            </a:extLst>
          </p:cNvPr>
          <p:cNvSpPr>
            <a:spLocks noGrp="1"/>
          </p:cNvSpPr>
          <p:nvPr>
            <p:ph sz="quarter" idx="29" hasCustomPrompt="1"/>
          </p:nvPr>
        </p:nvSpPr>
        <p:spPr>
          <a:xfrm>
            <a:off x="6394742" y="4536818"/>
            <a:ext cx="5428450" cy="1424513"/>
          </a:xfrm>
        </p:spPr>
        <p:txBody>
          <a:bodyPr/>
          <a:lstStyle>
            <a:lvl1pPr marL="0" indent="0">
              <a:spcBef>
                <a:spcPts val="600"/>
              </a:spcBef>
              <a:buFontTx/>
              <a:buNone/>
              <a:defRPr sz="1200">
                <a:solidFill>
                  <a:schemeClr val="bg1"/>
                </a:solidFill>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Designated space to input the body text for your content. Use it to convey your message, share information, or express your ideas effectively.</a:t>
            </a:r>
          </a:p>
        </p:txBody>
      </p:sp>
      <p:sp>
        <p:nvSpPr>
          <p:cNvPr id="23" name="Text Placeholder 23">
            <a:extLst>
              <a:ext uri="{FF2B5EF4-FFF2-40B4-BE49-F238E27FC236}">
                <a16:creationId xmlns:a16="http://schemas.microsoft.com/office/drawing/2014/main" id="{47FF4D12-95F4-BAA1-DAAF-103AEB1C9998}"/>
              </a:ext>
            </a:extLst>
          </p:cNvPr>
          <p:cNvSpPr>
            <a:spLocks noGrp="1"/>
          </p:cNvSpPr>
          <p:nvPr>
            <p:ph type="body" sz="quarter" idx="30" hasCustomPrompt="1"/>
          </p:nvPr>
        </p:nvSpPr>
        <p:spPr>
          <a:xfrm>
            <a:off x="512725" y="4118012"/>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in no more than 2 lines of text</a:t>
            </a:r>
          </a:p>
        </p:txBody>
      </p:sp>
      <p:sp>
        <p:nvSpPr>
          <p:cNvPr id="25" name="Text Placeholder 23">
            <a:extLst>
              <a:ext uri="{FF2B5EF4-FFF2-40B4-BE49-F238E27FC236}">
                <a16:creationId xmlns:a16="http://schemas.microsoft.com/office/drawing/2014/main" id="{D2062F39-7727-4616-0E65-483A0B938020}"/>
              </a:ext>
            </a:extLst>
          </p:cNvPr>
          <p:cNvSpPr>
            <a:spLocks noGrp="1"/>
          </p:cNvSpPr>
          <p:nvPr>
            <p:ph type="body" sz="quarter" idx="31" hasCustomPrompt="1"/>
          </p:nvPr>
        </p:nvSpPr>
        <p:spPr>
          <a:xfrm>
            <a:off x="3453892" y="4118012"/>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in no more than 2 lines of text</a:t>
            </a:r>
          </a:p>
        </p:txBody>
      </p:sp>
      <p:sp>
        <p:nvSpPr>
          <p:cNvPr id="28" name="Text Placeholder 23">
            <a:extLst>
              <a:ext uri="{FF2B5EF4-FFF2-40B4-BE49-F238E27FC236}">
                <a16:creationId xmlns:a16="http://schemas.microsoft.com/office/drawing/2014/main" id="{79BC8676-BC4E-0AF1-4392-AC7DADEDD491}"/>
              </a:ext>
            </a:extLst>
          </p:cNvPr>
          <p:cNvSpPr>
            <a:spLocks noGrp="1"/>
          </p:cNvSpPr>
          <p:nvPr>
            <p:ph type="body" sz="quarter" idx="32" hasCustomPrompt="1"/>
          </p:nvPr>
        </p:nvSpPr>
        <p:spPr>
          <a:xfrm>
            <a:off x="6394742" y="4118012"/>
            <a:ext cx="5428450" cy="272719"/>
          </a:xfrm>
        </p:spPr>
        <p:txBody>
          <a:bodyPr>
            <a:noAutofit/>
          </a:bodyPr>
          <a:lstStyle>
            <a:lvl1pPr marL="0" indent="0">
              <a:buFontTx/>
              <a:buNone/>
              <a:defRPr sz="1600" b="1">
                <a:solidFill>
                  <a:schemeClr val="bg1"/>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in no more than 1 lines of text</a:t>
            </a:r>
          </a:p>
        </p:txBody>
      </p:sp>
    </p:spTree>
    <p:extLst>
      <p:ext uri="{BB962C8B-B14F-4D97-AF65-F5344CB8AC3E}">
        <p14:creationId xmlns:p14="http://schemas.microsoft.com/office/powerpoint/2010/main" val="25653291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userDrawn="1">
          <p15:clr>
            <a:srgbClr val="FBAE40"/>
          </p15:clr>
        </p15:guide>
        <p15:guide id="2" pos="2506" userDrawn="1">
          <p15:clr>
            <a:srgbClr val="FBAE40"/>
          </p15:clr>
        </p15:guide>
        <p15:guide id="3" pos="4978" userDrawn="1">
          <p15:clr>
            <a:srgbClr val="FBAE40"/>
          </p15:clr>
        </p15:guide>
        <p15:guide id="4" pos="5172" userDrawn="1">
          <p15:clr>
            <a:srgbClr val="FBAE40"/>
          </p15:clr>
        </p15:guide>
        <p15:guide id="5" orient="horz" pos="1152" userDrawn="1">
          <p15:clr>
            <a:srgbClr val="FBAE40"/>
          </p15:clr>
        </p15:guide>
        <p15:guide id="6" orient="horz" pos="3832" userDrawn="1">
          <p15:clr>
            <a:srgbClr val="FBAE40"/>
          </p15:clr>
        </p15:guide>
        <p15:guide id="7" orient="horz" pos="4148" userDrawn="1">
          <p15:clr>
            <a:srgbClr val="FBAE40"/>
          </p15:clr>
        </p15:guide>
        <p15:guide id="8" orient="horz" userDrawn="1">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1_Layout for Next step: Six content">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71CA1839-2459-D9A5-EBCE-0D164326CCA0}"/>
              </a:ext>
            </a:extLst>
          </p:cNvPr>
          <p:cNvCxnSpPr>
            <a:cxnSpLocks/>
            <a:stCxn id="14" idx="2"/>
            <a:endCxn id="20" idx="0"/>
          </p:cNvCxnSpPr>
          <p:nvPr/>
        </p:nvCxnSpPr>
        <p:spPr>
          <a:xfrm>
            <a:off x="5960745" y="1039247"/>
            <a:ext cx="0" cy="3564502"/>
          </a:xfrm>
          <a:prstGeom prst="line">
            <a:avLst/>
          </a:prstGeom>
          <a:ln w="12700" cap="sq">
            <a:solidFill>
              <a:schemeClr val="tx1"/>
            </a:solidFill>
          </a:ln>
        </p:spPr>
        <p:style>
          <a:lnRef idx="1">
            <a:schemeClr val="accent1"/>
          </a:lnRef>
          <a:fillRef idx="0">
            <a:schemeClr val="accent1"/>
          </a:fillRef>
          <a:effectRef idx="0">
            <a:srgbClr val="000000"/>
          </a:effectRef>
          <a:fontRef idx="minor">
            <a:schemeClr val="bg1"/>
          </a:fontRef>
        </p:style>
      </p:cxnSp>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a:xfrm>
            <a:off x="365760" y="365760"/>
            <a:ext cx="4819015" cy="914400"/>
          </a:xfrm>
        </p:spPr>
        <p:txBody>
          <a:bodyPr/>
          <a:lstStyle/>
          <a:p>
            <a:r>
              <a:rPr lang="en-US"/>
              <a:t>[Slide title]</a:t>
            </a:r>
          </a:p>
        </p:txBody>
      </p:sp>
      <p:sp>
        <p:nvSpPr>
          <p:cNvPr id="10" name="Picture Placeholder 2">
            <a:extLst>
              <a:ext uri="{FF2B5EF4-FFF2-40B4-BE49-F238E27FC236}">
                <a16:creationId xmlns:a16="http://schemas.microsoft.com/office/drawing/2014/main" id="{BC9FA658-DB0D-3B49-8AC4-95F223F6A727}"/>
              </a:ext>
            </a:extLst>
          </p:cNvPr>
          <p:cNvSpPr>
            <a:spLocks noGrp="1"/>
          </p:cNvSpPr>
          <p:nvPr>
            <p:ph type="pic" sz="quarter" idx="16" hasCustomPrompt="1"/>
          </p:nvPr>
        </p:nvSpPr>
        <p:spPr>
          <a:xfrm>
            <a:off x="0" y="1778422"/>
            <a:ext cx="5184775" cy="2651063"/>
          </a:xfrm>
          <a:solidFill>
            <a:srgbClr val="D7E0E3"/>
          </a:solidFill>
        </p:spPr>
        <p:txBody>
          <a:bodyPr anchor="ctr" anchorCtr="0">
            <a:normAutofit/>
          </a:bodyPr>
          <a:lstStyle>
            <a:lvl1pPr marL="0" indent="0" algn="ctr">
              <a:buNone/>
              <a:defRPr sz="1200"/>
            </a:lvl1pPr>
          </a:lstStyle>
          <a:p>
            <a:r>
              <a:rPr lang="en-US"/>
              <a:t>[Click icon to insert photo]</a:t>
            </a:r>
          </a:p>
        </p:txBody>
      </p:sp>
      <p:sp>
        <p:nvSpPr>
          <p:cNvPr id="2" name="Text Placeholder 17">
            <a:extLst>
              <a:ext uri="{FF2B5EF4-FFF2-40B4-BE49-F238E27FC236}">
                <a16:creationId xmlns:a16="http://schemas.microsoft.com/office/drawing/2014/main" id="{475F19E3-F39C-5F0E-0007-39B3862E405C}"/>
              </a:ext>
            </a:extLst>
          </p:cNvPr>
          <p:cNvSpPr>
            <a:spLocks noGrp="1"/>
          </p:cNvSpPr>
          <p:nvPr>
            <p:ph type="body" sz="quarter" idx="41" hasCustomPrompt="1"/>
          </p:nvPr>
        </p:nvSpPr>
        <p:spPr>
          <a:xfrm>
            <a:off x="5673089" y="1778422"/>
            <a:ext cx="575311" cy="673101"/>
          </a:xfrm>
          <a:solidFill>
            <a:schemeClr val="bg1"/>
          </a:solidFill>
        </p:spPr>
        <p:txBody>
          <a:bodyPr>
            <a:noAutofit/>
          </a:bodyPr>
          <a:lstStyle>
            <a:lvl1pPr marL="0" indent="0">
              <a:buFontTx/>
              <a:buNone/>
              <a:defRPr sz="1200" b="1">
                <a:solidFill>
                  <a:schemeClr val="tx2"/>
                </a:solidFill>
              </a:defRPr>
            </a:lvl1pPr>
            <a:lvl2pPr marL="182880" indent="0">
              <a:buFontTx/>
              <a:buNone/>
              <a:defRPr sz="3200"/>
            </a:lvl2pPr>
            <a:lvl3pPr marL="365760" indent="0">
              <a:buFontTx/>
              <a:buNone/>
              <a:defRPr sz="3200"/>
            </a:lvl3pPr>
            <a:lvl4pPr marL="548640" indent="0">
              <a:buFontTx/>
              <a:buNone/>
              <a:defRPr sz="3200"/>
            </a:lvl4pPr>
            <a:lvl5pPr marL="731520" indent="0">
              <a:buFontTx/>
              <a:buNone/>
              <a:defRPr sz="3200"/>
            </a:lvl5pPr>
          </a:lstStyle>
          <a:p>
            <a:pPr marL="0" marR="0" lvl="0" indent="0" algn="l" defTabSz="914400" rtl="0" eaLnBrk="1" fontAlgn="auto" latinLnBrk="0" hangingPunct="1">
              <a:lnSpc>
                <a:spcPct val="100000"/>
              </a:lnSpc>
              <a:spcBef>
                <a:spcPts val="1200"/>
              </a:spcBef>
              <a:spcAft>
                <a:spcPts val="0"/>
              </a:spcAft>
              <a:buClrTx/>
              <a:buSzTx/>
              <a:buFontTx/>
              <a:buNone/>
              <a:tabLst/>
              <a:defRPr/>
            </a:pPr>
            <a:r>
              <a:rPr lang="en-US"/>
              <a:t>Heading</a:t>
            </a:r>
          </a:p>
        </p:txBody>
      </p:sp>
      <p:sp>
        <p:nvSpPr>
          <p:cNvPr id="3" name="Content Placeholder 3">
            <a:extLst>
              <a:ext uri="{FF2B5EF4-FFF2-40B4-BE49-F238E27FC236}">
                <a16:creationId xmlns:a16="http://schemas.microsoft.com/office/drawing/2014/main" id="{54D1037B-0C6F-45E8-C46C-92D44BBB6B5B}"/>
              </a:ext>
            </a:extLst>
          </p:cNvPr>
          <p:cNvSpPr>
            <a:spLocks noGrp="1"/>
          </p:cNvSpPr>
          <p:nvPr>
            <p:ph sz="half" idx="2" hasCustomPrompt="1"/>
          </p:nvPr>
        </p:nvSpPr>
        <p:spPr>
          <a:xfrm>
            <a:off x="6429375" y="1778422"/>
            <a:ext cx="5393499" cy="12384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mj-lt"/>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This is an example of a metric description with a length of four lines of text.</a:t>
            </a:r>
          </a:p>
        </p:txBody>
      </p:sp>
      <p:sp>
        <p:nvSpPr>
          <p:cNvPr id="4" name="Content Placeholder 2">
            <a:extLst>
              <a:ext uri="{FF2B5EF4-FFF2-40B4-BE49-F238E27FC236}">
                <a16:creationId xmlns:a16="http://schemas.microsoft.com/office/drawing/2014/main" id="{E40AC114-FB7A-C7E2-DBF4-46903FC7F812}"/>
              </a:ext>
            </a:extLst>
          </p:cNvPr>
          <p:cNvSpPr>
            <a:spLocks noGrp="1"/>
          </p:cNvSpPr>
          <p:nvPr>
            <p:ph sz="half" idx="23" hasCustomPrompt="1"/>
          </p:nvPr>
        </p:nvSpPr>
        <p:spPr>
          <a:xfrm>
            <a:off x="365760" y="4724400"/>
            <a:ext cx="4819015" cy="1116682"/>
          </a:xfrm>
        </p:spPr>
        <p:txBody>
          <a:bodyPr>
            <a:noAutofit/>
          </a:bodyPr>
          <a:lstStyle>
            <a:lvl1pPr marL="0" indent="0">
              <a:buFontTx/>
              <a:buNone/>
              <a:defRPr sz="20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Enter a sub-text here</a:t>
            </a:r>
          </a:p>
        </p:txBody>
      </p:sp>
      <p:sp>
        <p:nvSpPr>
          <p:cNvPr id="6" name="Content Placeholder 3">
            <a:extLst>
              <a:ext uri="{FF2B5EF4-FFF2-40B4-BE49-F238E27FC236}">
                <a16:creationId xmlns:a16="http://schemas.microsoft.com/office/drawing/2014/main" id="{2817E022-CF3B-55C4-CAF9-4A0BBB1AACF5}"/>
              </a:ext>
            </a:extLst>
          </p:cNvPr>
          <p:cNvSpPr>
            <a:spLocks noGrp="1"/>
          </p:cNvSpPr>
          <p:nvPr>
            <p:ph sz="half" idx="35" hasCustomPrompt="1"/>
          </p:nvPr>
        </p:nvSpPr>
        <p:spPr>
          <a:xfrm>
            <a:off x="6429375" y="3191085"/>
            <a:ext cx="5393499" cy="12384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mj-lt"/>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This is an example of a metric description with a length of four lines of text.</a:t>
            </a:r>
          </a:p>
        </p:txBody>
      </p:sp>
      <p:sp>
        <p:nvSpPr>
          <p:cNvPr id="12" name="Text Placeholder 17">
            <a:extLst>
              <a:ext uri="{FF2B5EF4-FFF2-40B4-BE49-F238E27FC236}">
                <a16:creationId xmlns:a16="http://schemas.microsoft.com/office/drawing/2014/main" id="{EFFD5499-80A0-B223-EA66-0163C9D06B3E}"/>
              </a:ext>
            </a:extLst>
          </p:cNvPr>
          <p:cNvSpPr>
            <a:spLocks noGrp="1"/>
          </p:cNvSpPr>
          <p:nvPr>
            <p:ph type="body" sz="quarter" idx="42" hasCustomPrompt="1"/>
          </p:nvPr>
        </p:nvSpPr>
        <p:spPr>
          <a:xfrm>
            <a:off x="5673089" y="3191085"/>
            <a:ext cx="575311" cy="673101"/>
          </a:xfrm>
          <a:solidFill>
            <a:schemeClr val="bg1"/>
          </a:solidFill>
        </p:spPr>
        <p:txBody>
          <a:bodyPr>
            <a:noAutofit/>
          </a:bodyPr>
          <a:lstStyle>
            <a:lvl1pPr marL="0" indent="0">
              <a:buFontTx/>
              <a:buNone/>
              <a:defRPr sz="1200" b="1">
                <a:solidFill>
                  <a:schemeClr val="tx2"/>
                </a:solidFill>
              </a:defRPr>
            </a:lvl1pPr>
            <a:lvl2pPr marL="182880" indent="0">
              <a:buFontTx/>
              <a:buNone/>
              <a:defRPr sz="3200"/>
            </a:lvl2pPr>
            <a:lvl3pPr marL="365760" indent="0">
              <a:buFontTx/>
              <a:buNone/>
              <a:defRPr sz="3200"/>
            </a:lvl3pPr>
            <a:lvl4pPr marL="548640" indent="0">
              <a:buFontTx/>
              <a:buNone/>
              <a:defRPr sz="3200"/>
            </a:lvl4pPr>
            <a:lvl5pPr marL="731520" indent="0">
              <a:buFontTx/>
              <a:buNone/>
              <a:defRPr sz="3200"/>
            </a:lvl5pPr>
          </a:lstStyle>
          <a:p>
            <a:pPr lvl="0"/>
            <a:r>
              <a:rPr lang="en-US"/>
              <a:t>Heading</a:t>
            </a:r>
          </a:p>
        </p:txBody>
      </p:sp>
      <p:sp>
        <p:nvSpPr>
          <p:cNvPr id="14" name="Text Placeholder 17">
            <a:extLst>
              <a:ext uri="{FF2B5EF4-FFF2-40B4-BE49-F238E27FC236}">
                <a16:creationId xmlns:a16="http://schemas.microsoft.com/office/drawing/2014/main" id="{9F222DDC-206B-913F-EED4-AFF4CBABBFFE}"/>
              </a:ext>
            </a:extLst>
          </p:cNvPr>
          <p:cNvSpPr>
            <a:spLocks noGrp="1"/>
          </p:cNvSpPr>
          <p:nvPr>
            <p:ph type="body" sz="quarter" idx="44" hasCustomPrompt="1"/>
          </p:nvPr>
        </p:nvSpPr>
        <p:spPr>
          <a:xfrm>
            <a:off x="5673089" y="366146"/>
            <a:ext cx="575311" cy="673101"/>
          </a:xfrm>
          <a:solidFill>
            <a:schemeClr val="bg1"/>
          </a:solidFill>
        </p:spPr>
        <p:txBody>
          <a:bodyPr>
            <a:noAutofit/>
          </a:bodyPr>
          <a:lstStyle>
            <a:lvl1pPr marL="0" indent="0">
              <a:buFontTx/>
              <a:buNone/>
              <a:defRPr sz="1200" b="1" baseline="0">
                <a:solidFill>
                  <a:schemeClr val="tx2"/>
                </a:solidFill>
              </a:defRPr>
            </a:lvl1pPr>
            <a:lvl2pPr marL="182880" indent="0">
              <a:buFontTx/>
              <a:buNone/>
              <a:defRPr sz="3200"/>
            </a:lvl2pPr>
            <a:lvl3pPr marL="365760" indent="0">
              <a:buFontTx/>
              <a:buNone/>
              <a:defRPr sz="3200"/>
            </a:lvl3pPr>
            <a:lvl4pPr marL="548640" indent="0">
              <a:buFontTx/>
              <a:buNone/>
              <a:defRPr sz="3200"/>
            </a:lvl4pPr>
            <a:lvl5pPr marL="731520" indent="0">
              <a:buFontTx/>
              <a:buNone/>
              <a:defRPr sz="3200"/>
            </a:lvl5pPr>
          </a:lstStyle>
          <a:p>
            <a:pPr lvl="0"/>
            <a:r>
              <a:rPr lang="en-US"/>
              <a:t>Heading</a:t>
            </a:r>
          </a:p>
        </p:txBody>
      </p:sp>
      <p:sp>
        <p:nvSpPr>
          <p:cNvPr id="16" name="Content Placeholder 3">
            <a:extLst>
              <a:ext uri="{FF2B5EF4-FFF2-40B4-BE49-F238E27FC236}">
                <a16:creationId xmlns:a16="http://schemas.microsoft.com/office/drawing/2014/main" id="{F1036C9A-2250-90E5-2100-7974F425840E}"/>
              </a:ext>
            </a:extLst>
          </p:cNvPr>
          <p:cNvSpPr>
            <a:spLocks noGrp="1"/>
          </p:cNvSpPr>
          <p:nvPr>
            <p:ph sz="half" idx="45" hasCustomPrompt="1"/>
          </p:nvPr>
        </p:nvSpPr>
        <p:spPr>
          <a:xfrm>
            <a:off x="6429375" y="365759"/>
            <a:ext cx="5393499" cy="12384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mj-lt"/>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This is an example of a metric description with a length of four lines of text.</a:t>
            </a:r>
          </a:p>
        </p:txBody>
      </p:sp>
      <p:sp>
        <p:nvSpPr>
          <p:cNvPr id="18" name="Content Placeholder 3">
            <a:extLst>
              <a:ext uri="{FF2B5EF4-FFF2-40B4-BE49-F238E27FC236}">
                <a16:creationId xmlns:a16="http://schemas.microsoft.com/office/drawing/2014/main" id="{1A441F86-1250-61F6-319F-A3B02590623A}"/>
              </a:ext>
            </a:extLst>
          </p:cNvPr>
          <p:cNvSpPr>
            <a:spLocks noGrp="1"/>
          </p:cNvSpPr>
          <p:nvPr>
            <p:ph sz="half" idx="47" hasCustomPrompt="1"/>
          </p:nvPr>
        </p:nvSpPr>
        <p:spPr>
          <a:xfrm>
            <a:off x="6429375" y="4603749"/>
            <a:ext cx="5393499" cy="12384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mj-lt"/>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This is an example of a metric description with a length of four lines of text.</a:t>
            </a:r>
          </a:p>
        </p:txBody>
      </p:sp>
      <p:sp>
        <p:nvSpPr>
          <p:cNvPr id="20" name="Text Placeholder 17">
            <a:extLst>
              <a:ext uri="{FF2B5EF4-FFF2-40B4-BE49-F238E27FC236}">
                <a16:creationId xmlns:a16="http://schemas.microsoft.com/office/drawing/2014/main" id="{CB14684E-CBFF-7E53-C65C-3A3D09C6062C}"/>
              </a:ext>
            </a:extLst>
          </p:cNvPr>
          <p:cNvSpPr>
            <a:spLocks noGrp="1"/>
          </p:cNvSpPr>
          <p:nvPr>
            <p:ph type="body" sz="quarter" idx="49" hasCustomPrompt="1"/>
          </p:nvPr>
        </p:nvSpPr>
        <p:spPr>
          <a:xfrm>
            <a:off x="5673089" y="4603749"/>
            <a:ext cx="575311" cy="673101"/>
          </a:xfrm>
          <a:solidFill>
            <a:schemeClr val="bg1"/>
          </a:solidFill>
        </p:spPr>
        <p:txBody>
          <a:bodyPr>
            <a:noAutofit/>
          </a:bodyPr>
          <a:lstStyle>
            <a:lvl1pPr marL="0" indent="0">
              <a:buFontTx/>
              <a:buNone/>
              <a:defRPr sz="1200" b="1">
                <a:solidFill>
                  <a:schemeClr val="tx2"/>
                </a:solidFill>
              </a:defRPr>
            </a:lvl1pPr>
            <a:lvl2pPr marL="182880" indent="0">
              <a:buFontTx/>
              <a:buNone/>
              <a:defRPr sz="3200"/>
            </a:lvl2pPr>
            <a:lvl3pPr marL="365760" indent="0">
              <a:buFontTx/>
              <a:buNone/>
              <a:defRPr sz="3200"/>
            </a:lvl3pPr>
            <a:lvl4pPr marL="548640" indent="0">
              <a:buFontTx/>
              <a:buNone/>
              <a:defRPr sz="3200"/>
            </a:lvl4pPr>
            <a:lvl5pPr marL="731520" indent="0">
              <a:buFontTx/>
              <a:buNone/>
              <a:defRPr sz="3200"/>
            </a:lvl5pPr>
          </a:lstStyle>
          <a:p>
            <a:pPr lvl="0"/>
            <a:r>
              <a:rPr lang="en-US"/>
              <a:t>Heading</a:t>
            </a:r>
          </a:p>
        </p:txBody>
      </p:sp>
    </p:spTree>
    <p:extLst>
      <p:ext uri="{BB962C8B-B14F-4D97-AF65-F5344CB8AC3E}">
        <p14:creationId xmlns:p14="http://schemas.microsoft.com/office/powerpoint/2010/main" val="21049332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pos="3936" userDrawn="1">
          <p15:clr>
            <a:srgbClr val="FBAE40"/>
          </p15:clr>
        </p15:guide>
        <p15:guide id="4" pos="3744" userDrawn="1">
          <p15:clr>
            <a:srgbClr val="FBAE40"/>
          </p15:clr>
        </p15:guide>
        <p15:guide id="7" orient="horz" pos="1139" userDrawn="1">
          <p15:clr>
            <a:srgbClr val="FBAE40"/>
          </p15:clr>
        </p15:guide>
        <p15:guide id="8" orient="horz" pos="3832" userDrawn="1">
          <p15:clr>
            <a:srgbClr val="FBAE40"/>
          </p15:clr>
        </p15:guide>
        <p15:guide id="9" orient="horz" pos="4148" userDrawn="1">
          <p15:clr>
            <a:srgbClr val="FBAE40"/>
          </p15:clr>
        </p15:guide>
        <p15:guide id="10" orient="horz" pos="3168" userDrawn="1">
          <p15:clr>
            <a:srgbClr val="FBAE40"/>
          </p15:clr>
        </p15:guide>
        <p15:guide id="11" pos="476" userDrawn="1">
          <p15:clr>
            <a:srgbClr val="FBAE40"/>
          </p15:clr>
        </p15:guide>
        <p15:guide id="12" orient="horz" pos="2160"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wo Content with Chart">
    <p:spTree>
      <p:nvGrpSpPr>
        <p:cNvPr id="1" name=""/>
        <p:cNvGrpSpPr/>
        <p:nvPr/>
      </p:nvGrpSpPr>
      <p:grpSpPr>
        <a:xfrm>
          <a:off x="0" y="0"/>
          <a:ext cx="0" cy="0"/>
          <a:chOff x="0" y="0"/>
          <a:chExt cx="0" cy="0"/>
        </a:xfrm>
      </p:grpSpPr>
      <p:sp>
        <p:nvSpPr>
          <p:cNvPr id="12" name="Rectangle">
            <a:extLst>
              <a:ext uri="{FF2B5EF4-FFF2-40B4-BE49-F238E27FC236}">
                <a16:creationId xmlns:a16="http://schemas.microsoft.com/office/drawing/2014/main" id="{452A60C8-A3F6-A3AA-7C25-A59E6169A420}"/>
              </a:ext>
            </a:extLst>
          </p:cNvPr>
          <p:cNvSpPr/>
          <p:nvPr/>
        </p:nvSpPr>
        <p:spPr>
          <a:xfrm>
            <a:off x="6247142" y="3165153"/>
            <a:ext cx="5944858" cy="3108647"/>
          </a:xfrm>
          <a:prstGeom prst="rect">
            <a:avLst/>
          </a:prstGeom>
          <a:solidFill>
            <a:srgbClr val="F2F7F8"/>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hasCustomPrompt="1"/>
          </p:nvPr>
        </p:nvSpPr>
        <p:spPr>
          <a:xfrm>
            <a:off x="365126" y="5067300"/>
            <a:ext cx="5428766" cy="1016000"/>
          </a:xfrm>
        </p:spPr>
        <p:txBody>
          <a:bodyPr>
            <a:normAutofit/>
          </a:bodyPr>
          <a:lstStyle>
            <a:lvl1pPr marL="0" indent="0">
              <a:spcBef>
                <a:spcPts val="600"/>
              </a:spcBef>
              <a:buFontTx/>
              <a:buNone/>
              <a:defRPr sz="18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00% Here you can add an important metric</a:t>
            </a:r>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hasCustomPrompt="1"/>
          </p:nvPr>
        </p:nvSpPr>
        <p:spPr>
          <a:xfrm>
            <a:off x="6247142" y="799261"/>
            <a:ext cx="5575415" cy="2231593"/>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Designated space to input the body text for your content. Use it to convey your message, share information, or express your ideas effectively.</a:t>
            </a:r>
          </a:p>
        </p:txBody>
      </p:sp>
      <p:sp>
        <p:nvSpPr>
          <p:cNvPr id="27" name="Text Placeholder 23">
            <a:extLst>
              <a:ext uri="{FF2B5EF4-FFF2-40B4-BE49-F238E27FC236}">
                <a16:creationId xmlns:a16="http://schemas.microsoft.com/office/drawing/2014/main" id="{DA2E51EC-3B36-0590-AB00-E45EC6E92BCF}"/>
              </a:ext>
            </a:extLst>
          </p:cNvPr>
          <p:cNvSpPr>
            <a:spLocks noGrp="1"/>
          </p:cNvSpPr>
          <p:nvPr>
            <p:ph type="body" sz="quarter" idx="26" hasCustomPrompt="1"/>
          </p:nvPr>
        </p:nvSpPr>
        <p:spPr>
          <a:xfrm>
            <a:off x="6247142" y="365760"/>
            <a:ext cx="5575415" cy="297814"/>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in no more than 1 lines of text</a:t>
            </a:r>
          </a:p>
        </p:txBody>
      </p:sp>
      <p:sp>
        <p:nvSpPr>
          <p:cNvPr id="9" name="Title 1">
            <a:extLst>
              <a:ext uri="{FF2B5EF4-FFF2-40B4-BE49-F238E27FC236}">
                <a16:creationId xmlns:a16="http://schemas.microsoft.com/office/drawing/2014/main" id="{3A8771AB-23E6-B24D-A20F-781526D19D52}"/>
              </a:ext>
            </a:extLst>
          </p:cNvPr>
          <p:cNvSpPr>
            <a:spLocks noGrp="1"/>
          </p:cNvSpPr>
          <p:nvPr>
            <p:ph type="title" hasCustomPrompt="1"/>
          </p:nvPr>
        </p:nvSpPr>
        <p:spPr>
          <a:xfrm>
            <a:off x="365760" y="365760"/>
            <a:ext cx="5428132" cy="914400"/>
          </a:xfrm>
        </p:spPr>
        <p:txBody>
          <a:bodyPr/>
          <a:lstStyle>
            <a:lvl1pPr>
              <a:defRPr>
                <a:latin typeface="Aptos Light" panose="020B0004020202020204" pitchFamily="34" charset="0"/>
              </a:defRPr>
            </a:lvl1pPr>
          </a:lstStyle>
          <a:p>
            <a:r>
              <a:rPr lang="en-US"/>
              <a:t>[Slide title]</a:t>
            </a:r>
          </a:p>
        </p:txBody>
      </p:sp>
      <p:sp>
        <p:nvSpPr>
          <p:cNvPr id="2" name="Content Placeholder 4">
            <a:extLst>
              <a:ext uri="{FF2B5EF4-FFF2-40B4-BE49-F238E27FC236}">
                <a16:creationId xmlns:a16="http://schemas.microsoft.com/office/drawing/2014/main" id="{9DCA002B-B80E-A322-9731-6A02DDB63C98}"/>
              </a:ext>
            </a:extLst>
          </p:cNvPr>
          <p:cNvSpPr>
            <a:spLocks noGrp="1"/>
          </p:cNvSpPr>
          <p:nvPr>
            <p:ph sz="quarter" idx="32" hasCustomPrompt="1"/>
          </p:nvPr>
        </p:nvSpPr>
        <p:spPr>
          <a:xfrm>
            <a:off x="6541707" y="3863136"/>
            <a:ext cx="5280850" cy="2231593"/>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Designated space to input the body text for your content. Use it to convey your message, share information, or express your ideas effectively.</a:t>
            </a:r>
          </a:p>
        </p:txBody>
      </p:sp>
      <p:sp>
        <p:nvSpPr>
          <p:cNvPr id="7" name="Text Placeholder 23">
            <a:extLst>
              <a:ext uri="{FF2B5EF4-FFF2-40B4-BE49-F238E27FC236}">
                <a16:creationId xmlns:a16="http://schemas.microsoft.com/office/drawing/2014/main" id="{22D74A1B-0F35-0044-F50D-7D7A73CC95E0}"/>
              </a:ext>
            </a:extLst>
          </p:cNvPr>
          <p:cNvSpPr>
            <a:spLocks noGrp="1"/>
          </p:cNvSpPr>
          <p:nvPr>
            <p:ph type="body" sz="quarter" idx="33" hasCustomPrompt="1"/>
          </p:nvPr>
        </p:nvSpPr>
        <p:spPr>
          <a:xfrm>
            <a:off x="6541707" y="3429635"/>
            <a:ext cx="5280850" cy="297814"/>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in no more than 1 lines of text</a:t>
            </a:r>
          </a:p>
        </p:txBody>
      </p:sp>
      <p:sp>
        <p:nvSpPr>
          <p:cNvPr id="13" name="Content Placeholder 2">
            <a:extLst>
              <a:ext uri="{FF2B5EF4-FFF2-40B4-BE49-F238E27FC236}">
                <a16:creationId xmlns:a16="http://schemas.microsoft.com/office/drawing/2014/main" id="{DF30F1D0-4E57-05E4-4BD2-838EBC06EB65}"/>
              </a:ext>
            </a:extLst>
          </p:cNvPr>
          <p:cNvSpPr>
            <a:spLocks noGrp="1"/>
          </p:cNvSpPr>
          <p:nvPr>
            <p:ph sz="half" idx="36" hasCustomPrompt="1"/>
          </p:nvPr>
        </p:nvSpPr>
        <p:spPr>
          <a:xfrm>
            <a:off x="365126" y="1828799"/>
            <a:ext cx="5428766" cy="2924175"/>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Insert chart</a:t>
            </a:r>
          </a:p>
        </p:txBody>
      </p:sp>
    </p:spTree>
    <p:extLst>
      <p:ext uri="{BB962C8B-B14F-4D97-AF65-F5344CB8AC3E}">
        <p14:creationId xmlns:p14="http://schemas.microsoft.com/office/powerpoint/2010/main" val="13712493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userDrawn="1">
          <p15:clr>
            <a:srgbClr val="FBAE40"/>
          </p15:clr>
        </p15:guide>
        <p15:guide id="2" pos="2506" userDrawn="1">
          <p15:clr>
            <a:srgbClr val="FBAE40"/>
          </p15:clr>
        </p15:guide>
        <p15:guide id="3" pos="4978" userDrawn="1">
          <p15:clr>
            <a:srgbClr val="FBAE40"/>
          </p15:clr>
        </p15:guide>
        <p15:guide id="4" pos="5172" userDrawn="1">
          <p15:clr>
            <a:srgbClr val="FBAE40"/>
          </p15:clr>
        </p15:guide>
        <p15:guide id="5" orient="horz" pos="1152" userDrawn="1">
          <p15:clr>
            <a:srgbClr val="FBAE40"/>
          </p15:clr>
        </p15:guide>
        <p15:guide id="6" orient="horz" pos="3832" userDrawn="1">
          <p15:clr>
            <a:srgbClr val="FBAE40"/>
          </p15:clr>
        </p15:guide>
        <p15:guide id="7" orient="horz" pos="4148" userDrawn="1">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estimonials 6 content">
    <p:spTree>
      <p:nvGrpSpPr>
        <p:cNvPr id="1" name=""/>
        <p:cNvGrpSpPr/>
        <p:nvPr/>
      </p:nvGrpSpPr>
      <p:grpSpPr>
        <a:xfrm>
          <a:off x="0" y="0"/>
          <a:ext cx="0" cy="0"/>
          <a:chOff x="0" y="0"/>
          <a:chExt cx="0" cy="0"/>
        </a:xfrm>
      </p:grpSpPr>
      <p:sp>
        <p:nvSpPr>
          <p:cNvPr id="12" name="Rectangle">
            <a:extLst>
              <a:ext uri="{FF2B5EF4-FFF2-40B4-BE49-F238E27FC236}">
                <a16:creationId xmlns:a16="http://schemas.microsoft.com/office/drawing/2014/main" id="{452A60C8-A3F6-A3AA-7C25-A59E6169A420}"/>
              </a:ext>
            </a:extLst>
          </p:cNvPr>
          <p:cNvSpPr/>
          <p:nvPr/>
        </p:nvSpPr>
        <p:spPr>
          <a:xfrm>
            <a:off x="370224" y="1709098"/>
            <a:ext cx="1240352" cy="1138877"/>
          </a:xfrm>
          <a:prstGeom prst="rect">
            <a:avLst/>
          </a:prstGeom>
          <a:solidFill>
            <a:schemeClr val="accent4"/>
          </a:solidFill>
          <a:ln w="12700">
            <a:miter lim="400000"/>
          </a:ln>
        </p:spPr>
        <p:txBody>
          <a:bodyPr lIns="0" tIns="0" rIns="0" bIns="0" anchor="ctr"/>
          <a:lstStyle/>
          <a:p>
            <a:pPr algn="ctr">
              <a:lnSpc>
                <a:spcPct val="100000"/>
              </a:lnSpc>
              <a:defRPr sz="2800">
                <a:solidFill>
                  <a:srgbClr val="FFFFFF"/>
                </a:solidFill>
                <a:latin typeface="Arial"/>
                <a:ea typeface="Arial"/>
                <a:cs typeface="Arial"/>
                <a:sym typeface="Arial"/>
              </a:defRPr>
            </a:pPr>
            <a:endParaRPr lang="en-US" sz="16600"/>
          </a:p>
        </p:txBody>
      </p:sp>
      <p:sp>
        <p:nvSpPr>
          <p:cNvPr id="9" name="Title 1">
            <a:extLst>
              <a:ext uri="{FF2B5EF4-FFF2-40B4-BE49-F238E27FC236}">
                <a16:creationId xmlns:a16="http://schemas.microsoft.com/office/drawing/2014/main" id="{3A8771AB-23E6-B24D-A20F-781526D19D52}"/>
              </a:ext>
            </a:extLst>
          </p:cNvPr>
          <p:cNvSpPr>
            <a:spLocks noGrp="1"/>
          </p:cNvSpPr>
          <p:nvPr>
            <p:ph type="title" hasCustomPrompt="1"/>
          </p:nvPr>
        </p:nvSpPr>
        <p:spPr>
          <a:xfrm>
            <a:off x="365760" y="365760"/>
            <a:ext cx="5428132" cy="914400"/>
          </a:xfrm>
        </p:spPr>
        <p:txBody>
          <a:bodyPr/>
          <a:lstStyle>
            <a:lvl1pPr>
              <a:defRPr>
                <a:latin typeface="Aptos Light" panose="020B0004020202020204" pitchFamily="34" charset="0"/>
              </a:defRPr>
            </a:lvl1pPr>
          </a:lstStyle>
          <a:p>
            <a:r>
              <a:rPr lang="en-US"/>
              <a:t>[Slide title]</a:t>
            </a:r>
          </a:p>
        </p:txBody>
      </p:sp>
      <p:sp>
        <p:nvSpPr>
          <p:cNvPr id="2" name="Content Placeholder 4">
            <a:extLst>
              <a:ext uri="{FF2B5EF4-FFF2-40B4-BE49-F238E27FC236}">
                <a16:creationId xmlns:a16="http://schemas.microsoft.com/office/drawing/2014/main" id="{9DCA002B-B80E-A322-9731-6A02DDB63C98}"/>
              </a:ext>
            </a:extLst>
          </p:cNvPr>
          <p:cNvSpPr>
            <a:spLocks noGrp="1"/>
          </p:cNvSpPr>
          <p:nvPr>
            <p:ph sz="quarter" idx="32" hasCustomPrompt="1"/>
          </p:nvPr>
        </p:nvSpPr>
        <p:spPr>
          <a:xfrm>
            <a:off x="1950657" y="1841181"/>
            <a:ext cx="2859468" cy="1371819"/>
          </a:xfrm>
        </p:spPr>
        <p:txBody>
          <a:bodyPr>
            <a:normAutofit/>
          </a:bodyPr>
          <a:lstStyle>
            <a:lvl1pPr marL="0" indent="0">
              <a:spcBef>
                <a:spcPts val="600"/>
              </a:spcBef>
              <a:buFontTx/>
              <a:buNone/>
              <a:defRPr lang="en-US" sz="1200" dirty="0"/>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Designated space to input the body text for your content. Use it to convey your message, share information, or express your ideas effectively.</a:t>
            </a:r>
          </a:p>
        </p:txBody>
      </p:sp>
      <p:sp>
        <p:nvSpPr>
          <p:cNvPr id="7" name="Text Placeholder 23">
            <a:extLst>
              <a:ext uri="{FF2B5EF4-FFF2-40B4-BE49-F238E27FC236}">
                <a16:creationId xmlns:a16="http://schemas.microsoft.com/office/drawing/2014/main" id="{22D74A1B-0F35-0044-F50D-7D7A73CC95E0}"/>
              </a:ext>
            </a:extLst>
          </p:cNvPr>
          <p:cNvSpPr>
            <a:spLocks noGrp="1"/>
          </p:cNvSpPr>
          <p:nvPr>
            <p:ph type="body" sz="quarter" idx="33" hasCustomPrompt="1"/>
          </p:nvPr>
        </p:nvSpPr>
        <p:spPr>
          <a:xfrm>
            <a:off x="1950657" y="3439474"/>
            <a:ext cx="2859468" cy="421325"/>
          </a:xfrm>
        </p:spPr>
        <p:txBody>
          <a:bodyPr>
            <a:noAutofit/>
          </a:bodyPr>
          <a:lstStyle>
            <a:lvl1pPr marL="0" indent="0">
              <a:buFontTx/>
              <a:buNone/>
              <a:defRPr lang="en-US" sz="1400" b="1" dirty="0"/>
            </a:lvl1pPr>
            <a:lvl2pPr marL="0" indent="0">
              <a:buFontTx/>
              <a:buNone/>
              <a:defRPr sz="1200" b="0"/>
            </a:lvl2pPr>
            <a:lvl3pPr marL="365760" indent="0">
              <a:buFontTx/>
              <a:buNone/>
              <a:defRPr sz="1600" b="1"/>
            </a:lvl3pPr>
            <a:lvl4pPr marL="548640" indent="0">
              <a:buFontTx/>
              <a:buNone/>
              <a:defRPr sz="1600" b="1"/>
            </a:lvl4pPr>
            <a:lvl5pPr marL="731520" indent="0">
              <a:buFontTx/>
              <a:buNone/>
              <a:defRPr sz="1600" b="1"/>
            </a:lvl5pPr>
          </a:lstStyle>
          <a:p>
            <a:pPr lvl="0"/>
            <a:r>
              <a:rPr lang="en-US"/>
              <a:t>Name</a:t>
            </a:r>
          </a:p>
          <a:p>
            <a:pPr lvl="1"/>
            <a:r>
              <a:rPr lang="en-US"/>
              <a:t>Title</a:t>
            </a:r>
          </a:p>
        </p:txBody>
      </p:sp>
      <p:sp>
        <p:nvSpPr>
          <p:cNvPr id="8" name="Content Placeholder 4">
            <a:extLst>
              <a:ext uri="{FF2B5EF4-FFF2-40B4-BE49-F238E27FC236}">
                <a16:creationId xmlns:a16="http://schemas.microsoft.com/office/drawing/2014/main" id="{4FA66906-4BAF-E655-0FED-C0A8A2AF93D0}"/>
              </a:ext>
            </a:extLst>
          </p:cNvPr>
          <p:cNvSpPr>
            <a:spLocks noGrp="1"/>
          </p:cNvSpPr>
          <p:nvPr>
            <p:ph sz="quarter" idx="34" hasCustomPrompt="1"/>
          </p:nvPr>
        </p:nvSpPr>
        <p:spPr>
          <a:xfrm>
            <a:off x="5456483" y="1841181"/>
            <a:ext cx="2859468" cy="1371819"/>
          </a:xfrm>
        </p:spPr>
        <p:txBody>
          <a:bodyPr>
            <a:normAutofit/>
          </a:bodyPr>
          <a:lstStyle>
            <a:lvl1pPr marL="0" indent="0">
              <a:spcBef>
                <a:spcPts val="600"/>
              </a:spcBef>
              <a:buFontTx/>
              <a:buNone/>
              <a:defRPr lang="en-US" sz="1200" dirty="0"/>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Designated space to input the body text for your content. Use it to convey your message, share information, or express your ideas effectively.</a:t>
            </a:r>
          </a:p>
        </p:txBody>
      </p:sp>
      <p:sp>
        <p:nvSpPr>
          <p:cNvPr id="11" name="Content Placeholder 4">
            <a:extLst>
              <a:ext uri="{FF2B5EF4-FFF2-40B4-BE49-F238E27FC236}">
                <a16:creationId xmlns:a16="http://schemas.microsoft.com/office/drawing/2014/main" id="{73B98BFB-22B9-4E1D-A626-A54741F2E252}"/>
              </a:ext>
            </a:extLst>
          </p:cNvPr>
          <p:cNvSpPr>
            <a:spLocks noGrp="1"/>
          </p:cNvSpPr>
          <p:nvPr>
            <p:ph sz="quarter" idx="36" hasCustomPrompt="1"/>
          </p:nvPr>
        </p:nvSpPr>
        <p:spPr>
          <a:xfrm>
            <a:off x="8962308" y="1841181"/>
            <a:ext cx="2859468" cy="1371819"/>
          </a:xfrm>
        </p:spPr>
        <p:txBody>
          <a:bodyPr>
            <a:normAutofit/>
          </a:bodyPr>
          <a:lstStyle>
            <a:lvl1pPr marL="0" indent="0">
              <a:spcBef>
                <a:spcPts val="600"/>
              </a:spcBef>
              <a:buFontTx/>
              <a:buNone/>
              <a:defRPr lang="en-US" sz="1200" dirty="0"/>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Designated space to input the body text for your content. Use it to convey your message, share information, or express your ideas effectively.</a:t>
            </a:r>
          </a:p>
        </p:txBody>
      </p:sp>
      <p:sp>
        <p:nvSpPr>
          <p:cNvPr id="20" name="TextBox 19">
            <a:extLst>
              <a:ext uri="{FF2B5EF4-FFF2-40B4-BE49-F238E27FC236}">
                <a16:creationId xmlns:a16="http://schemas.microsoft.com/office/drawing/2014/main" id="{E2A18ECA-096F-12EA-E765-E85D73EDE84A}"/>
              </a:ext>
            </a:extLst>
          </p:cNvPr>
          <p:cNvSpPr txBox="1"/>
          <p:nvPr/>
        </p:nvSpPr>
        <p:spPr>
          <a:xfrm>
            <a:off x="504825" y="1485900"/>
            <a:ext cx="914400" cy="914400"/>
          </a:xfrm>
          <a:prstGeom prst="rect">
            <a:avLst/>
          </a:prstGeom>
          <a:noFill/>
        </p:spPr>
        <p:txBody>
          <a:bodyPr wrap="square" lIns="0" tIns="0" rIns="0" bIns="0" rtlCol="0">
            <a:noAutofit/>
          </a:bodyPr>
          <a:lstStyle/>
          <a:p>
            <a:pPr marL="0" indent="0" algn="ctr">
              <a:lnSpc>
                <a:spcPct val="100000"/>
              </a:lnSpc>
              <a:spcBef>
                <a:spcPts val="1200"/>
              </a:spcBef>
              <a:buSzPct val="100000"/>
              <a:buFont typeface="Arial"/>
              <a:buNone/>
            </a:pPr>
            <a:r>
              <a:rPr lang="en-US" sz="16600">
                <a:solidFill>
                  <a:schemeClr val="bg1"/>
                </a:solidFill>
                <a:latin typeface="Arial" panose="020B0604020202020204" pitchFamily="34" charset="0"/>
                <a:cs typeface="Arial" panose="020B0604020202020204" pitchFamily="34" charset="0"/>
              </a:rPr>
              <a:t>“</a:t>
            </a:r>
          </a:p>
        </p:txBody>
      </p:sp>
      <p:sp>
        <p:nvSpPr>
          <p:cNvPr id="22" name="Rectangle">
            <a:extLst>
              <a:ext uri="{FF2B5EF4-FFF2-40B4-BE49-F238E27FC236}">
                <a16:creationId xmlns:a16="http://schemas.microsoft.com/office/drawing/2014/main" id="{880FD6A8-86F5-4854-EAFA-350C3EB8E2F9}"/>
              </a:ext>
            </a:extLst>
          </p:cNvPr>
          <p:cNvSpPr/>
          <p:nvPr/>
        </p:nvSpPr>
        <p:spPr>
          <a:xfrm>
            <a:off x="1932324" y="3288326"/>
            <a:ext cx="458451" cy="54000"/>
          </a:xfrm>
          <a:prstGeom prst="rect">
            <a:avLst/>
          </a:prstGeom>
          <a:solidFill>
            <a:schemeClr val="accent4"/>
          </a:solidFill>
          <a:ln w="12700">
            <a:miter lim="400000"/>
          </a:ln>
        </p:spPr>
        <p:txBody>
          <a:bodyPr lIns="0" tIns="0" rIns="0" bIns="0" anchor="ctr"/>
          <a:lstStyle/>
          <a:p>
            <a:pPr algn="ctr">
              <a:lnSpc>
                <a:spcPct val="100000"/>
              </a:lnSpc>
              <a:defRPr sz="2800">
                <a:solidFill>
                  <a:srgbClr val="FFFFFF"/>
                </a:solidFill>
                <a:latin typeface="Arial"/>
                <a:ea typeface="Arial"/>
                <a:cs typeface="Arial"/>
                <a:sym typeface="Arial"/>
              </a:defRPr>
            </a:pPr>
            <a:endParaRPr lang="en-US" sz="16600"/>
          </a:p>
        </p:txBody>
      </p:sp>
      <p:sp>
        <p:nvSpPr>
          <p:cNvPr id="62" name="Content Placeholder 4">
            <a:extLst>
              <a:ext uri="{FF2B5EF4-FFF2-40B4-BE49-F238E27FC236}">
                <a16:creationId xmlns:a16="http://schemas.microsoft.com/office/drawing/2014/main" id="{B7F7CCD9-D0EA-475D-CA46-31DA4F53A653}"/>
              </a:ext>
            </a:extLst>
          </p:cNvPr>
          <p:cNvSpPr>
            <a:spLocks noGrp="1"/>
          </p:cNvSpPr>
          <p:nvPr>
            <p:ph sz="quarter" idx="38" hasCustomPrompt="1"/>
          </p:nvPr>
        </p:nvSpPr>
        <p:spPr>
          <a:xfrm>
            <a:off x="1950657" y="4102653"/>
            <a:ext cx="2859468" cy="1371819"/>
          </a:xfrm>
        </p:spPr>
        <p:txBody>
          <a:bodyPr>
            <a:normAutofit/>
          </a:bodyPr>
          <a:lstStyle>
            <a:lvl1pPr marL="0" indent="0">
              <a:spcBef>
                <a:spcPts val="600"/>
              </a:spcBef>
              <a:buFontTx/>
              <a:buNone/>
              <a:defRPr lang="en-US" sz="1200" dirty="0"/>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Designated space to input the body text for your content. Use it to convey your message, share information, or express your ideas effectively.</a:t>
            </a:r>
          </a:p>
        </p:txBody>
      </p:sp>
      <p:sp>
        <p:nvSpPr>
          <p:cNvPr id="64" name="Content Placeholder 4">
            <a:extLst>
              <a:ext uri="{FF2B5EF4-FFF2-40B4-BE49-F238E27FC236}">
                <a16:creationId xmlns:a16="http://schemas.microsoft.com/office/drawing/2014/main" id="{1D81877A-6C98-327B-CE4F-FE08C85B09F7}"/>
              </a:ext>
            </a:extLst>
          </p:cNvPr>
          <p:cNvSpPr>
            <a:spLocks noGrp="1"/>
          </p:cNvSpPr>
          <p:nvPr>
            <p:ph sz="quarter" idx="40" hasCustomPrompt="1"/>
          </p:nvPr>
        </p:nvSpPr>
        <p:spPr>
          <a:xfrm>
            <a:off x="5456483" y="4102653"/>
            <a:ext cx="2859468" cy="1371819"/>
          </a:xfrm>
        </p:spPr>
        <p:txBody>
          <a:bodyPr>
            <a:normAutofit/>
          </a:bodyPr>
          <a:lstStyle>
            <a:lvl1pPr marL="0" indent="0">
              <a:spcBef>
                <a:spcPts val="600"/>
              </a:spcBef>
              <a:buFontTx/>
              <a:buNone/>
              <a:defRPr lang="en-US" sz="1200" dirty="0"/>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Designated space to input the body text for your content. Use it to convey your message, share information, or express your ideas effectively.</a:t>
            </a:r>
          </a:p>
        </p:txBody>
      </p:sp>
      <p:sp>
        <p:nvSpPr>
          <p:cNvPr id="66" name="Content Placeholder 4">
            <a:extLst>
              <a:ext uri="{FF2B5EF4-FFF2-40B4-BE49-F238E27FC236}">
                <a16:creationId xmlns:a16="http://schemas.microsoft.com/office/drawing/2014/main" id="{B1C43E78-5C72-A703-7DDF-6F288F74FBF7}"/>
              </a:ext>
            </a:extLst>
          </p:cNvPr>
          <p:cNvSpPr>
            <a:spLocks noGrp="1"/>
          </p:cNvSpPr>
          <p:nvPr>
            <p:ph sz="quarter" idx="42" hasCustomPrompt="1"/>
          </p:nvPr>
        </p:nvSpPr>
        <p:spPr>
          <a:xfrm>
            <a:off x="8962308" y="4102653"/>
            <a:ext cx="2859468" cy="1371819"/>
          </a:xfrm>
        </p:spPr>
        <p:txBody>
          <a:bodyPr>
            <a:normAutofit/>
          </a:bodyPr>
          <a:lstStyle>
            <a:lvl1pPr marL="0" indent="0">
              <a:spcBef>
                <a:spcPts val="600"/>
              </a:spcBef>
              <a:buFontTx/>
              <a:buNone/>
              <a:defRPr lang="en-US" sz="1200" dirty="0"/>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Designated space to input the body text for your content. Use it to convey your message, share information, or express your ideas effectively.</a:t>
            </a:r>
          </a:p>
        </p:txBody>
      </p:sp>
      <p:sp>
        <p:nvSpPr>
          <p:cNvPr id="3" name="Text Placeholder 23">
            <a:extLst>
              <a:ext uri="{FF2B5EF4-FFF2-40B4-BE49-F238E27FC236}">
                <a16:creationId xmlns:a16="http://schemas.microsoft.com/office/drawing/2014/main" id="{A334AA0B-A7C6-92A2-58EE-1C6C680A68FB}"/>
              </a:ext>
            </a:extLst>
          </p:cNvPr>
          <p:cNvSpPr>
            <a:spLocks noGrp="1"/>
          </p:cNvSpPr>
          <p:nvPr>
            <p:ph type="body" sz="quarter" idx="44" hasCustomPrompt="1"/>
          </p:nvPr>
        </p:nvSpPr>
        <p:spPr>
          <a:xfrm>
            <a:off x="5474816" y="3439474"/>
            <a:ext cx="2859468" cy="421325"/>
          </a:xfrm>
        </p:spPr>
        <p:txBody>
          <a:bodyPr>
            <a:noAutofit/>
          </a:bodyPr>
          <a:lstStyle>
            <a:lvl1pPr marL="0" indent="0">
              <a:buFontTx/>
              <a:buNone/>
              <a:defRPr lang="en-US" sz="1400" b="1" dirty="0"/>
            </a:lvl1pPr>
            <a:lvl2pPr marL="0" indent="0">
              <a:buFontTx/>
              <a:buNone/>
              <a:defRPr sz="1200" b="0"/>
            </a:lvl2pPr>
            <a:lvl3pPr marL="365760" indent="0">
              <a:buFontTx/>
              <a:buNone/>
              <a:defRPr sz="1600" b="1"/>
            </a:lvl3pPr>
            <a:lvl4pPr marL="548640" indent="0">
              <a:buFontTx/>
              <a:buNone/>
              <a:defRPr sz="1600" b="1"/>
            </a:lvl4pPr>
            <a:lvl5pPr marL="731520" indent="0">
              <a:buFontTx/>
              <a:buNone/>
              <a:defRPr sz="1600" b="1"/>
            </a:lvl5pPr>
          </a:lstStyle>
          <a:p>
            <a:pPr lvl="0"/>
            <a:r>
              <a:rPr lang="en-US"/>
              <a:t>Name</a:t>
            </a:r>
          </a:p>
          <a:p>
            <a:pPr lvl="1"/>
            <a:r>
              <a:rPr lang="en-US"/>
              <a:t>Title</a:t>
            </a:r>
          </a:p>
        </p:txBody>
      </p:sp>
      <p:sp>
        <p:nvSpPr>
          <p:cNvPr id="4" name="Rectangle">
            <a:extLst>
              <a:ext uri="{FF2B5EF4-FFF2-40B4-BE49-F238E27FC236}">
                <a16:creationId xmlns:a16="http://schemas.microsoft.com/office/drawing/2014/main" id="{6D9FF039-83F1-DFBE-CBB0-54F01E2B52EA}"/>
              </a:ext>
            </a:extLst>
          </p:cNvPr>
          <p:cNvSpPr/>
          <p:nvPr/>
        </p:nvSpPr>
        <p:spPr>
          <a:xfrm>
            <a:off x="5456483" y="3288326"/>
            <a:ext cx="458451" cy="54000"/>
          </a:xfrm>
          <a:prstGeom prst="rect">
            <a:avLst/>
          </a:prstGeom>
          <a:solidFill>
            <a:schemeClr val="accent4"/>
          </a:solidFill>
          <a:ln w="12700">
            <a:miter lim="400000"/>
          </a:ln>
        </p:spPr>
        <p:txBody>
          <a:bodyPr lIns="0" tIns="0" rIns="0" bIns="0" anchor="ctr"/>
          <a:lstStyle/>
          <a:p>
            <a:pPr algn="ctr">
              <a:lnSpc>
                <a:spcPct val="100000"/>
              </a:lnSpc>
              <a:defRPr sz="2800">
                <a:solidFill>
                  <a:srgbClr val="FFFFFF"/>
                </a:solidFill>
                <a:latin typeface="Arial"/>
                <a:ea typeface="Arial"/>
                <a:cs typeface="Arial"/>
                <a:sym typeface="Arial"/>
              </a:defRPr>
            </a:pPr>
            <a:endParaRPr lang="en-US" sz="16600"/>
          </a:p>
        </p:txBody>
      </p:sp>
      <p:sp>
        <p:nvSpPr>
          <p:cNvPr id="5" name="Text Placeholder 23">
            <a:extLst>
              <a:ext uri="{FF2B5EF4-FFF2-40B4-BE49-F238E27FC236}">
                <a16:creationId xmlns:a16="http://schemas.microsoft.com/office/drawing/2014/main" id="{5DD83270-DCC7-E784-B281-A24D08A3AAFD}"/>
              </a:ext>
            </a:extLst>
          </p:cNvPr>
          <p:cNvSpPr>
            <a:spLocks noGrp="1"/>
          </p:cNvSpPr>
          <p:nvPr>
            <p:ph type="body" sz="quarter" idx="45" hasCustomPrompt="1"/>
          </p:nvPr>
        </p:nvSpPr>
        <p:spPr>
          <a:xfrm>
            <a:off x="8980641" y="3439474"/>
            <a:ext cx="2859468" cy="421325"/>
          </a:xfrm>
        </p:spPr>
        <p:txBody>
          <a:bodyPr>
            <a:noAutofit/>
          </a:bodyPr>
          <a:lstStyle>
            <a:lvl1pPr marL="0" indent="0">
              <a:buFontTx/>
              <a:buNone/>
              <a:defRPr lang="en-US" sz="1400" b="1" dirty="0"/>
            </a:lvl1pPr>
            <a:lvl2pPr marL="0" indent="0">
              <a:buFontTx/>
              <a:buNone/>
              <a:defRPr sz="1200" b="0"/>
            </a:lvl2pPr>
            <a:lvl3pPr marL="365760" indent="0">
              <a:buFontTx/>
              <a:buNone/>
              <a:defRPr sz="1600" b="1"/>
            </a:lvl3pPr>
            <a:lvl4pPr marL="548640" indent="0">
              <a:buFontTx/>
              <a:buNone/>
              <a:defRPr sz="1600" b="1"/>
            </a:lvl4pPr>
            <a:lvl5pPr marL="731520" indent="0">
              <a:buFontTx/>
              <a:buNone/>
              <a:defRPr sz="1600" b="1"/>
            </a:lvl5pPr>
          </a:lstStyle>
          <a:p>
            <a:pPr lvl="0"/>
            <a:r>
              <a:rPr lang="en-US"/>
              <a:t>Name</a:t>
            </a:r>
          </a:p>
          <a:p>
            <a:pPr lvl="1"/>
            <a:r>
              <a:rPr lang="en-US"/>
              <a:t>Title</a:t>
            </a:r>
          </a:p>
        </p:txBody>
      </p:sp>
      <p:sp>
        <p:nvSpPr>
          <p:cNvPr id="6" name="Rectangle">
            <a:extLst>
              <a:ext uri="{FF2B5EF4-FFF2-40B4-BE49-F238E27FC236}">
                <a16:creationId xmlns:a16="http://schemas.microsoft.com/office/drawing/2014/main" id="{A351233C-7AC9-22AB-7DC5-7F8FA8BCC2D2}"/>
              </a:ext>
            </a:extLst>
          </p:cNvPr>
          <p:cNvSpPr/>
          <p:nvPr/>
        </p:nvSpPr>
        <p:spPr>
          <a:xfrm>
            <a:off x="8962308" y="3288326"/>
            <a:ext cx="458451" cy="54000"/>
          </a:xfrm>
          <a:prstGeom prst="rect">
            <a:avLst/>
          </a:prstGeom>
          <a:solidFill>
            <a:schemeClr val="accent4"/>
          </a:solidFill>
          <a:ln w="12700">
            <a:miter lim="400000"/>
          </a:ln>
        </p:spPr>
        <p:txBody>
          <a:bodyPr lIns="0" tIns="0" rIns="0" bIns="0" anchor="ctr"/>
          <a:lstStyle/>
          <a:p>
            <a:pPr algn="ctr">
              <a:lnSpc>
                <a:spcPct val="100000"/>
              </a:lnSpc>
              <a:defRPr sz="2800">
                <a:solidFill>
                  <a:srgbClr val="FFFFFF"/>
                </a:solidFill>
                <a:latin typeface="Arial"/>
                <a:ea typeface="Arial"/>
                <a:cs typeface="Arial"/>
                <a:sym typeface="Arial"/>
              </a:defRPr>
            </a:pPr>
            <a:endParaRPr lang="en-US" sz="16600"/>
          </a:p>
        </p:txBody>
      </p:sp>
      <p:sp>
        <p:nvSpPr>
          <p:cNvPr id="10" name="Text Placeholder 23">
            <a:extLst>
              <a:ext uri="{FF2B5EF4-FFF2-40B4-BE49-F238E27FC236}">
                <a16:creationId xmlns:a16="http://schemas.microsoft.com/office/drawing/2014/main" id="{C6866CBA-3FF4-D479-8AD8-CC7FF31C2A14}"/>
              </a:ext>
            </a:extLst>
          </p:cNvPr>
          <p:cNvSpPr>
            <a:spLocks noGrp="1"/>
          </p:cNvSpPr>
          <p:nvPr>
            <p:ph type="body" sz="quarter" idx="46" hasCustomPrompt="1"/>
          </p:nvPr>
        </p:nvSpPr>
        <p:spPr>
          <a:xfrm>
            <a:off x="1950657" y="5696899"/>
            <a:ext cx="2859468" cy="421325"/>
          </a:xfrm>
        </p:spPr>
        <p:txBody>
          <a:bodyPr>
            <a:noAutofit/>
          </a:bodyPr>
          <a:lstStyle>
            <a:lvl1pPr marL="0" indent="0">
              <a:buFontTx/>
              <a:buNone/>
              <a:defRPr lang="en-US" sz="1400" b="1" dirty="0"/>
            </a:lvl1pPr>
            <a:lvl2pPr marL="0" indent="0">
              <a:buFontTx/>
              <a:buNone/>
              <a:defRPr sz="1200" b="0"/>
            </a:lvl2pPr>
            <a:lvl3pPr marL="365760" indent="0">
              <a:buFontTx/>
              <a:buNone/>
              <a:defRPr sz="1600" b="1"/>
            </a:lvl3pPr>
            <a:lvl4pPr marL="548640" indent="0">
              <a:buFontTx/>
              <a:buNone/>
              <a:defRPr sz="1600" b="1"/>
            </a:lvl4pPr>
            <a:lvl5pPr marL="731520" indent="0">
              <a:buFontTx/>
              <a:buNone/>
              <a:defRPr sz="1600" b="1"/>
            </a:lvl5pPr>
          </a:lstStyle>
          <a:p>
            <a:pPr lvl="0"/>
            <a:r>
              <a:rPr lang="en-US"/>
              <a:t>Name</a:t>
            </a:r>
          </a:p>
          <a:p>
            <a:pPr lvl="1"/>
            <a:r>
              <a:rPr lang="en-US"/>
              <a:t>Title</a:t>
            </a:r>
          </a:p>
        </p:txBody>
      </p:sp>
      <p:sp>
        <p:nvSpPr>
          <p:cNvPr id="13" name="Rectangle">
            <a:extLst>
              <a:ext uri="{FF2B5EF4-FFF2-40B4-BE49-F238E27FC236}">
                <a16:creationId xmlns:a16="http://schemas.microsoft.com/office/drawing/2014/main" id="{83B3C0B8-EEA2-E9A7-0F6E-73475AEC8777}"/>
              </a:ext>
            </a:extLst>
          </p:cNvPr>
          <p:cNvSpPr/>
          <p:nvPr/>
        </p:nvSpPr>
        <p:spPr>
          <a:xfrm>
            <a:off x="1932324" y="5545751"/>
            <a:ext cx="458451" cy="54000"/>
          </a:xfrm>
          <a:prstGeom prst="rect">
            <a:avLst/>
          </a:prstGeom>
          <a:solidFill>
            <a:schemeClr val="accent4"/>
          </a:solidFill>
          <a:ln w="12700">
            <a:miter lim="400000"/>
          </a:ln>
        </p:spPr>
        <p:txBody>
          <a:bodyPr lIns="0" tIns="0" rIns="0" bIns="0" anchor="ctr"/>
          <a:lstStyle/>
          <a:p>
            <a:pPr algn="ctr">
              <a:lnSpc>
                <a:spcPct val="100000"/>
              </a:lnSpc>
              <a:defRPr sz="2800">
                <a:solidFill>
                  <a:srgbClr val="FFFFFF"/>
                </a:solidFill>
                <a:latin typeface="Arial"/>
                <a:ea typeface="Arial"/>
                <a:cs typeface="Arial"/>
                <a:sym typeface="Arial"/>
              </a:defRPr>
            </a:pPr>
            <a:endParaRPr lang="en-US" sz="16600"/>
          </a:p>
        </p:txBody>
      </p:sp>
      <p:sp>
        <p:nvSpPr>
          <p:cNvPr id="14" name="Text Placeholder 23">
            <a:extLst>
              <a:ext uri="{FF2B5EF4-FFF2-40B4-BE49-F238E27FC236}">
                <a16:creationId xmlns:a16="http://schemas.microsoft.com/office/drawing/2014/main" id="{56EC89B8-B15F-EC63-C419-38EEAB4B2A9E}"/>
              </a:ext>
            </a:extLst>
          </p:cNvPr>
          <p:cNvSpPr>
            <a:spLocks noGrp="1"/>
          </p:cNvSpPr>
          <p:nvPr>
            <p:ph type="body" sz="quarter" idx="47" hasCustomPrompt="1"/>
          </p:nvPr>
        </p:nvSpPr>
        <p:spPr>
          <a:xfrm>
            <a:off x="5474816" y="5696899"/>
            <a:ext cx="2859468" cy="421325"/>
          </a:xfrm>
        </p:spPr>
        <p:txBody>
          <a:bodyPr>
            <a:noAutofit/>
          </a:bodyPr>
          <a:lstStyle>
            <a:lvl1pPr marL="0" indent="0">
              <a:buFontTx/>
              <a:buNone/>
              <a:defRPr lang="en-US" sz="1400" b="1" dirty="0"/>
            </a:lvl1pPr>
            <a:lvl2pPr marL="0" indent="0">
              <a:buFontTx/>
              <a:buNone/>
              <a:defRPr sz="1200" b="0"/>
            </a:lvl2pPr>
            <a:lvl3pPr marL="365760" indent="0">
              <a:buFontTx/>
              <a:buNone/>
              <a:defRPr sz="1600" b="1"/>
            </a:lvl3pPr>
            <a:lvl4pPr marL="548640" indent="0">
              <a:buFontTx/>
              <a:buNone/>
              <a:defRPr sz="1600" b="1"/>
            </a:lvl4pPr>
            <a:lvl5pPr marL="731520" indent="0">
              <a:buFontTx/>
              <a:buNone/>
              <a:defRPr sz="1600" b="1"/>
            </a:lvl5pPr>
          </a:lstStyle>
          <a:p>
            <a:pPr lvl="0"/>
            <a:r>
              <a:rPr lang="en-US"/>
              <a:t>Name</a:t>
            </a:r>
          </a:p>
          <a:p>
            <a:pPr lvl="1"/>
            <a:r>
              <a:rPr lang="en-US"/>
              <a:t>Title</a:t>
            </a:r>
          </a:p>
        </p:txBody>
      </p:sp>
      <p:sp>
        <p:nvSpPr>
          <p:cNvPr id="17" name="Rectangle">
            <a:extLst>
              <a:ext uri="{FF2B5EF4-FFF2-40B4-BE49-F238E27FC236}">
                <a16:creationId xmlns:a16="http://schemas.microsoft.com/office/drawing/2014/main" id="{2A6B7AB4-0108-8F5A-8782-5F7CA4E96FDB}"/>
              </a:ext>
            </a:extLst>
          </p:cNvPr>
          <p:cNvSpPr/>
          <p:nvPr/>
        </p:nvSpPr>
        <p:spPr>
          <a:xfrm>
            <a:off x="5456483" y="5545751"/>
            <a:ext cx="458451" cy="54000"/>
          </a:xfrm>
          <a:prstGeom prst="rect">
            <a:avLst/>
          </a:prstGeom>
          <a:solidFill>
            <a:schemeClr val="accent4"/>
          </a:solidFill>
          <a:ln w="12700">
            <a:miter lim="400000"/>
          </a:ln>
        </p:spPr>
        <p:txBody>
          <a:bodyPr lIns="0" tIns="0" rIns="0" bIns="0" anchor="ctr"/>
          <a:lstStyle/>
          <a:p>
            <a:pPr algn="ctr">
              <a:lnSpc>
                <a:spcPct val="100000"/>
              </a:lnSpc>
              <a:defRPr sz="2800">
                <a:solidFill>
                  <a:srgbClr val="FFFFFF"/>
                </a:solidFill>
                <a:latin typeface="Arial"/>
                <a:ea typeface="Arial"/>
                <a:cs typeface="Arial"/>
                <a:sym typeface="Arial"/>
              </a:defRPr>
            </a:pPr>
            <a:endParaRPr lang="en-US" sz="16600"/>
          </a:p>
        </p:txBody>
      </p:sp>
      <p:sp>
        <p:nvSpPr>
          <p:cNvPr id="18" name="Text Placeholder 23">
            <a:extLst>
              <a:ext uri="{FF2B5EF4-FFF2-40B4-BE49-F238E27FC236}">
                <a16:creationId xmlns:a16="http://schemas.microsoft.com/office/drawing/2014/main" id="{A821A844-631C-0DB4-7291-2E4AE6A9CA9E}"/>
              </a:ext>
            </a:extLst>
          </p:cNvPr>
          <p:cNvSpPr>
            <a:spLocks noGrp="1"/>
          </p:cNvSpPr>
          <p:nvPr>
            <p:ph type="body" sz="quarter" idx="48" hasCustomPrompt="1"/>
          </p:nvPr>
        </p:nvSpPr>
        <p:spPr>
          <a:xfrm>
            <a:off x="8980641" y="5696899"/>
            <a:ext cx="2859468" cy="421325"/>
          </a:xfrm>
        </p:spPr>
        <p:txBody>
          <a:bodyPr>
            <a:noAutofit/>
          </a:bodyPr>
          <a:lstStyle>
            <a:lvl1pPr marL="0" indent="0">
              <a:buFontTx/>
              <a:buNone/>
              <a:defRPr lang="en-US" sz="1400" b="1" dirty="0"/>
            </a:lvl1pPr>
            <a:lvl2pPr marL="0" indent="0">
              <a:buFontTx/>
              <a:buNone/>
              <a:defRPr sz="1200" b="0"/>
            </a:lvl2pPr>
            <a:lvl3pPr marL="365760" indent="0">
              <a:buFontTx/>
              <a:buNone/>
              <a:defRPr sz="1600" b="1"/>
            </a:lvl3pPr>
            <a:lvl4pPr marL="548640" indent="0">
              <a:buFontTx/>
              <a:buNone/>
              <a:defRPr sz="1600" b="1"/>
            </a:lvl4pPr>
            <a:lvl5pPr marL="731520" indent="0">
              <a:buFontTx/>
              <a:buNone/>
              <a:defRPr sz="1600" b="1"/>
            </a:lvl5pPr>
          </a:lstStyle>
          <a:p>
            <a:pPr lvl="0"/>
            <a:r>
              <a:rPr lang="en-US"/>
              <a:t>Name</a:t>
            </a:r>
          </a:p>
          <a:p>
            <a:pPr lvl="1"/>
            <a:r>
              <a:rPr lang="en-US"/>
              <a:t>Title</a:t>
            </a:r>
          </a:p>
        </p:txBody>
      </p:sp>
      <p:sp>
        <p:nvSpPr>
          <p:cNvPr id="19" name="Rectangle">
            <a:extLst>
              <a:ext uri="{FF2B5EF4-FFF2-40B4-BE49-F238E27FC236}">
                <a16:creationId xmlns:a16="http://schemas.microsoft.com/office/drawing/2014/main" id="{BE04BED7-224E-D08F-016E-3ED596321267}"/>
              </a:ext>
            </a:extLst>
          </p:cNvPr>
          <p:cNvSpPr/>
          <p:nvPr/>
        </p:nvSpPr>
        <p:spPr>
          <a:xfrm>
            <a:off x="8962308" y="5545751"/>
            <a:ext cx="458451" cy="54000"/>
          </a:xfrm>
          <a:prstGeom prst="rect">
            <a:avLst/>
          </a:prstGeom>
          <a:solidFill>
            <a:schemeClr val="accent4"/>
          </a:solidFill>
          <a:ln w="12700">
            <a:miter lim="400000"/>
          </a:ln>
        </p:spPr>
        <p:txBody>
          <a:bodyPr lIns="0" tIns="0" rIns="0" bIns="0" anchor="ctr"/>
          <a:lstStyle/>
          <a:p>
            <a:pPr algn="ctr">
              <a:lnSpc>
                <a:spcPct val="100000"/>
              </a:lnSpc>
              <a:defRPr sz="2800">
                <a:solidFill>
                  <a:srgbClr val="FFFFFF"/>
                </a:solidFill>
                <a:latin typeface="Arial"/>
                <a:ea typeface="Arial"/>
                <a:cs typeface="Arial"/>
                <a:sym typeface="Arial"/>
              </a:defRPr>
            </a:pPr>
            <a:endParaRPr lang="en-US" sz="16600"/>
          </a:p>
        </p:txBody>
      </p:sp>
    </p:spTree>
    <p:extLst>
      <p:ext uri="{BB962C8B-B14F-4D97-AF65-F5344CB8AC3E}">
        <p14:creationId xmlns:p14="http://schemas.microsoft.com/office/powerpoint/2010/main" val="27097325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userDrawn="1">
          <p15:clr>
            <a:srgbClr val="FBAE40"/>
          </p15:clr>
        </p15:guide>
        <p15:guide id="2" pos="2506" userDrawn="1">
          <p15:clr>
            <a:srgbClr val="FBAE40"/>
          </p15:clr>
        </p15:guide>
        <p15:guide id="3" pos="4978" userDrawn="1">
          <p15:clr>
            <a:srgbClr val="FBAE40"/>
          </p15:clr>
        </p15:guide>
        <p15:guide id="4" pos="5172" userDrawn="1">
          <p15:clr>
            <a:srgbClr val="FBAE40"/>
          </p15:clr>
        </p15:guide>
        <p15:guide id="5" orient="horz" pos="1152" userDrawn="1">
          <p15:clr>
            <a:srgbClr val="FBAE40"/>
          </p15:clr>
        </p15:guide>
        <p15:guide id="6" orient="horz" pos="3832" userDrawn="1">
          <p15:clr>
            <a:srgbClr val="FBAE40"/>
          </p15:clr>
        </p15:guide>
        <p15:guide id="7" orient="horz" pos="4148" userDrawn="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Testimonials 6 content with Image">
    <p:spTree>
      <p:nvGrpSpPr>
        <p:cNvPr id="1" name=""/>
        <p:cNvGrpSpPr/>
        <p:nvPr/>
      </p:nvGrpSpPr>
      <p:grpSpPr>
        <a:xfrm>
          <a:off x="0" y="0"/>
          <a:ext cx="0" cy="0"/>
          <a:chOff x="0" y="0"/>
          <a:chExt cx="0" cy="0"/>
        </a:xfrm>
      </p:grpSpPr>
      <p:sp>
        <p:nvSpPr>
          <p:cNvPr id="3" name="Text Placeholder 23">
            <a:extLst>
              <a:ext uri="{FF2B5EF4-FFF2-40B4-BE49-F238E27FC236}">
                <a16:creationId xmlns:a16="http://schemas.microsoft.com/office/drawing/2014/main" id="{06771021-C81F-75A4-2E42-A0E1FED5C148}"/>
              </a:ext>
            </a:extLst>
          </p:cNvPr>
          <p:cNvSpPr>
            <a:spLocks noGrp="1"/>
          </p:cNvSpPr>
          <p:nvPr>
            <p:ph type="body" sz="quarter" idx="33" hasCustomPrompt="1"/>
          </p:nvPr>
        </p:nvSpPr>
        <p:spPr>
          <a:xfrm>
            <a:off x="1950657" y="3439474"/>
            <a:ext cx="2859468" cy="421325"/>
          </a:xfrm>
        </p:spPr>
        <p:txBody>
          <a:bodyPr>
            <a:noAutofit/>
          </a:bodyPr>
          <a:lstStyle>
            <a:lvl1pPr marL="0" indent="0">
              <a:buFontTx/>
              <a:buNone/>
              <a:defRPr lang="en-US" sz="1400" b="1" dirty="0"/>
            </a:lvl1pPr>
            <a:lvl2pPr marL="0" indent="0">
              <a:buFontTx/>
              <a:buNone/>
              <a:defRPr sz="1200" b="0"/>
            </a:lvl2pPr>
            <a:lvl3pPr marL="365760" indent="0">
              <a:buFontTx/>
              <a:buNone/>
              <a:defRPr sz="1600" b="1"/>
            </a:lvl3pPr>
            <a:lvl4pPr marL="548640" indent="0">
              <a:buFontTx/>
              <a:buNone/>
              <a:defRPr sz="1600" b="1"/>
            </a:lvl4pPr>
            <a:lvl5pPr marL="731520" indent="0">
              <a:buFontTx/>
              <a:buNone/>
              <a:defRPr sz="1600" b="1"/>
            </a:lvl5pPr>
          </a:lstStyle>
          <a:p>
            <a:pPr lvl="0"/>
            <a:r>
              <a:rPr lang="en-US"/>
              <a:t>Name</a:t>
            </a:r>
          </a:p>
          <a:p>
            <a:pPr lvl="1"/>
            <a:r>
              <a:rPr lang="en-US"/>
              <a:t>Title</a:t>
            </a:r>
          </a:p>
        </p:txBody>
      </p:sp>
      <p:sp>
        <p:nvSpPr>
          <p:cNvPr id="17" name="Rectangle">
            <a:extLst>
              <a:ext uri="{FF2B5EF4-FFF2-40B4-BE49-F238E27FC236}">
                <a16:creationId xmlns:a16="http://schemas.microsoft.com/office/drawing/2014/main" id="{67F658E4-EA07-13F9-0DB1-91E2D49907AD}"/>
              </a:ext>
            </a:extLst>
          </p:cNvPr>
          <p:cNvSpPr/>
          <p:nvPr/>
        </p:nvSpPr>
        <p:spPr>
          <a:xfrm>
            <a:off x="1932324" y="3288326"/>
            <a:ext cx="458451" cy="54000"/>
          </a:xfrm>
          <a:prstGeom prst="rect">
            <a:avLst/>
          </a:prstGeom>
          <a:solidFill>
            <a:schemeClr val="accent4"/>
          </a:solidFill>
          <a:ln w="12700">
            <a:miter lim="400000"/>
          </a:ln>
        </p:spPr>
        <p:txBody>
          <a:bodyPr lIns="0" tIns="0" rIns="0" bIns="0" anchor="ctr"/>
          <a:lstStyle/>
          <a:p>
            <a:pPr algn="ctr">
              <a:lnSpc>
                <a:spcPct val="100000"/>
              </a:lnSpc>
              <a:defRPr sz="2800">
                <a:solidFill>
                  <a:srgbClr val="FFFFFF"/>
                </a:solidFill>
                <a:latin typeface="Arial"/>
                <a:ea typeface="Arial"/>
                <a:cs typeface="Arial"/>
                <a:sym typeface="Arial"/>
              </a:defRPr>
            </a:pPr>
            <a:endParaRPr lang="en-US" sz="16600"/>
          </a:p>
        </p:txBody>
      </p:sp>
      <p:sp>
        <p:nvSpPr>
          <p:cNvPr id="18" name="Text Placeholder 23">
            <a:extLst>
              <a:ext uri="{FF2B5EF4-FFF2-40B4-BE49-F238E27FC236}">
                <a16:creationId xmlns:a16="http://schemas.microsoft.com/office/drawing/2014/main" id="{BFED2B1C-01F6-4490-8C6C-C9FE0747A835}"/>
              </a:ext>
            </a:extLst>
          </p:cNvPr>
          <p:cNvSpPr>
            <a:spLocks noGrp="1"/>
          </p:cNvSpPr>
          <p:nvPr>
            <p:ph type="body" sz="quarter" idx="50" hasCustomPrompt="1"/>
          </p:nvPr>
        </p:nvSpPr>
        <p:spPr>
          <a:xfrm>
            <a:off x="5474816" y="3439474"/>
            <a:ext cx="2859468" cy="421325"/>
          </a:xfrm>
        </p:spPr>
        <p:txBody>
          <a:bodyPr>
            <a:noAutofit/>
          </a:bodyPr>
          <a:lstStyle>
            <a:lvl1pPr marL="0" indent="0">
              <a:buFontTx/>
              <a:buNone/>
              <a:defRPr lang="en-US" sz="1400" b="1" dirty="0"/>
            </a:lvl1pPr>
            <a:lvl2pPr marL="0" indent="0">
              <a:buFontTx/>
              <a:buNone/>
              <a:defRPr sz="1200" b="0"/>
            </a:lvl2pPr>
            <a:lvl3pPr marL="365760" indent="0">
              <a:buFontTx/>
              <a:buNone/>
              <a:defRPr sz="1600" b="1"/>
            </a:lvl3pPr>
            <a:lvl4pPr marL="548640" indent="0">
              <a:buFontTx/>
              <a:buNone/>
              <a:defRPr sz="1600" b="1"/>
            </a:lvl4pPr>
            <a:lvl5pPr marL="731520" indent="0">
              <a:buFontTx/>
              <a:buNone/>
              <a:defRPr sz="1600" b="1"/>
            </a:lvl5pPr>
          </a:lstStyle>
          <a:p>
            <a:pPr lvl="0"/>
            <a:r>
              <a:rPr lang="en-US"/>
              <a:t>Name</a:t>
            </a:r>
          </a:p>
          <a:p>
            <a:pPr lvl="1"/>
            <a:r>
              <a:rPr lang="en-US"/>
              <a:t>Title</a:t>
            </a:r>
          </a:p>
        </p:txBody>
      </p:sp>
      <p:sp>
        <p:nvSpPr>
          <p:cNvPr id="19" name="Rectangle">
            <a:extLst>
              <a:ext uri="{FF2B5EF4-FFF2-40B4-BE49-F238E27FC236}">
                <a16:creationId xmlns:a16="http://schemas.microsoft.com/office/drawing/2014/main" id="{CDCB488C-D81B-2629-FA36-F0358E12703E}"/>
              </a:ext>
            </a:extLst>
          </p:cNvPr>
          <p:cNvSpPr/>
          <p:nvPr/>
        </p:nvSpPr>
        <p:spPr>
          <a:xfrm>
            <a:off x="5456483" y="3288326"/>
            <a:ext cx="458451" cy="54000"/>
          </a:xfrm>
          <a:prstGeom prst="rect">
            <a:avLst/>
          </a:prstGeom>
          <a:solidFill>
            <a:schemeClr val="accent4"/>
          </a:solidFill>
          <a:ln w="12700">
            <a:miter lim="400000"/>
          </a:ln>
        </p:spPr>
        <p:txBody>
          <a:bodyPr lIns="0" tIns="0" rIns="0" bIns="0" anchor="ctr"/>
          <a:lstStyle/>
          <a:p>
            <a:pPr algn="ctr">
              <a:lnSpc>
                <a:spcPct val="100000"/>
              </a:lnSpc>
              <a:defRPr sz="2800">
                <a:solidFill>
                  <a:srgbClr val="FFFFFF"/>
                </a:solidFill>
                <a:latin typeface="Arial"/>
                <a:ea typeface="Arial"/>
                <a:cs typeface="Arial"/>
                <a:sym typeface="Arial"/>
              </a:defRPr>
            </a:pPr>
            <a:endParaRPr lang="en-US" sz="16600"/>
          </a:p>
        </p:txBody>
      </p:sp>
      <p:sp>
        <p:nvSpPr>
          <p:cNvPr id="21" name="Text Placeholder 23">
            <a:extLst>
              <a:ext uri="{FF2B5EF4-FFF2-40B4-BE49-F238E27FC236}">
                <a16:creationId xmlns:a16="http://schemas.microsoft.com/office/drawing/2014/main" id="{2081A805-B455-ADCE-CEFF-CA9024A1BFD8}"/>
              </a:ext>
            </a:extLst>
          </p:cNvPr>
          <p:cNvSpPr>
            <a:spLocks noGrp="1"/>
          </p:cNvSpPr>
          <p:nvPr>
            <p:ph type="body" sz="quarter" idx="51" hasCustomPrompt="1"/>
          </p:nvPr>
        </p:nvSpPr>
        <p:spPr>
          <a:xfrm>
            <a:off x="8980641" y="3439474"/>
            <a:ext cx="2859468" cy="421325"/>
          </a:xfrm>
        </p:spPr>
        <p:txBody>
          <a:bodyPr>
            <a:noAutofit/>
          </a:bodyPr>
          <a:lstStyle>
            <a:lvl1pPr marL="0" indent="0">
              <a:buFontTx/>
              <a:buNone/>
              <a:defRPr lang="en-US" sz="1400" b="1" dirty="0"/>
            </a:lvl1pPr>
            <a:lvl2pPr marL="0" indent="0">
              <a:buFontTx/>
              <a:buNone/>
              <a:defRPr sz="1200" b="0"/>
            </a:lvl2pPr>
            <a:lvl3pPr marL="365760" indent="0">
              <a:buFontTx/>
              <a:buNone/>
              <a:defRPr sz="1600" b="1"/>
            </a:lvl3pPr>
            <a:lvl4pPr marL="548640" indent="0">
              <a:buFontTx/>
              <a:buNone/>
              <a:defRPr sz="1600" b="1"/>
            </a:lvl4pPr>
            <a:lvl5pPr marL="731520" indent="0">
              <a:buFontTx/>
              <a:buNone/>
              <a:defRPr sz="1600" b="1"/>
            </a:lvl5pPr>
          </a:lstStyle>
          <a:p>
            <a:pPr lvl="0"/>
            <a:r>
              <a:rPr lang="en-US"/>
              <a:t>Name</a:t>
            </a:r>
          </a:p>
          <a:p>
            <a:pPr lvl="1"/>
            <a:r>
              <a:rPr lang="en-US"/>
              <a:t>Title</a:t>
            </a:r>
          </a:p>
        </p:txBody>
      </p:sp>
      <p:sp>
        <p:nvSpPr>
          <p:cNvPr id="25" name="Rectangle">
            <a:extLst>
              <a:ext uri="{FF2B5EF4-FFF2-40B4-BE49-F238E27FC236}">
                <a16:creationId xmlns:a16="http://schemas.microsoft.com/office/drawing/2014/main" id="{064D0815-79F1-8213-589E-7C8395E26018}"/>
              </a:ext>
            </a:extLst>
          </p:cNvPr>
          <p:cNvSpPr/>
          <p:nvPr/>
        </p:nvSpPr>
        <p:spPr>
          <a:xfrm>
            <a:off x="8962308" y="3288326"/>
            <a:ext cx="458451" cy="54000"/>
          </a:xfrm>
          <a:prstGeom prst="rect">
            <a:avLst/>
          </a:prstGeom>
          <a:solidFill>
            <a:schemeClr val="accent4"/>
          </a:solidFill>
          <a:ln w="12700">
            <a:miter lim="400000"/>
          </a:ln>
        </p:spPr>
        <p:txBody>
          <a:bodyPr lIns="0" tIns="0" rIns="0" bIns="0" anchor="ctr"/>
          <a:lstStyle/>
          <a:p>
            <a:pPr algn="ctr">
              <a:lnSpc>
                <a:spcPct val="100000"/>
              </a:lnSpc>
              <a:defRPr sz="2800">
                <a:solidFill>
                  <a:srgbClr val="FFFFFF"/>
                </a:solidFill>
                <a:latin typeface="Arial"/>
                <a:ea typeface="Arial"/>
                <a:cs typeface="Arial"/>
                <a:sym typeface="Arial"/>
              </a:defRPr>
            </a:pPr>
            <a:endParaRPr lang="en-US" sz="16600"/>
          </a:p>
        </p:txBody>
      </p:sp>
      <p:sp>
        <p:nvSpPr>
          <p:cNvPr id="26" name="Text Placeholder 23">
            <a:extLst>
              <a:ext uri="{FF2B5EF4-FFF2-40B4-BE49-F238E27FC236}">
                <a16:creationId xmlns:a16="http://schemas.microsoft.com/office/drawing/2014/main" id="{C59014A0-4862-8320-9345-1457F50DBB72}"/>
              </a:ext>
            </a:extLst>
          </p:cNvPr>
          <p:cNvSpPr>
            <a:spLocks noGrp="1"/>
          </p:cNvSpPr>
          <p:nvPr>
            <p:ph type="body" sz="quarter" idx="52" hasCustomPrompt="1"/>
          </p:nvPr>
        </p:nvSpPr>
        <p:spPr>
          <a:xfrm>
            <a:off x="1950657" y="5696899"/>
            <a:ext cx="2859468" cy="421325"/>
          </a:xfrm>
        </p:spPr>
        <p:txBody>
          <a:bodyPr>
            <a:noAutofit/>
          </a:bodyPr>
          <a:lstStyle>
            <a:lvl1pPr marL="0" indent="0">
              <a:buFontTx/>
              <a:buNone/>
              <a:defRPr lang="en-US" sz="1400" b="1" dirty="0"/>
            </a:lvl1pPr>
            <a:lvl2pPr marL="0" indent="0">
              <a:buFontTx/>
              <a:buNone/>
              <a:defRPr sz="1200" b="0"/>
            </a:lvl2pPr>
            <a:lvl3pPr marL="365760" indent="0">
              <a:buFontTx/>
              <a:buNone/>
              <a:defRPr sz="1600" b="1"/>
            </a:lvl3pPr>
            <a:lvl4pPr marL="548640" indent="0">
              <a:buFontTx/>
              <a:buNone/>
              <a:defRPr sz="1600" b="1"/>
            </a:lvl4pPr>
            <a:lvl5pPr marL="731520" indent="0">
              <a:buFontTx/>
              <a:buNone/>
              <a:defRPr sz="1600" b="1"/>
            </a:lvl5pPr>
          </a:lstStyle>
          <a:p>
            <a:pPr lvl="0"/>
            <a:r>
              <a:rPr lang="en-US"/>
              <a:t>Name</a:t>
            </a:r>
          </a:p>
          <a:p>
            <a:pPr lvl="1"/>
            <a:r>
              <a:rPr lang="en-US"/>
              <a:t>Title</a:t>
            </a:r>
          </a:p>
        </p:txBody>
      </p:sp>
      <p:sp>
        <p:nvSpPr>
          <p:cNvPr id="27" name="Rectangle">
            <a:extLst>
              <a:ext uri="{FF2B5EF4-FFF2-40B4-BE49-F238E27FC236}">
                <a16:creationId xmlns:a16="http://schemas.microsoft.com/office/drawing/2014/main" id="{170B4E46-FB5F-5741-0349-CBDC889CA2E6}"/>
              </a:ext>
            </a:extLst>
          </p:cNvPr>
          <p:cNvSpPr/>
          <p:nvPr/>
        </p:nvSpPr>
        <p:spPr>
          <a:xfrm>
            <a:off x="1932324" y="5545751"/>
            <a:ext cx="458451" cy="54000"/>
          </a:xfrm>
          <a:prstGeom prst="rect">
            <a:avLst/>
          </a:prstGeom>
          <a:solidFill>
            <a:schemeClr val="accent4"/>
          </a:solidFill>
          <a:ln w="12700">
            <a:miter lim="400000"/>
          </a:ln>
        </p:spPr>
        <p:txBody>
          <a:bodyPr lIns="0" tIns="0" rIns="0" bIns="0" anchor="ctr"/>
          <a:lstStyle/>
          <a:p>
            <a:pPr algn="ctr">
              <a:lnSpc>
                <a:spcPct val="100000"/>
              </a:lnSpc>
              <a:defRPr sz="2800">
                <a:solidFill>
                  <a:srgbClr val="FFFFFF"/>
                </a:solidFill>
                <a:latin typeface="Arial"/>
                <a:ea typeface="Arial"/>
                <a:cs typeface="Arial"/>
                <a:sym typeface="Arial"/>
              </a:defRPr>
            </a:pPr>
            <a:endParaRPr lang="en-US" sz="16600"/>
          </a:p>
        </p:txBody>
      </p:sp>
      <p:sp>
        <p:nvSpPr>
          <p:cNvPr id="28" name="Text Placeholder 23">
            <a:extLst>
              <a:ext uri="{FF2B5EF4-FFF2-40B4-BE49-F238E27FC236}">
                <a16:creationId xmlns:a16="http://schemas.microsoft.com/office/drawing/2014/main" id="{CBD81D61-CA6C-95D3-588F-76CD469FB642}"/>
              </a:ext>
            </a:extLst>
          </p:cNvPr>
          <p:cNvSpPr>
            <a:spLocks noGrp="1"/>
          </p:cNvSpPr>
          <p:nvPr>
            <p:ph type="body" sz="quarter" idx="53" hasCustomPrompt="1"/>
          </p:nvPr>
        </p:nvSpPr>
        <p:spPr>
          <a:xfrm>
            <a:off x="5474816" y="5696899"/>
            <a:ext cx="2859468" cy="421325"/>
          </a:xfrm>
        </p:spPr>
        <p:txBody>
          <a:bodyPr>
            <a:noAutofit/>
          </a:bodyPr>
          <a:lstStyle>
            <a:lvl1pPr marL="0" indent="0">
              <a:buFontTx/>
              <a:buNone/>
              <a:defRPr lang="en-US" sz="1400" b="1" dirty="0"/>
            </a:lvl1pPr>
            <a:lvl2pPr marL="0" indent="0">
              <a:buFontTx/>
              <a:buNone/>
              <a:defRPr sz="1200" b="0"/>
            </a:lvl2pPr>
            <a:lvl3pPr marL="365760" indent="0">
              <a:buFontTx/>
              <a:buNone/>
              <a:defRPr sz="1600" b="1"/>
            </a:lvl3pPr>
            <a:lvl4pPr marL="548640" indent="0">
              <a:buFontTx/>
              <a:buNone/>
              <a:defRPr sz="1600" b="1"/>
            </a:lvl4pPr>
            <a:lvl5pPr marL="731520" indent="0">
              <a:buFontTx/>
              <a:buNone/>
              <a:defRPr sz="1600" b="1"/>
            </a:lvl5pPr>
          </a:lstStyle>
          <a:p>
            <a:pPr lvl="0"/>
            <a:r>
              <a:rPr lang="en-US"/>
              <a:t>Name</a:t>
            </a:r>
          </a:p>
          <a:p>
            <a:pPr lvl="1"/>
            <a:r>
              <a:rPr lang="en-US"/>
              <a:t>Title</a:t>
            </a:r>
          </a:p>
        </p:txBody>
      </p:sp>
      <p:sp>
        <p:nvSpPr>
          <p:cNvPr id="29" name="Rectangle">
            <a:extLst>
              <a:ext uri="{FF2B5EF4-FFF2-40B4-BE49-F238E27FC236}">
                <a16:creationId xmlns:a16="http://schemas.microsoft.com/office/drawing/2014/main" id="{1CE36D44-7AB6-10B1-2D31-45BE8A24DAC5}"/>
              </a:ext>
            </a:extLst>
          </p:cNvPr>
          <p:cNvSpPr/>
          <p:nvPr/>
        </p:nvSpPr>
        <p:spPr>
          <a:xfrm>
            <a:off x="5456483" y="5545751"/>
            <a:ext cx="458451" cy="54000"/>
          </a:xfrm>
          <a:prstGeom prst="rect">
            <a:avLst/>
          </a:prstGeom>
          <a:solidFill>
            <a:schemeClr val="accent4"/>
          </a:solidFill>
          <a:ln w="12700">
            <a:miter lim="400000"/>
          </a:ln>
        </p:spPr>
        <p:txBody>
          <a:bodyPr lIns="0" tIns="0" rIns="0" bIns="0" anchor="ctr"/>
          <a:lstStyle/>
          <a:p>
            <a:pPr algn="ctr">
              <a:lnSpc>
                <a:spcPct val="100000"/>
              </a:lnSpc>
              <a:defRPr sz="2800">
                <a:solidFill>
                  <a:srgbClr val="FFFFFF"/>
                </a:solidFill>
                <a:latin typeface="Arial"/>
                <a:ea typeface="Arial"/>
                <a:cs typeface="Arial"/>
                <a:sym typeface="Arial"/>
              </a:defRPr>
            </a:pPr>
            <a:endParaRPr lang="en-US" sz="16600"/>
          </a:p>
        </p:txBody>
      </p:sp>
      <p:sp>
        <p:nvSpPr>
          <p:cNvPr id="30" name="Text Placeholder 23">
            <a:extLst>
              <a:ext uri="{FF2B5EF4-FFF2-40B4-BE49-F238E27FC236}">
                <a16:creationId xmlns:a16="http://schemas.microsoft.com/office/drawing/2014/main" id="{AFF6A01F-DFFF-24F5-47DD-5B1CAD432490}"/>
              </a:ext>
            </a:extLst>
          </p:cNvPr>
          <p:cNvSpPr>
            <a:spLocks noGrp="1"/>
          </p:cNvSpPr>
          <p:nvPr>
            <p:ph type="body" sz="quarter" idx="54" hasCustomPrompt="1"/>
          </p:nvPr>
        </p:nvSpPr>
        <p:spPr>
          <a:xfrm>
            <a:off x="8980641" y="5696899"/>
            <a:ext cx="2859468" cy="421325"/>
          </a:xfrm>
        </p:spPr>
        <p:txBody>
          <a:bodyPr>
            <a:noAutofit/>
          </a:bodyPr>
          <a:lstStyle>
            <a:lvl1pPr marL="0" indent="0">
              <a:buFontTx/>
              <a:buNone/>
              <a:defRPr lang="en-US" sz="1400" b="1" dirty="0"/>
            </a:lvl1pPr>
            <a:lvl2pPr marL="0" indent="0">
              <a:buFontTx/>
              <a:buNone/>
              <a:defRPr sz="1200" b="0"/>
            </a:lvl2pPr>
            <a:lvl3pPr marL="365760" indent="0">
              <a:buFontTx/>
              <a:buNone/>
              <a:defRPr sz="1600" b="1"/>
            </a:lvl3pPr>
            <a:lvl4pPr marL="548640" indent="0">
              <a:buFontTx/>
              <a:buNone/>
              <a:defRPr sz="1600" b="1"/>
            </a:lvl4pPr>
            <a:lvl5pPr marL="731520" indent="0">
              <a:buFontTx/>
              <a:buNone/>
              <a:defRPr sz="1600" b="1"/>
            </a:lvl5pPr>
          </a:lstStyle>
          <a:p>
            <a:pPr lvl="0"/>
            <a:r>
              <a:rPr lang="en-US"/>
              <a:t>Name</a:t>
            </a:r>
          </a:p>
          <a:p>
            <a:pPr lvl="1"/>
            <a:r>
              <a:rPr lang="en-US"/>
              <a:t>Title</a:t>
            </a:r>
          </a:p>
        </p:txBody>
      </p:sp>
      <p:sp>
        <p:nvSpPr>
          <p:cNvPr id="31" name="Rectangle">
            <a:extLst>
              <a:ext uri="{FF2B5EF4-FFF2-40B4-BE49-F238E27FC236}">
                <a16:creationId xmlns:a16="http://schemas.microsoft.com/office/drawing/2014/main" id="{4FE79D64-0DC1-2CAE-CDA8-04AD42EF14AC}"/>
              </a:ext>
            </a:extLst>
          </p:cNvPr>
          <p:cNvSpPr/>
          <p:nvPr/>
        </p:nvSpPr>
        <p:spPr>
          <a:xfrm>
            <a:off x="8962308" y="5545751"/>
            <a:ext cx="458451" cy="54000"/>
          </a:xfrm>
          <a:prstGeom prst="rect">
            <a:avLst/>
          </a:prstGeom>
          <a:solidFill>
            <a:schemeClr val="accent4"/>
          </a:solidFill>
          <a:ln w="12700">
            <a:miter lim="400000"/>
          </a:ln>
        </p:spPr>
        <p:txBody>
          <a:bodyPr lIns="0" tIns="0" rIns="0" bIns="0" anchor="ctr"/>
          <a:lstStyle/>
          <a:p>
            <a:pPr algn="ctr">
              <a:lnSpc>
                <a:spcPct val="100000"/>
              </a:lnSpc>
              <a:defRPr sz="2800">
                <a:solidFill>
                  <a:srgbClr val="FFFFFF"/>
                </a:solidFill>
                <a:latin typeface="Arial"/>
                <a:ea typeface="Arial"/>
                <a:cs typeface="Arial"/>
                <a:sym typeface="Arial"/>
              </a:defRPr>
            </a:pPr>
            <a:endParaRPr lang="en-US" sz="16600"/>
          </a:p>
        </p:txBody>
      </p:sp>
      <p:sp>
        <p:nvSpPr>
          <p:cNvPr id="12" name="Rectangle">
            <a:extLst>
              <a:ext uri="{FF2B5EF4-FFF2-40B4-BE49-F238E27FC236}">
                <a16:creationId xmlns:a16="http://schemas.microsoft.com/office/drawing/2014/main" id="{452A60C8-A3F6-A3AA-7C25-A59E6169A420}"/>
              </a:ext>
            </a:extLst>
          </p:cNvPr>
          <p:cNvSpPr/>
          <p:nvPr/>
        </p:nvSpPr>
        <p:spPr>
          <a:xfrm>
            <a:off x="370224" y="1709098"/>
            <a:ext cx="1240352" cy="1138877"/>
          </a:xfrm>
          <a:prstGeom prst="rect">
            <a:avLst/>
          </a:prstGeom>
          <a:solidFill>
            <a:schemeClr val="accent4"/>
          </a:solidFill>
          <a:ln w="12700">
            <a:miter lim="400000"/>
          </a:ln>
        </p:spPr>
        <p:txBody>
          <a:bodyPr lIns="0" tIns="0" rIns="0" bIns="0" anchor="ctr"/>
          <a:lstStyle/>
          <a:p>
            <a:pPr algn="ctr">
              <a:lnSpc>
                <a:spcPct val="100000"/>
              </a:lnSpc>
              <a:defRPr sz="2800">
                <a:solidFill>
                  <a:srgbClr val="FFFFFF"/>
                </a:solidFill>
                <a:latin typeface="Arial"/>
                <a:ea typeface="Arial"/>
                <a:cs typeface="Arial"/>
                <a:sym typeface="Arial"/>
              </a:defRPr>
            </a:pPr>
            <a:endParaRPr lang="en-US" sz="16600"/>
          </a:p>
        </p:txBody>
      </p:sp>
      <p:sp>
        <p:nvSpPr>
          <p:cNvPr id="9" name="Title 1">
            <a:extLst>
              <a:ext uri="{FF2B5EF4-FFF2-40B4-BE49-F238E27FC236}">
                <a16:creationId xmlns:a16="http://schemas.microsoft.com/office/drawing/2014/main" id="{3A8771AB-23E6-B24D-A20F-781526D19D52}"/>
              </a:ext>
            </a:extLst>
          </p:cNvPr>
          <p:cNvSpPr>
            <a:spLocks noGrp="1"/>
          </p:cNvSpPr>
          <p:nvPr>
            <p:ph type="title" hasCustomPrompt="1"/>
          </p:nvPr>
        </p:nvSpPr>
        <p:spPr>
          <a:xfrm>
            <a:off x="365760" y="365760"/>
            <a:ext cx="5428132" cy="914400"/>
          </a:xfrm>
        </p:spPr>
        <p:txBody>
          <a:bodyPr/>
          <a:lstStyle>
            <a:lvl1pPr>
              <a:defRPr>
                <a:latin typeface="Aptos Light" panose="020B0004020202020204" pitchFamily="34" charset="0"/>
              </a:defRPr>
            </a:lvl1pPr>
          </a:lstStyle>
          <a:p>
            <a:r>
              <a:rPr lang="en-US"/>
              <a:t>[Slide title]</a:t>
            </a:r>
          </a:p>
        </p:txBody>
      </p:sp>
      <p:sp>
        <p:nvSpPr>
          <p:cNvPr id="2" name="Content Placeholder 4">
            <a:extLst>
              <a:ext uri="{FF2B5EF4-FFF2-40B4-BE49-F238E27FC236}">
                <a16:creationId xmlns:a16="http://schemas.microsoft.com/office/drawing/2014/main" id="{9DCA002B-B80E-A322-9731-6A02DDB63C98}"/>
              </a:ext>
            </a:extLst>
          </p:cNvPr>
          <p:cNvSpPr>
            <a:spLocks noGrp="1"/>
          </p:cNvSpPr>
          <p:nvPr>
            <p:ph sz="quarter" idx="32" hasCustomPrompt="1"/>
          </p:nvPr>
        </p:nvSpPr>
        <p:spPr>
          <a:xfrm>
            <a:off x="1950657" y="1841181"/>
            <a:ext cx="2859468" cy="1371819"/>
          </a:xfrm>
        </p:spPr>
        <p:txBody>
          <a:bodyPr>
            <a:normAutofit/>
          </a:bodyPr>
          <a:lstStyle>
            <a:lvl1pPr marL="0" indent="0">
              <a:spcBef>
                <a:spcPts val="600"/>
              </a:spcBef>
              <a:buFontTx/>
              <a:buNone/>
              <a:defRPr lang="en-US" sz="1200" dirty="0"/>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Designated space to input the body text for your content. Use it to convey your message, share information, or express your ideas effectively.</a:t>
            </a:r>
          </a:p>
        </p:txBody>
      </p:sp>
      <p:sp>
        <p:nvSpPr>
          <p:cNvPr id="8" name="Content Placeholder 4">
            <a:extLst>
              <a:ext uri="{FF2B5EF4-FFF2-40B4-BE49-F238E27FC236}">
                <a16:creationId xmlns:a16="http://schemas.microsoft.com/office/drawing/2014/main" id="{4FA66906-4BAF-E655-0FED-C0A8A2AF93D0}"/>
              </a:ext>
            </a:extLst>
          </p:cNvPr>
          <p:cNvSpPr>
            <a:spLocks noGrp="1"/>
          </p:cNvSpPr>
          <p:nvPr>
            <p:ph sz="quarter" idx="34" hasCustomPrompt="1"/>
          </p:nvPr>
        </p:nvSpPr>
        <p:spPr>
          <a:xfrm>
            <a:off x="5456483" y="1841181"/>
            <a:ext cx="2859468" cy="1371819"/>
          </a:xfrm>
        </p:spPr>
        <p:txBody>
          <a:bodyPr>
            <a:normAutofit/>
          </a:bodyPr>
          <a:lstStyle>
            <a:lvl1pPr marL="0" indent="0">
              <a:spcBef>
                <a:spcPts val="600"/>
              </a:spcBef>
              <a:buFontTx/>
              <a:buNone/>
              <a:defRPr lang="en-US" sz="1200" dirty="0"/>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Designated space to input the body text for your content. Use it to convey your message, share information, or express your ideas effectively.</a:t>
            </a:r>
          </a:p>
        </p:txBody>
      </p:sp>
      <p:sp>
        <p:nvSpPr>
          <p:cNvPr id="11" name="Content Placeholder 4">
            <a:extLst>
              <a:ext uri="{FF2B5EF4-FFF2-40B4-BE49-F238E27FC236}">
                <a16:creationId xmlns:a16="http://schemas.microsoft.com/office/drawing/2014/main" id="{73B98BFB-22B9-4E1D-A626-A54741F2E252}"/>
              </a:ext>
            </a:extLst>
          </p:cNvPr>
          <p:cNvSpPr>
            <a:spLocks noGrp="1"/>
          </p:cNvSpPr>
          <p:nvPr>
            <p:ph sz="quarter" idx="36" hasCustomPrompt="1"/>
          </p:nvPr>
        </p:nvSpPr>
        <p:spPr>
          <a:xfrm>
            <a:off x="8962308" y="1841181"/>
            <a:ext cx="2859468" cy="1371819"/>
          </a:xfrm>
        </p:spPr>
        <p:txBody>
          <a:bodyPr>
            <a:normAutofit/>
          </a:bodyPr>
          <a:lstStyle>
            <a:lvl1pPr marL="0" indent="0">
              <a:spcBef>
                <a:spcPts val="600"/>
              </a:spcBef>
              <a:buFontTx/>
              <a:buNone/>
              <a:defRPr lang="en-US" sz="1200" dirty="0"/>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Designated space to input the body text for your content. Use it to convey your message, share information, or express your ideas effectively.</a:t>
            </a:r>
          </a:p>
        </p:txBody>
      </p:sp>
      <p:sp>
        <p:nvSpPr>
          <p:cNvPr id="62" name="Content Placeholder 4">
            <a:extLst>
              <a:ext uri="{FF2B5EF4-FFF2-40B4-BE49-F238E27FC236}">
                <a16:creationId xmlns:a16="http://schemas.microsoft.com/office/drawing/2014/main" id="{B7F7CCD9-D0EA-475D-CA46-31DA4F53A653}"/>
              </a:ext>
            </a:extLst>
          </p:cNvPr>
          <p:cNvSpPr>
            <a:spLocks noGrp="1"/>
          </p:cNvSpPr>
          <p:nvPr>
            <p:ph sz="quarter" idx="38" hasCustomPrompt="1"/>
          </p:nvPr>
        </p:nvSpPr>
        <p:spPr>
          <a:xfrm>
            <a:off x="1950657" y="4102653"/>
            <a:ext cx="2859468" cy="1371819"/>
          </a:xfrm>
        </p:spPr>
        <p:txBody>
          <a:bodyPr>
            <a:normAutofit/>
          </a:bodyPr>
          <a:lstStyle>
            <a:lvl1pPr marL="0" indent="0">
              <a:spcBef>
                <a:spcPts val="600"/>
              </a:spcBef>
              <a:buFontTx/>
              <a:buNone/>
              <a:defRPr lang="en-US" sz="1200" dirty="0"/>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Designated space to input the body text for your content. Use it to convey your message, share information, or express your ideas effectively.</a:t>
            </a:r>
          </a:p>
        </p:txBody>
      </p:sp>
      <p:sp>
        <p:nvSpPr>
          <p:cNvPr id="64" name="Content Placeholder 4">
            <a:extLst>
              <a:ext uri="{FF2B5EF4-FFF2-40B4-BE49-F238E27FC236}">
                <a16:creationId xmlns:a16="http://schemas.microsoft.com/office/drawing/2014/main" id="{1D81877A-6C98-327B-CE4F-FE08C85B09F7}"/>
              </a:ext>
            </a:extLst>
          </p:cNvPr>
          <p:cNvSpPr>
            <a:spLocks noGrp="1"/>
          </p:cNvSpPr>
          <p:nvPr>
            <p:ph sz="quarter" idx="40" hasCustomPrompt="1"/>
          </p:nvPr>
        </p:nvSpPr>
        <p:spPr>
          <a:xfrm>
            <a:off x="5456483" y="4102653"/>
            <a:ext cx="2859468" cy="1371819"/>
          </a:xfrm>
        </p:spPr>
        <p:txBody>
          <a:bodyPr>
            <a:normAutofit/>
          </a:bodyPr>
          <a:lstStyle>
            <a:lvl1pPr marL="0" indent="0">
              <a:spcBef>
                <a:spcPts val="600"/>
              </a:spcBef>
              <a:buFontTx/>
              <a:buNone/>
              <a:defRPr lang="en-US" sz="1200" dirty="0"/>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Designated space to input the body text for your content. Use it to convey your message, share information, or express your ideas effectively.</a:t>
            </a:r>
          </a:p>
        </p:txBody>
      </p:sp>
      <p:sp>
        <p:nvSpPr>
          <p:cNvPr id="66" name="Content Placeholder 4">
            <a:extLst>
              <a:ext uri="{FF2B5EF4-FFF2-40B4-BE49-F238E27FC236}">
                <a16:creationId xmlns:a16="http://schemas.microsoft.com/office/drawing/2014/main" id="{B1C43E78-5C72-A703-7DDF-6F288F74FBF7}"/>
              </a:ext>
            </a:extLst>
          </p:cNvPr>
          <p:cNvSpPr>
            <a:spLocks noGrp="1"/>
          </p:cNvSpPr>
          <p:nvPr>
            <p:ph sz="quarter" idx="42" hasCustomPrompt="1"/>
          </p:nvPr>
        </p:nvSpPr>
        <p:spPr>
          <a:xfrm>
            <a:off x="8962308" y="4102653"/>
            <a:ext cx="2859468" cy="1371819"/>
          </a:xfrm>
        </p:spPr>
        <p:txBody>
          <a:bodyPr>
            <a:normAutofit/>
          </a:bodyPr>
          <a:lstStyle>
            <a:lvl1pPr marL="0" indent="0">
              <a:spcBef>
                <a:spcPts val="600"/>
              </a:spcBef>
              <a:buFontTx/>
              <a:buNone/>
              <a:defRPr lang="en-US" sz="1200" dirty="0"/>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Designated space to input the body text for your content. Use it to convey your message, share information, or express your ideas effectively.</a:t>
            </a:r>
          </a:p>
        </p:txBody>
      </p:sp>
      <p:sp>
        <p:nvSpPr>
          <p:cNvPr id="4" name="Picture Placeholder 3">
            <a:extLst>
              <a:ext uri="{FF2B5EF4-FFF2-40B4-BE49-F238E27FC236}">
                <a16:creationId xmlns:a16="http://schemas.microsoft.com/office/drawing/2014/main" id="{5ED035BB-BE32-55DA-B912-7CC02EF95F09}"/>
              </a:ext>
            </a:extLst>
          </p:cNvPr>
          <p:cNvSpPr>
            <a:spLocks noGrp="1"/>
          </p:cNvSpPr>
          <p:nvPr>
            <p:ph type="pic" sz="quarter" idx="44" hasCustomPrompt="1"/>
          </p:nvPr>
        </p:nvSpPr>
        <p:spPr>
          <a:xfrm>
            <a:off x="4162125" y="3096375"/>
            <a:ext cx="648000" cy="720000"/>
          </a:xfrm>
          <a:solidFill>
            <a:srgbClr val="D7E0E3"/>
          </a:solidFill>
        </p:spPr>
        <p:txBody>
          <a:bodyPr anchor="ctr">
            <a:normAutofit/>
          </a:bodyPr>
          <a:lstStyle>
            <a:lvl1pPr marL="0" indent="0" algn="ctr">
              <a:buNone/>
              <a:defRPr sz="1200"/>
            </a:lvl1pPr>
          </a:lstStyle>
          <a:p>
            <a:r>
              <a:rPr lang="en-US"/>
              <a:t>Image </a:t>
            </a:r>
          </a:p>
        </p:txBody>
      </p:sp>
      <p:sp>
        <p:nvSpPr>
          <p:cNvPr id="5" name="Picture Placeholder 3">
            <a:extLst>
              <a:ext uri="{FF2B5EF4-FFF2-40B4-BE49-F238E27FC236}">
                <a16:creationId xmlns:a16="http://schemas.microsoft.com/office/drawing/2014/main" id="{14ADDEA5-611F-A545-4290-873D4F7462D0}"/>
              </a:ext>
            </a:extLst>
          </p:cNvPr>
          <p:cNvSpPr>
            <a:spLocks noGrp="1"/>
          </p:cNvSpPr>
          <p:nvPr>
            <p:ph type="pic" sz="quarter" idx="45" hasCustomPrompt="1"/>
          </p:nvPr>
        </p:nvSpPr>
        <p:spPr>
          <a:xfrm>
            <a:off x="7667951" y="3096375"/>
            <a:ext cx="648000" cy="720000"/>
          </a:xfrm>
          <a:solidFill>
            <a:srgbClr val="D7E0E3"/>
          </a:solidFill>
        </p:spPr>
        <p:txBody>
          <a:bodyPr anchor="ctr">
            <a:normAutofit/>
          </a:bodyPr>
          <a:lstStyle>
            <a:lvl1pPr marL="0" indent="0" algn="ctr">
              <a:buNone/>
              <a:defRPr sz="1200"/>
            </a:lvl1pPr>
          </a:lstStyle>
          <a:p>
            <a:r>
              <a:rPr lang="en-US"/>
              <a:t>Image </a:t>
            </a:r>
          </a:p>
        </p:txBody>
      </p:sp>
      <p:sp>
        <p:nvSpPr>
          <p:cNvPr id="6" name="Picture Placeholder 3">
            <a:extLst>
              <a:ext uri="{FF2B5EF4-FFF2-40B4-BE49-F238E27FC236}">
                <a16:creationId xmlns:a16="http://schemas.microsoft.com/office/drawing/2014/main" id="{E3E18C10-64AF-892C-DC08-703511924B85}"/>
              </a:ext>
            </a:extLst>
          </p:cNvPr>
          <p:cNvSpPr>
            <a:spLocks noGrp="1"/>
          </p:cNvSpPr>
          <p:nvPr>
            <p:ph type="pic" sz="quarter" idx="46" hasCustomPrompt="1"/>
          </p:nvPr>
        </p:nvSpPr>
        <p:spPr>
          <a:xfrm>
            <a:off x="11173776" y="3096375"/>
            <a:ext cx="648000" cy="720000"/>
          </a:xfrm>
          <a:solidFill>
            <a:srgbClr val="D7E0E3"/>
          </a:solidFill>
        </p:spPr>
        <p:txBody>
          <a:bodyPr anchor="ctr">
            <a:normAutofit/>
          </a:bodyPr>
          <a:lstStyle>
            <a:lvl1pPr marL="0" indent="0" algn="ctr">
              <a:buNone/>
              <a:defRPr sz="1200"/>
            </a:lvl1pPr>
          </a:lstStyle>
          <a:p>
            <a:r>
              <a:rPr lang="en-US"/>
              <a:t>Image </a:t>
            </a:r>
          </a:p>
        </p:txBody>
      </p:sp>
      <p:sp>
        <p:nvSpPr>
          <p:cNvPr id="10" name="Picture Placeholder 3">
            <a:extLst>
              <a:ext uri="{FF2B5EF4-FFF2-40B4-BE49-F238E27FC236}">
                <a16:creationId xmlns:a16="http://schemas.microsoft.com/office/drawing/2014/main" id="{B88BBA9C-1947-C810-F34A-2B98738B3838}"/>
              </a:ext>
            </a:extLst>
          </p:cNvPr>
          <p:cNvSpPr>
            <a:spLocks noGrp="1"/>
          </p:cNvSpPr>
          <p:nvPr>
            <p:ph type="pic" sz="quarter" idx="47" hasCustomPrompt="1"/>
          </p:nvPr>
        </p:nvSpPr>
        <p:spPr>
          <a:xfrm>
            <a:off x="4162125" y="5357847"/>
            <a:ext cx="648000" cy="720000"/>
          </a:xfrm>
          <a:solidFill>
            <a:srgbClr val="D7E0E3"/>
          </a:solidFill>
        </p:spPr>
        <p:txBody>
          <a:bodyPr anchor="ctr">
            <a:normAutofit/>
          </a:bodyPr>
          <a:lstStyle>
            <a:lvl1pPr marL="0" indent="0" algn="ctr">
              <a:buNone/>
              <a:defRPr sz="1200"/>
            </a:lvl1pPr>
          </a:lstStyle>
          <a:p>
            <a:r>
              <a:rPr lang="en-US"/>
              <a:t>Image </a:t>
            </a:r>
          </a:p>
        </p:txBody>
      </p:sp>
      <p:sp>
        <p:nvSpPr>
          <p:cNvPr id="13" name="Picture Placeholder 3">
            <a:extLst>
              <a:ext uri="{FF2B5EF4-FFF2-40B4-BE49-F238E27FC236}">
                <a16:creationId xmlns:a16="http://schemas.microsoft.com/office/drawing/2014/main" id="{05E052DF-DA9C-2F13-0029-106D6B90D8EA}"/>
              </a:ext>
            </a:extLst>
          </p:cNvPr>
          <p:cNvSpPr>
            <a:spLocks noGrp="1"/>
          </p:cNvSpPr>
          <p:nvPr>
            <p:ph type="pic" sz="quarter" idx="48" hasCustomPrompt="1"/>
          </p:nvPr>
        </p:nvSpPr>
        <p:spPr>
          <a:xfrm>
            <a:off x="7667951" y="5357847"/>
            <a:ext cx="648000" cy="720000"/>
          </a:xfrm>
          <a:solidFill>
            <a:srgbClr val="D7E0E3"/>
          </a:solidFill>
        </p:spPr>
        <p:txBody>
          <a:bodyPr anchor="ctr">
            <a:normAutofit/>
          </a:bodyPr>
          <a:lstStyle>
            <a:lvl1pPr marL="0" indent="0" algn="ctr">
              <a:buNone/>
              <a:defRPr sz="1200"/>
            </a:lvl1pPr>
          </a:lstStyle>
          <a:p>
            <a:r>
              <a:rPr lang="en-US"/>
              <a:t>Image </a:t>
            </a:r>
          </a:p>
        </p:txBody>
      </p:sp>
      <p:sp>
        <p:nvSpPr>
          <p:cNvPr id="14" name="Picture Placeholder 3">
            <a:extLst>
              <a:ext uri="{FF2B5EF4-FFF2-40B4-BE49-F238E27FC236}">
                <a16:creationId xmlns:a16="http://schemas.microsoft.com/office/drawing/2014/main" id="{F426E2B8-5CA1-1057-F151-6763C3F9871F}"/>
              </a:ext>
            </a:extLst>
          </p:cNvPr>
          <p:cNvSpPr>
            <a:spLocks noGrp="1"/>
          </p:cNvSpPr>
          <p:nvPr>
            <p:ph type="pic" sz="quarter" idx="49" hasCustomPrompt="1"/>
          </p:nvPr>
        </p:nvSpPr>
        <p:spPr>
          <a:xfrm>
            <a:off x="11173776" y="5357847"/>
            <a:ext cx="648000" cy="720000"/>
          </a:xfrm>
          <a:solidFill>
            <a:srgbClr val="D7E0E3"/>
          </a:solidFill>
        </p:spPr>
        <p:txBody>
          <a:bodyPr anchor="ctr">
            <a:normAutofit/>
          </a:bodyPr>
          <a:lstStyle>
            <a:lvl1pPr marL="0" indent="0" algn="ctr">
              <a:buNone/>
              <a:defRPr sz="1200"/>
            </a:lvl1pPr>
          </a:lstStyle>
          <a:p>
            <a:r>
              <a:rPr lang="en-US"/>
              <a:t>Image </a:t>
            </a:r>
          </a:p>
        </p:txBody>
      </p:sp>
      <p:sp>
        <p:nvSpPr>
          <p:cNvPr id="7" name="TextBox 6">
            <a:extLst>
              <a:ext uri="{FF2B5EF4-FFF2-40B4-BE49-F238E27FC236}">
                <a16:creationId xmlns:a16="http://schemas.microsoft.com/office/drawing/2014/main" id="{1085A371-97A3-4FAB-D49B-5B3E13A0BACC}"/>
              </a:ext>
            </a:extLst>
          </p:cNvPr>
          <p:cNvSpPr txBox="1"/>
          <p:nvPr/>
        </p:nvSpPr>
        <p:spPr>
          <a:xfrm>
            <a:off x="504825" y="1485900"/>
            <a:ext cx="914400" cy="914400"/>
          </a:xfrm>
          <a:prstGeom prst="rect">
            <a:avLst/>
          </a:prstGeom>
          <a:noFill/>
        </p:spPr>
        <p:txBody>
          <a:bodyPr wrap="square" lIns="0" tIns="0" rIns="0" bIns="0" rtlCol="0">
            <a:noAutofit/>
          </a:bodyPr>
          <a:lstStyle/>
          <a:p>
            <a:pPr marL="0" indent="0" algn="ctr">
              <a:lnSpc>
                <a:spcPct val="100000"/>
              </a:lnSpc>
              <a:spcBef>
                <a:spcPts val="1200"/>
              </a:spcBef>
              <a:buSzPct val="100000"/>
              <a:buFont typeface="Arial"/>
              <a:buNone/>
            </a:pPr>
            <a:r>
              <a:rPr lang="en-US" sz="16600">
                <a:solidFill>
                  <a:schemeClr val="bg1"/>
                </a:solidFill>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25685616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userDrawn="1">
          <p15:clr>
            <a:srgbClr val="FBAE40"/>
          </p15:clr>
        </p15:guide>
        <p15:guide id="2" pos="2506" userDrawn="1">
          <p15:clr>
            <a:srgbClr val="FBAE40"/>
          </p15:clr>
        </p15:guide>
        <p15:guide id="3" pos="4978" userDrawn="1">
          <p15:clr>
            <a:srgbClr val="FBAE40"/>
          </p15:clr>
        </p15:guide>
        <p15:guide id="4" pos="5172" userDrawn="1">
          <p15:clr>
            <a:srgbClr val="FBAE40"/>
          </p15:clr>
        </p15:guide>
        <p15:guide id="5" orient="horz" pos="1152" userDrawn="1">
          <p15:clr>
            <a:srgbClr val="FBAE40"/>
          </p15:clr>
        </p15:guide>
        <p15:guide id="6" orient="horz" pos="3832" userDrawn="1">
          <p15:clr>
            <a:srgbClr val="FBAE40"/>
          </p15:clr>
        </p15:guide>
        <p15:guide id="7" orient="horz" pos="4148" userDrawn="1">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Testimonials 4 content">
    <p:spTree>
      <p:nvGrpSpPr>
        <p:cNvPr id="1" name=""/>
        <p:cNvGrpSpPr/>
        <p:nvPr/>
      </p:nvGrpSpPr>
      <p:grpSpPr>
        <a:xfrm>
          <a:off x="0" y="0"/>
          <a:ext cx="0" cy="0"/>
          <a:chOff x="0" y="0"/>
          <a:chExt cx="0" cy="0"/>
        </a:xfrm>
      </p:grpSpPr>
      <p:sp>
        <p:nvSpPr>
          <p:cNvPr id="12" name="Rectangle">
            <a:extLst>
              <a:ext uri="{FF2B5EF4-FFF2-40B4-BE49-F238E27FC236}">
                <a16:creationId xmlns:a16="http://schemas.microsoft.com/office/drawing/2014/main" id="{452A60C8-A3F6-A3AA-7C25-A59E6169A420}"/>
              </a:ext>
            </a:extLst>
          </p:cNvPr>
          <p:cNvSpPr/>
          <p:nvPr/>
        </p:nvSpPr>
        <p:spPr>
          <a:xfrm>
            <a:off x="370224" y="1709098"/>
            <a:ext cx="1240352" cy="1138877"/>
          </a:xfrm>
          <a:prstGeom prst="rect">
            <a:avLst/>
          </a:prstGeom>
          <a:solidFill>
            <a:schemeClr val="accent4"/>
          </a:solidFill>
          <a:ln w="12700">
            <a:miter lim="400000"/>
          </a:ln>
        </p:spPr>
        <p:txBody>
          <a:bodyPr lIns="0" tIns="0" rIns="0" bIns="0" anchor="ctr"/>
          <a:lstStyle/>
          <a:p>
            <a:pPr algn="ctr">
              <a:lnSpc>
                <a:spcPct val="100000"/>
              </a:lnSpc>
              <a:defRPr sz="2800">
                <a:solidFill>
                  <a:srgbClr val="FFFFFF"/>
                </a:solidFill>
                <a:latin typeface="Arial"/>
                <a:ea typeface="Arial"/>
                <a:cs typeface="Arial"/>
                <a:sym typeface="Arial"/>
              </a:defRPr>
            </a:pPr>
            <a:endParaRPr lang="en-US" sz="16600"/>
          </a:p>
        </p:txBody>
      </p:sp>
      <p:sp>
        <p:nvSpPr>
          <p:cNvPr id="9" name="Title 1">
            <a:extLst>
              <a:ext uri="{FF2B5EF4-FFF2-40B4-BE49-F238E27FC236}">
                <a16:creationId xmlns:a16="http://schemas.microsoft.com/office/drawing/2014/main" id="{3A8771AB-23E6-B24D-A20F-781526D19D52}"/>
              </a:ext>
            </a:extLst>
          </p:cNvPr>
          <p:cNvSpPr>
            <a:spLocks noGrp="1"/>
          </p:cNvSpPr>
          <p:nvPr>
            <p:ph type="title" hasCustomPrompt="1"/>
          </p:nvPr>
        </p:nvSpPr>
        <p:spPr>
          <a:xfrm>
            <a:off x="365760" y="365760"/>
            <a:ext cx="5428132" cy="914400"/>
          </a:xfrm>
        </p:spPr>
        <p:txBody>
          <a:bodyPr/>
          <a:lstStyle>
            <a:lvl1pPr>
              <a:defRPr>
                <a:latin typeface="Aptos Light" panose="020B0004020202020204" pitchFamily="34" charset="0"/>
              </a:defRPr>
            </a:lvl1pPr>
          </a:lstStyle>
          <a:p>
            <a:r>
              <a:rPr lang="en-US"/>
              <a:t>[Slide title]</a:t>
            </a:r>
          </a:p>
        </p:txBody>
      </p:sp>
      <p:sp>
        <p:nvSpPr>
          <p:cNvPr id="2" name="Content Placeholder 4">
            <a:extLst>
              <a:ext uri="{FF2B5EF4-FFF2-40B4-BE49-F238E27FC236}">
                <a16:creationId xmlns:a16="http://schemas.microsoft.com/office/drawing/2014/main" id="{9DCA002B-B80E-A322-9731-6A02DDB63C98}"/>
              </a:ext>
            </a:extLst>
          </p:cNvPr>
          <p:cNvSpPr>
            <a:spLocks noGrp="1"/>
          </p:cNvSpPr>
          <p:nvPr>
            <p:ph sz="quarter" idx="32" hasCustomPrompt="1"/>
          </p:nvPr>
        </p:nvSpPr>
        <p:spPr>
          <a:xfrm>
            <a:off x="1950656" y="1841181"/>
            <a:ext cx="4680000" cy="1371819"/>
          </a:xfrm>
        </p:spPr>
        <p:txBody>
          <a:bodyPr>
            <a:normAutofit/>
          </a:bodyPr>
          <a:lstStyle>
            <a:lvl1pPr marL="0" indent="0">
              <a:spcBef>
                <a:spcPts val="600"/>
              </a:spcBef>
              <a:buFontTx/>
              <a:buNone/>
              <a:defRPr lang="en-US" sz="1200" dirty="0"/>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Designated space to input the body text for your content. Use it to convey your message, share information, or express your ideas effectively.</a:t>
            </a:r>
          </a:p>
        </p:txBody>
      </p:sp>
      <p:sp>
        <p:nvSpPr>
          <p:cNvPr id="8" name="Content Placeholder 4">
            <a:extLst>
              <a:ext uri="{FF2B5EF4-FFF2-40B4-BE49-F238E27FC236}">
                <a16:creationId xmlns:a16="http://schemas.microsoft.com/office/drawing/2014/main" id="{4FA66906-4BAF-E655-0FED-C0A8A2AF93D0}"/>
              </a:ext>
            </a:extLst>
          </p:cNvPr>
          <p:cNvSpPr>
            <a:spLocks noGrp="1"/>
          </p:cNvSpPr>
          <p:nvPr>
            <p:ph sz="quarter" idx="34" hasCustomPrompt="1"/>
          </p:nvPr>
        </p:nvSpPr>
        <p:spPr>
          <a:xfrm>
            <a:off x="7142407" y="1841181"/>
            <a:ext cx="4680000" cy="1371819"/>
          </a:xfrm>
        </p:spPr>
        <p:txBody>
          <a:bodyPr>
            <a:normAutofit/>
          </a:bodyPr>
          <a:lstStyle>
            <a:lvl1pPr marL="0" indent="0">
              <a:spcBef>
                <a:spcPts val="600"/>
              </a:spcBef>
              <a:buFontTx/>
              <a:buNone/>
              <a:defRPr lang="en-US" sz="1200" dirty="0"/>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Designated space to input the body text for your content. Use it to convey your message, share information, or express your ideas effectively.</a:t>
            </a:r>
          </a:p>
        </p:txBody>
      </p:sp>
      <p:sp>
        <p:nvSpPr>
          <p:cNvPr id="62" name="Content Placeholder 4">
            <a:extLst>
              <a:ext uri="{FF2B5EF4-FFF2-40B4-BE49-F238E27FC236}">
                <a16:creationId xmlns:a16="http://schemas.microsoft.com/office/drawing/2014/main" id="{B7F7CCD9-D0EA-475D-CA46-31DA4F53A653}"/>
              </a:ext>
            </a:extLst>
          </p:cNvPr>
          <p:cNvSpPr>
            <a:spLocks noGrp="1"/>
          </p:cNvSpPr>
          <p:nvPr>
            <p:ph sz="quarter" idx="38" hasCustomPrompt="1"/>
          </p:nvPr>
        </p:nvSpPr>
        <p:spPr>
          <a:xfrm>
            <a:off x="1950656" y="4102653"/>
            <a:ext cx="4680000" cy="1371819"/>
          </a:xfrm>
        </p:spPr>
        <p:txBody>
          <a:bodyPr>
            <a:normAutofit/>
          </a:bodyPr>
          <a:lstStyle>
            <a:lvl1pPr marL="0" indent="0">
              <a:spcBef>
                <a:spcPts val="600"/>
              </a:spcBef>
              <a:buFontTx/>
              <a:buNone/>
              <a:defRPr lang="en-US" sz="1200" dirty="0"/>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Designated space to input the body text for your content. Use it to convey your message, share information, or express your ideas effectively.</a:t>
            </a:r>
          </a:p>
        </p:txBody>
      </p:sp>
      <p:sp>
        <p:nvSpPr>
          <p:cNvPr id="64" name="Content Placeholder 4">
            <a:extLst>
              <a:ext uri="{FF2B5EF4-FFF2-40B4-BE49-F238E27FC236}">
                <a16:creationId xmlns:a16="http://schemas.microsoft.com/office/drawing/2014/main" id="{1D81877A-6C98-327B-CE4F-FE08C85B09F7}"/>
              </a:ext>
            </a:extLst>
          </p:cNvPr>
          <p:cNvSpPr>
            <a:spLocks noGrp="1"/>
          </p:cNvSpPr>
          <p:nvPr>
            <p:ph sz="quarter" idx="40" hasCustomPrompt="1"/>
          </p:nvPr>
        </p:nvSpPr>
        <p:spPr>
          <a:xfrm>
            <a:off x="7142407" y="4102653"/>
            <a:ext cx="4680000" cy="1371819"/>
          </a:xfrm>
        </p:spPr>
        <p:txBody>
          <a:bodyPr>
            <a:normAutofit/>
          </a:bodyPr>
          <a:lstStyle>
            <a:lvl1pPr marL="0" indent="0">
              <a:spcBef>
                <a:spcPts val="600"/>
              </a:spcBef>
              <a:buFontTx/>
              <a:buNone/>
              <a:defRPr lang="en-US" sz="1200" dirty="0"/>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Designated space to input the body text for your content. Use it to convey your message, share information, or express your ideas effectively.</a:t>
            </a:r>
          </a:p>
        </p:txBody>
      </p:sp>
      <p:sp>
        <p:nvSpPr>
          <p:cNvPr id="3" name="Text Placeholder 23">
            <a:extLst>
              <a:ext uri="{FF2B5EF4-FFF2-40B4-BE49-F238E27FC236}">
                <a16:creationId xmlns:a16="http://schemas.microsoft.com/office/drawing/2014/main" id="{2ADF1D61-FFCC-2525-C050-FCF342EEF8F0}"/>
              </a:ext>
            </a:extLst>
          </p:cNvPr>
          <p:cNvSpPr>
            <a:spLocks noGrp="1"/>
          </p:cNvSpPr>
          <p:nvPr>
            <p:ph type="body" sz="quarter" idx="33" hasCustomPrompt="1"/>
          </p:nvPr>
        </p:nvSpPr>
        <p:spPr>
          <a:xfrm>
            <a:off x="1950656" y="3439474"/>
            <a:ext cx="4661667" cy="421325"/>
          </a:xfrm>
        </p:spPr>
        <p:txBody>
          <a:bodyPr>
            <a:noAutofit/>
          </a:bodyPr>
          <a:lstStyle>
            <a:lvl1pPr marL="0" indent="0">
              <a:buFontTx/>
              <a:buNone/>
              <a:defRPr lang="en-US" sz="1400" b="1" dirty="0"/>
            </a:lvl1pPr>
            <a:lvl2pPr marL="0" indent="0">
              <a:buFontTx/>
              <a:buNone/>
              <a:defRPr sz="1200" b="0"/>
            </a:lvl2pPr>
            <a:lvl3pPr marL="365760" indent="0">
              <a:buFontTx/>
              <a:buNone/>
              <a:defRPr sz="1600" b="1"/>
            </a:lvl3pPr>
            <a:lvl4pPr marL="548640" indent="0">
              <a:buFontTx/>
              <a:buNone/>
              <a:defRPr sz="1600" b="1"/>
            </a:lvl4pPr>
            <a:lvl5pPr marL="731520" indent="0">
              <a:buFontTx/>
              <a:buNone/>
              <a:defRPr sz="1600" b="1"/>
            </a:lvl5pPr>
          </a:lstStyle>
          <a:p>
            <a:pPr lvl="0"/>
            <a:r>
              <a:rPr lang="en-US"/>
              <a:t>Name</a:t>
            </a:r>
          </a:p>
          <a:p>
            <a:pPr lvl="1"/>
            <a:r>
              <a:rPr lang="en-US"/>
              <a:t>Title</a:t>
            </a:r>
          </a:p>
        </p:txBody>
      </p:sp>
      <p:sp>
        <p:nvSpPr>
          <p:cNvPr id="4" name="Rectangle">
            <a:extLst>
              <a:ext uri="{FF2B5EF4-FFF2-40B4-BE49-F238E27FC236}">
                <a16:creationId xmlns:a16="http://schemas.microsoft.com/office/drawing/2014/main" id="{267C3445-EEC4-4130-7F08-FDB08FA3DDCE}"/>
              </a:ext>
            </a:extLst>
          </p:cNvPr>
          <p:cNvSpPr/>
          <p:nvPr/>
        </p:nvSpPr>
        <p:spPr>
          <a:xfrm>
            <a:off x="1932324" y="3288326"/>
            <a:ext cx="458451" cy="54000"/>
          </a:xfrm>
          <a:prstGeom prst="rect">
            <a:avLst/>
          </a:prstGeom>
          <a:solidFill>
            <a:schemeClr val="accent4"/>
          </a:solidFill>
          <a:ln w="12700">
            <a:miter lim="400000"/>
          </a:ln>
        </p:spPr>
        <p:txBody>
          <a:bodyPr lIns="0" tIns="0" rIns="0" bIns="0" anchor="ctr"/>
          <a:lstStyle/>
          <a:p>
            <a:pPr algn="ctr">
              <a:lnSpc>
                <a:spcPct val="100000"/>
              </a:lnSpc>
              <a:defRPr sz="2800">
                <a:solidFill>
                  <a:srgbClr val="FFFFFF"/>
                </a:solidFill>
                <a:latin typeface="Arial"/>
                <a:ea typeface="Arial"/>
                <a:cs typeface="Arial"/>
                <a:sym typeface="Arial"/>
              </a:defRPr>
            </a:pPr>
            <a:endParaRPr lang="en-US" sz="16600"/>
          </a:p>
        </p:txBody>
      </p:sp>
      <p:sp>
        <p:nvSpPr>
          <p:cNvPr id="10" name="Text Placeholder 23">
            <a:extLst>
              <a:ext uri="{FF2B5EF4-FFF2-40B4-BE49-F238E27FC236}">
                <a16:creationId xmlns:a16="http://schemas.microsoft.com/office/drawing/2014/main" id="{1CE6D527-1E21-E73F-15F6-684CCF3915CB}"/>
              </a:ext>
            </a:extLst>
          </p:cNvPr>
          <p:cNvSpPr>
            <a:spLocks noGrp="1"/>
          </p:cNvSpPr>
          <p:nvPr>
            <p:ph type="body" sz="quarter" idx="45" hasCustomPrompt="1"/>
          </p:nvPr>
        </p:nvSpPr>
        <p:spPr>
          <a:xfrm>
            <a:off x="7160739" y="3439474"/>
            <a:ext cx="4661667" cy="421325"/>
          </a:xfrm>
        </p:spPr>
        <p:txBody>
          <a:bodyPr>
            <a:noAutofit/>
          </a:bodyPr>
          <a:lstStyle>
            <a:lvl1pPr marL="0" indent="0">
              <a:buFontTx/>
              <a:buNone/>
              <a:defRPr lang="en-US" sz="1400" b="1" dirty="0"/>
            </a:lvl1pPr>
            <a:lvl2pPr marL="0" indent="0">
              <a:buFontTx/>
              <a:buNone/>
              <a:defRPr sz="1200" b="0"/>
            </a:lvl2pPr>
            <a:lvl3pPr marL="365760" indent="0">
              <a:buFontTx/>
              <a:buNone/>
              <a:defRPr sz="1600" b="1"/>
            </a:lvl3pPr>
            <a:lvl4pPr marL="548640" indent="0">
              <a:buFontTx/>
              <a:buNone/>
              <a:defRPr sz="1600" b="1"/>
            </a:lvl4pPr>
            <a:lvl5pPr marL="731520" indent="0">
              <a:buFontTx/>
              <a:buNone/>
              <a:defRPr sz="1600" b="1"/>
            </a:lvl5pPr>
          </a:lstStyle>
          <a:p>
            <a:pPr lvl="0"/>
            <a:r>
              <a:rPr lang="en-US"/>
              <a:t>Name</a:t>
            </a:r>
          </a:p>
          <a:p>
            <a:pPr lvl="1"/>
            <a:r>
              <a:rPr lang="en-US"/>
              <a:t>Title</a:t>
            </a:r>
          </a:p>
        </p:txBody>
      </p:sp>
      <p:sp>
        <p:nvSpPr>
          <p:cNvPr id="11" name="Rectangle">
            <a:extLst>
              <a:ext uri="{FF2B5EF4-FFF2-40B4-BE49-F238E27FC236}">
                <a16:creationId xmlns:a16="http://schemas.microsoft.com/office/drawing/2014/main" id="{A93EA444-02E5-584E-D710-B85355C3D808}"/>
              </a:ext>
            </a:extLst>
          </p:cNvPr>
          <p:cNvSpPr/>
          <p:nvPr/>
        </p:nvSpPr>
        <p:spPr>
          <a:xfrm>
            <a:off x="7142407" y="3288326"/>
            <a:ext cx="458451" cy="54000"/>
          </a:xfrm>
          <a:prstGeom prst="rect">
            <a:avLst/>
          </a:prstGeom>
          <a:solidFill>
            <a:schemeClr val="accent4"/>
          </a:solidFill>
          <a:ln w="12700">
            <a:miter lim="400000"/>
          </a:ln>
        </p:spPr>
        <p:txBody>
          <a:bodyPr lIns="0" tIns="0" rIns="0" bIns="0" anchor="ctr"/>
          <a:lstStyle/>
          <a:p>
            <a:pPr algn="ctr">
              <a:lnSpc>
                <a:spcPct val="100000"/>
              </a:lnSpc>
              <a:defRPr sz="2800">
                <a:solidFill>
                  <a:srgbClr val="FFFFFF"/>
                </a:solidFill>
                <a:latin typeface="Arial"/>
                <a:ea typeface="Arial"/>
                <a:cs typeface="Arial"/>
                <a:sym typeface="Arial"/>
              </a:defRPr>
            </a:pPr>
            <a:endParaRPr lang="en-US" sz="16600"/>
          </a:p>
        </p:txBody>
      </p:sp>
      <p:sp>
        <p:nvSpPr>
          <p:cNvPr id="13" name="Text Placeholder 23">
            <a:extLst>
              <a:ext uri="{FF2B5EF4-FFF2-40B4-BE49-F238E27FC236}">
                <a16:creationId xmlns:a16="http://schemas.microsoft.com/office/drawing/2014/main" id="{A29F92FA-1EB1-0B3A-ED31-2114C5570E16}"/>
              </a:ext>
            </a:extLst>
          </p:cNvPr>
          <p:cNvSpPr>
            <a:spLocks noGrp="1"/>
          </p:cNvSpPr>
          <p:nvPr>
            <p:ph type="body" sz="quarter" idx="46" hasCustomPrompt="1"/>
          </p:nvPr>
        </p:nvSpPr>
        <p:spPr>
          <a:xfrm>
            <a:off x="1950656" y="5696899"/>
            <a:ext cx="4661667" cy="421325"/>
          </a:xfrm>
        </p:spPr>
        <p:txBody>
          <a:bodyPr>
            <a:noAutofit/>
          </a:bodyPr>
          <a:lstStyle>
            <a:lvl1pPr marL="0" indent="0">
              <a:buFontTx/>
              <a:buNone/>
              <a:defRPr lang="en-US" sz="1400" b="1" dirty="0"/>
            </a:lvl1pPr>
            <a:lvl2pPr marL="0" indent="0">
              <a:buFontTx/>
              <a:buNone/>
              <a:defRPr sz="1200" b="0"/>
            </a:lvl2pPr>
            <a:lvl3pPr marL="365760" indent="0">
              <a:buFontTx/>
              <a:buNone/>
              <a:defRPr sz="1600" b="1"/>
            </a:lvl3pPr>
            <a:lvl4pPr marL="548640" indent="0">
              <a:buFontTx/>
              <a:buNone/>
              <a:defRPr sz="1600" b="1"/>
            </a:lvl4pPr>
            <a:lvl5pPr marL="731520" indent="0">
              <a:buFontTx/>
              <a:buNone/>
              <a:defRPr sz="1600" b="1"/>
            </a:lvl5pPr>
          </a:lstStyle>
          <a:p>
            <a:pPr lvl="0"/>
            <a:r>
              <a:rPr lang="en-US"/>
              <a:t>Name</a:t>
            </a:r>
          </a:p>
          <a:p>
            <a:pPr lvl="1"/>
            <a:r>
              <a:rPr lang="en-US"/>
              <a:t>Title</a:t>
            </a:r>
          </a:p>
        </p:txBody>
      </p:sp>
      <p:sp>
        <p:nvSpPr>
          <p:cNvPr id="14" name="Rectangle">
            <a:extLst>
              <a:ext uri="{FF2B5EF4-FFF2-40B4-BE49-F238E27FC236}">
                <a16:creationId xmlns:a16="http://schemas.microsoft.com/office/drawing/2014/main" id="{D43BF659-413D-E8B6-94A0-1208E1537AAE}"/>
              </a:ext>
            </a:extLst>
          </p:cNvPr>
          <p:cNvSpPr/>
          <p:nvPr/>
        </p:nvSpPr>
        <p:spPr>
          <a:xfrm>
            <a:off x="1932324" y="5545751"/>
            <a:ext cx="458451" cy="54000"/>
          </a:xfrm>
          <a:prstGeom prst="rect">
            <a:avLst/>
          </a:prstGeom>
          <a:solidFill>
            <a:schemeClr val="accent4"/>
          </a:solidFill>
          <a:ln w="12700">
            <a:miter lim="400000"/>
          </a:ln>
        </p:spPr>
        <p:txBody>
          <a:bodyPr lIns="0" tIns="0" rIns="0" bIns="0" anchor="ctr"/>
          <a:lstStyle/>
          <a:p>
            <a:pPr algn="ctr">
              <a:lnSpc>
                <a:spcPct val="100000"/>
              </a:lnSpc>
              <a:defRPr sz="2800">
                <a:solidFill>
                  <a:srgbClr val="FFFFFF"/>
                </a:solidFill>
                <a:latin typeface="Arial"/>
                <a:ea typeface="Arial"/>
                <a:cs typeface="Arial"/>
                <a:sym typeface="Arial"/>
              </a:defRPr>
            </a:pPr>
            <a:endParaRPr lang="en-US" sz="16600"/>
          </a:p>
        </p:txBody>
      </p:sp>
      <p:sp>
        <p:nvSpPr>
          <p:cNvPr id="18" name="Text Placeholder 23">
            <a:extLst>
              <a:ext uri="{FF2B5EF4-FFF2-40B4-BE49-F238E27FC236}">
                <a16:creationId xmlns:a16="http://schemas.microsoft.com/office/drawing/2014/main" id="{EBC517D4-D751-5BF4-289A-F02903A35662}"/>
              </a:ext>
            </a:extLst>
          </p:cNvPr>
          <p:cNvSpPr>
            <a:spLocks noGrp="1"/>
          </p:cNvSpPr>
          <p:nvPr>
            <p:ph type="body" sz="quarter" idx="48" hasCustomPrompt="1"/>
          </p:nvPr>
        </p:nvSpPr>
        <p:spPr>
          <a:xfrm>
            <a:off x="7160739" y="5696899"/>
            <a:ext cx="4661667" cy="421325"/>
          </a:xfrm>
        </p:spPr>
        <p:txBody>
          <a:bodyPr>
            <a:noAutofit/>
          </a:bodyPr>
          <a:lstStyle>
            <a:lvl1pPr marL="0" indent="0">
              <a:buFontTx/>
              <a:buNone/>
              <a:defRPr lang="en-US" sz="1400" b="1" dirty="0"/>
            </a:lvl1pPr>
            <a:lvl2pPr marL="0" indent="0">
              <a:buFontTx/>
              <a:buNone/>
              <a:defRPr sz="1200" b="0"/>
            </a:lvl2pPr>
            <a:lvl3pPr marL="365760" indent="0">
              <a:buFontTx/>
              <a:buNone/>
              <a:defRPr sz="1600" b="1"/>
            </a:lvl3pPr>
            <a:lvl4pPr marL="548640" indent="0">
              <a:buFontTx/>
              <a:buNone/>
              <a:defRPr sz="1600" b="1"/>
            </a:lvl4pPr>
            <a:lvl5pPr marL="731520" indent="0">
              <a:buFontTx/>
              <a:buNone/>
              <a:defRPr sz="1600" b="1"/>
            </a:lvl5pPr>
          </a:lstStyle>
          <a:p>
            <a:pPr lvl="0"/>
            <a:r>
              <a:rPr lang="en-US"/>
              <a:t>Name</a:t>
            </a:r>
          </a:p>
          <a:p>
            <a:pPr lvl="1"/>
            <a:r>
              <a:rPr lang="en-US"/>
              <a:t>Title</a:t>
            </a:r>
          </a:p>
        </p:txBody>
      </p:sp>
      <p:sp>
        <p:nvSpPr>
          <p:cNvPr id="19" name="Rectangle">
            <a:extLst>
              <a:ext uri="{FF2B5EF4-FFF2-40B4-BE49-F238E27FC236}">
                <a16:creationId xmlns:a16="http://schemas.microsoft.com/office/drawing/2014/main" id="{0059A9DB-E21B-55E2-E5A3-6B7CBBAA7830}"/>
              </a:ext>
            </a:extLst>
          </p:cNvPr>
          <p:cNvSpPr/>
          <p:nvPr/>
        </p:nvSpPr>
        <p:spPr>
          <a:xfrm>
            <a:off x="7142407" y="5545751"/>
            <a:ext cx="458451" cy="54000"/>
          </a:xfrm>
          <a:prstGeom prst="rect">
            <a:avLst/>
          </a:prstGeom>
          <a:solidFill>
            <a:schemeClr val="accent4"/>
          </a:solidFill>
          <a:ln w="12700">
            <a:miter lim="400000"/>
          </a:ln>
        </p:spPr>
        <p:txBody>
          <a:bodyPr lIns="0" tIns="0" rIns="0" bIns="0" anchor="ctr"/>
          <a:lstStyle/>
          <a:p>
            <a:pPr algn="ctr">
              <a:lnSpc>
                <a:spcPct val="100000"/>
              </a:lnSpc>
              <a:defRPr sz="2800">
                <a:solidFill>
                  <a:srgbClr val="FFFFFF"/>
                </a:solidFill>
                <a:latin typeface="Arial"/>
                <a:ea typeface="Arial"/>
                <a:cs typeface="Arial"/>
                <a:sym typeface="Arial"/>
              </a:defRPr>
            </a:pPr>
            <a:endParaRPr lang="en-US" sz="16600"/>
          </a:p>
        </p:txBody>
      </p:sp>
      <p:sp>
        <p:nvSpPr>
          <p:cNvPr id="5" name="TextBox 4">
            <a:extLst>
              <a:ext uri="{FF2B5EF4-FFF2-40B4-BE49-F238E27FC236}">
                <a16:creationId xmlns:a16="http://schemas.microsoft.com/office/drawing/2014/main" id="{DFD9E30D-69DD-DE9F-29C0-0E3322756E0D}"/>
              </a:ext>
            </a:extLst>
          </p:cNvPr>
          <p:cNvSpPr txBox="1"/>
          <p:nvPr/>
        </p:nvSpPr>
        <p:spPr>
          <a:xfrm>
            <a:off x="504825" y="1485900"/>
            <a:ext cx="914400" cy="914400"/>
          </a:xfrm>
          <a:prstGeom prst="rect">
            <a:avLst/>
          </a:prstGeom>
          <a:noFill/>
        </p:spPr>
        <p:txBody>
          <a:bodyPr wrap="square" lIns="0" tIns="0" rIns="0" bIns="0" rtlCol="0">
            <a:noAutofit/>
          </a:bodyPr>
          <a:lstStyle/>
          <a:p>
            <a:pPr marL="0" indent="0" algn="ctr">
              <a:lnSpc>
                <a:spcPct val="100000"/>
              </a:lnSpc>
              <a:spcBef>
                <a:spcPts val="1200"/>
              </a:spcBef>
              <a:buSzPct val="100000"/>
              <a:buFont typeface="Arial"/>
              <a:buNone/>
            </a:pPr>
            <a:r>
              <a:rPr lang="en-US" sz="16600">
                <a:solidFill>
                  <a:schemeClr val="bg1"/>
                </a:solidFill>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4584733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userDrawn="1">
          <p15:clr>
            <a:srgbClr val="FBAE40"/>
          </p15:clr>
        </p15:guide>
        <p15:guide id="2" pos="2506" userDrawn="1">
          <p15:clr>
            <a:srgbClr val="FBAE40"/>
          </p15:clr>
        </p15:guide>
        <p15:guide id="3" pos="4978" userDrawn="1">
          <p15:clr>
            <a:srgbClr val="FBAE40"/>
          </p15:clr>
        </p15:guide>
        <p15:guide id="4" pos="5172" userDrawn="1">
          <p15:clr>
            <a:srgbClr val="FBAE40"/>
          </p15:clr>
        </p15:guide>
        <p15:guide id="5" orient="horz" pos="1152" userDrawn="1">
          <p15:clr>
            <a:srgbClr val="FBAE40"/>
          </p15:clr>
        </p15:guide>
        <p15:guide id="6" orient="horz" pos="3832" userDrawn="1">
          <p15:clr>
            <a:srgbClr val="FBAE40"/>
          </p15:clr>
        </p15:guide>
        <p15:guide id="7" orient="horz" pos="4148" userDrawn="1">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Testimonials 4 content with Image">
    <p:spTree>
      <p:nvGrpSpPr>
        <p:cNvPr id="1" name=""/>
        <p:cNvGrpSpPr/>
        <p:nvPr/>
      </p:nvGrpSpPr>
      <p:grpSpPr>
        <a:xfrm>
          <a:off x="0" y="0"/>
          <a:ext cx="0" cy="0"/>
          <a:chOff x="0" y="0"/>
          <a:chExt cx="0" cy="0"/>
        </a:xfrm>
      </p:grpSpPr>
      <p:sp>
        <p:nvSpPr>
          <p:cNvPr id="2" name="Content Placeholder 4">
            <a:extLst>
              <a:ext uri="{FF2B5EF4-FFF2-40B4-BE49-F238E27FC236}">
                <a16:creationId xmlns:a16="http://schemas.microsoft.com/office/drawing/2014/main" id="{9DCA002B-B80E-A322-9731-6A02DDB63C98}"/>
              </a:ext>
            </a:extLst>
          </p:cNvPr>
          <p:cNvSpPr>
            <a:spLocks noGrp="1"/>
          </p:cNvSpPr>
          <p:nvPr>
            <p:ph sz="quarter" idx="32" hasCustomPrompt="1"/>
          </p:nvPr>
        </p:nvSpPr>
        <p:spPr>
          <a:xfrm>
            <a:off x="1950656" y="1841181"/>
            <a:ext cx="4680000" cy="1371819"/>
          </a:xfrm>
        </p:spPr>
        <p:txBody>
          <a:bodyPr>
            <a:normAutofit/>
          </a:bodyPr>
          <a:lstStyle>
            <a:lvl1pPr marL="0" indent="0">
              <a:spcBef>
                <a:spcPts val="600"/>
              </a:spcBef>
              <a:buFontTx/>
              <a:buNone/>
              <a:defRPr lang="en-US" sz="1200" dirty="0"/>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Designated space to input the body text for your content. Use it to convey your message, share information, or express your ideas effectively.</a:t>
            </a:r>
          </a:p>
        </p:txBody>
      </p:sp>
      <p:sp>
        <p:nvSpPr>
          <p:cNvPr id="8" name="Content Placeholder 4">
            <a:extLst>
              <a:ext uri="{FF2B5EF4-FFF2-40B4-BE49-F238E27FC236}">
                <a16:creationId xmlns:a16="http://schemas.microsoft.com/office/drawing/2014/main" id="{4FA66906-4BAF-E655-0FED-C0A8A2AF93D0}"/>
              </a:ext>
            </a:extLst>
          </p:cNvPr>
          <p:cNvSpPr>
            <a:spLocks noGrp="1"/>
          </p:cNvSpPr>
          <p:nvPr>
            <p:ph sz="quarter" idx="34" hasCustomPrompt="1"/>
          </p:nvPr>
        </p:nvSpPr>
        <p:spPr>
          <a:xfrm>
            <a:off x="7142407" y="1841181"/>
            <a:ext cx="4680000" cy="1371819"/>
          </a:xfrm>
        </p:spPr>
        <p:txBody>
          <a:bodyPr>
            <a:normAutofit/>
          </a:bodyPr>
          <a:lstStyle>
            <a:lvl1pPr marL="0" indent="0">
              <a:spcBef>
                <a:spcPts val="600"/>
              </a:spcBef>
              <a:buFontTx/>
              <a:buNone/>
              <a:defRPr lang="en-US" sz="1200" dirty="0"/>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Designated space to input the body text for your content. Use it to convey your message, share information, or express your ideas effectively.</a:t>
            </a:r>
          </a:p>
        </p:txBody>
      </p:sp>
      <p:sp>
        <p:nvSpPr>
          <p:cNvPr id="62" name="Content Placeholder 4">
            <a:extLst>
              <a:ext uri="{FF2B5EF4-FFF2-40B4-BE49-F238E27FC236}">
                <a16:creationId xmlns:a16="http://schemas.microsoft.com/office/drawing/2014/main" id="{B7F7CCD9-D0EA-475D-CA46-31DA4F53A653}"/>
              </a:ext>
            </a:extLst>
          </p:cNvPr>
          <p:cNvSpPr>
            <a:spLocks noGrp="1"/>
          </p:cNvSpPr>
          <p:nvPr>
            <p:ph sz="quarter" idx="38" hasCustomPrompt="1"/>
          </p:nvPr>
        </p:nvSpPr>
        <p:spPr>
          <a:xfrm>
            <a:off x="1950656" y="4102653"/>
            <a:ext cx="4680000" cy="1371819"/>
          </a:xfrm>
        </p:spPr>
        <p:txBody>
          <a:bodyPr>
            <a:normAutofit/>
          </a:bodyPr>
          <a:lstStyle>
            <a:lvl1pPr marL="0" indent="0">
              <a:spcBef>
                <a:spcPts val="600"/>
              </a:spcBef>
              <a:buFontTx/>
              <a:buNone/>
              <a:defRPr lang="en-US" sz="1200" dirty="0"/>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Designated space to input the body text for your content. Use it to convey your message, share information, or express your ideas effectively.</a:t>
            </a:r>
          </a:p>
        </p:txBody>
      </p:sp>
      <p:sp>
        <p:nvSpPr>
          <p:cNvPr id="64" name="Content Placeholder 4">
            <a:extLst>
              <a:ext uri="{FF2B5EF4-FFF2-40B4-BE49-F238E27FC236}">
                <a16:creationId xmlns:a16="http://schemas.microsoft.com/office/drawing/2014/main" id="{1D81877A-6C98-327B-CE4F-FE08C85B09F7}"/>
              </a:ext>
            </a:extLst>
          </p:cNvPr>
          <p:cNvSpPr>
            <a:spLocks noGrp="1"/>
          </p:cNvSpPr>
          <p:nvPr>
            <p:ph sz="quarter" idx="40" hasCustomPrompt="1"/>
          </p:nvPr>
        </p:nvSpPr>
        <p:spPr>
          <a:xfrm>
            <a:off x="7142407" y="4102653"/>
            <a:ext cx="4680000" cy="1371819"/>
          </a:xfrm>
        </p:spPr>
        <p:txBody>
          <a:bodyPr>
            <a:normAutofit/>
          </a:bodyPr>
          <a:lstStyle>
            <a:lvl1pPr marL="0" indent="0">
              <a:spcBef>
                <a:spcPts val="600"/>
              </a:spcBef>
              <a:buFontTx/>
              <a:buNone/>
              <a:defRPr lang="en-US" sz="1200" dirty="0"/>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Designated space to input the body text for your content. Use it to convey your message, share information, or express your ideas effectively.</a:t>
            </a:r>
          </a:p>
        </p:txBody>
      </p:sp>
      <p:sp>
        <p:nvSpPr>
          <p:cNvPr id="3" name="Picture Placeholder 3">
            <a:extLst>
              <a:ext uri="{FF2B5EF4-FFF2-40B4-BE49-F238E27FC236}">
                <a16:creationId xmlns:a16="http://schemas.microsoft.com/office/drawing/2014/main" id="{768AEE11-B1C0-D706-E59B-8B1AC4DF5AA3}"/>
              </a:ext>
            </a:extLst>
          </p:cNvPr>
          <p:cNvSpPr>
            <a:spLocks noGrp="1"/>
          </p:cNvSpPr>
          <p:nvPr>
            <p:ph type="pic" sz="quarter" idx="44" hasCustomPrompt="1"/>
          </p:nvPr>
        </p:nvSpPr>
        <p:spPr>
          <a:xfrm>
            <a:off x="1950656" y="3096375"/>
            <a:ext cx="648000" cy="720000"/>
          </a:xfrm>
          <a:solidFill>
            <a:srgbClr val="D7E0E3"/>
          </a:solidFill>
        </p:spPr>
        <p:txBody>
          <a:bodyPr anchor="ctr">
            <a:normAutofit/>
          </a:bodyPr>
          <a:lstStyle>
            <a:lvl1pPr marL="0" indent="0" algn="ctr">
              <a:buNone/>
              <a:defRPr sz="1200"/>
            </a:lvl1pPr>
          </a:lstStyle>
          <a:p>
            <a:r>
              <a:rPr lang="en-US"/>
              <a:t>Image </a:t>
            </a:r>
          </a:p>
        </p:txBody>
      </p:sp>
      <p:sp>
        <p:nvSpPr>
          <p:cNvPr id="4" name="Picture Placeholder 3">
            <a:extLst>
              <a:ext uri="{FF2B5EF4-FFF2-40B4-BE49-F238E27FC236}">
                <a16:creationId xmlns:a16="http://schemas.microsoft.com/office/drawing/2014/main" id="{EE890BAE-5A7E-05BF-AA9A-666943CE9387}"/>
              </a:ext>
            </a:extLst>
          </p:cNvPr>
          <p:cNvSpPr>
            <a:spLocks noGrp="1"/>
          </p:cNvSpPr>
          <p:nvPr>
            <p:ph type="pic" sz="quarter" idx="46" hasCustomPrompt="1"/>
          </p:nvPr>
        </p:nvSpPr>
        <p:spPr>
          <a:xfrm>
            <a:off x="7142407" y="3096375"/>
            <a:ext cx="648000" cy="720000"/>
          </a:xfrm>
          <a:solidFill>
            <a:srgbClr val="D7E0E3"/>
          </a:solidFill>
        </p:spPr>
        <p:txBody>
          <a:bodyPr anchor="ctr">
            <a:normAutofit/>
          </a:bodyPr>
          <a:lstStyle>
            <a:lvl1pPr marL="0" indent="0" algn="ctr">
              <a:buNone/>
              <a:defRPr sz="1200"/>
            </a:lvl1pPr>
          </a:lstStyle>
          <a:p>
            <a:r>
              <a:rPr lang="en-US"/>
              <a:t>Image </a:t>
            </a:r>
          </a:p>
        </p:txBody>
      </p:sp>
      <p:sp>
        <p:nvSpPr>
          <p:cNvPr id="5" name="Picture Placeholder 3">
            <a:extLst>
              <a:ext uri="{FF2B5EF4-FFF2-40B4-BE49-F238E27FC236}">
                <a16:creationId xmlns:a16="http://schemas.microsoft.com/office/drawing/2014/main" id="{DB1F9243-14E2-6BE0-0494-06C1F0F4DA7A}"/>
              </a:ext>
            </a:extLst>
          </p:cNvPr>
          <p:cNvSpPr>
            <a:spLocks noGrp="1"/>
          </p:cNvSpPr>
          <p:nvPr>
            <p:ph type="pic" sz="quarter" idx="47" hasCustomPrompt="1"/>
          </p:nvPr>
        </p:nvSpPr>
        <p:spPr>
          <a:xfrm>
            <a:off x="1950656" y="5357847"/>
            <a:ext cx="648000" cy="720000"/>
          </a:xfrm>
          <a:solidFill>
            <a:srgbClr val="D7E0E3"/>
          </a:solidFill>
        </p:spPr>
        <p:txBody>
          <a:bodyPr anchor="ctr">
            <a:normAutofit/>
          </a:bodyPr>
          <a:lstStyle>
            <a:lvl1pPr marL="0" indent="0" algn="ctr">
              <a:buNone/>
              <a:defRPr sz="1200"/>
            </a:lvl1pPr>
          </a:lstStyle>
          <a:p>
            <a:r>
              <a:rPr lang="en-US"/>
              <a:t>Image </a:t>
            </a:r>
          </a:p>
        </p:txBody>
      </p:sp>
      <p:sp>
        <p:nvSpPr>
          <p:cNvPr id="6" name="Picture Placeholder 3">
            <a:extLst>
              <a:ext uri="{FF2B5EF4-FFF2-40B4-BE49-F238E27FC236}">
                <a16:creationId xmlns:a16="http://schemas.microsoft.com/office/drawing/2014/main" id="{607A0743-423A-D090-C9F4-51FD44D4DD61}"/>
              </a:ext>
            </a:extLst>
          </p:cNvPr>
          <p:cNvSpPr>
            <a:spLocks noGrp="1"/>
          </p:cNvSpPr>
          <p:nvPr>
            <p:ph type="pic" sz="quarter" idx="49" hasCustomPrompt="1"/>
          </p:nvPr>
        </p:nvSpPr>
        <p:spPr>
          <a:xfrm>
            <a:off x="7142407" y="5357847"/>
            <a:ext cx="648000" cy="720000"/>
          </a:xfrm>
          <a:solidFill>
            <a:srgbClr val="D7E0E3"/>
          </a:solidFill>
        </p:spPr>
        <p:txBody>
          <a:bodyPr anchor="ctr">
            <a:normAutofit/>
          </a:bodyPr>
          <a:lstStyle>
            <a:lvl1pPr marL="0" indent="0" algn="ctr">
              <a:buNone/>
              <a:defRPr sz="1200"/>
            </a:lvl1pPr>
          </a:lstStyle>
          <a:p>
            <a:r>
              <a:rPr lang="en-US"/>
              <a:t>Image </a:t>
            </a:r>
          </a:p>
        </p:txBody>
      </p:sp>
      <p:sp>
        <p:nvSpPr>
          <p:cNvPr id="12" name="Rectangle">
            <a:extLst>
              <a:ext uri="{FF2B5EF4-FFF2-40B4-BE49-F238E27FC236}">
                <a16:creationId xmlns:a16="http://schemas.microsoft.com/office/drawing/2014/main" id="{452A60C8-A3F6-A3AA-7C25-A59E6169A420}"/>
              </a:ext>
            </a:extLst>
          </p:cNvPr>
          <p:cNvSpPr/>
          <p:nvPr/>
        </p:nvSpPr>
        <p:spPr>
          <a:xfrm>
            <a:off x="370224" y="1709098"/>
            <a:ext cx="1240352" cy="1138877"/>
          </a:xfrm>
          <a:prstGeom prst="rect">
            <a:avLst/>
          </a:prstGeom>
          <a:solidFill>
            <a:schemeClr val="accent4"/>
          </a:solidFill>
          <a:ln w="12700">
            <a:miter lim="400000"/>
          </a:ln>
        </p:spPr>
        <p:txBody>
          <a:bodyPr lIns="0" tIns="0" rIns="0" bIns="0" anchor="ctr"/>
          <a:lstStyle/>
          <a:p>
            <a:pPr algn="ctr">
              <a:lnSpc>
                <a:spcPct val="100000"/>
              </a:lnSpc>
              <a:defRPr sz="2800">
                <a:solidFill>
                  <a:srgbClr val="FFFFFF"/>
                </a:solidFill>
                <a:latin typeface="Arial"/>
                <a:ea typeface="Arial"/>
                <a:cs typeface="Arial"/>
                <a:sym typeface="Arial"/>
              </a:defRPr>
            </a:pPr>
            <a:endParaRPr lang="en-US" sz="16600"/>
          </a:p>
        </p:txBody>
      </p:sp>
      <p:sp>
        <p:nvSpPr>
          <p:cNvPr id="9" name="Title 1">
            <a:extLst>
              <a:ext uri="{FF2B5EF4-FFF2-40B4-BE49-F238E27FC236}">
                <a16:creationId xmlns:a16="http://schemas.microsoft.com/office/drawing/2014/main" id="{3A8771AB-23E6-B24D-A20F-781526D19D52}"/>
              </a:ext>
            </a:extLst>
          </p:cNvPr>
          <p:cNvSpPr>
            <a:spLocks noGrp="1"/>
          </p:cNvSpPr>
          <p:nvPr>
            <p:ph type="title" hasCustomPrompt="1"/>
          </p:nvPr>
        </p:nvSpPr>
        <p:spPr>
          <a:xfrm>
            <a:off x="365760" y="365760"/>
            <a:ext cx="5428132" cy="914400"/>
          </a:xfrm>
        </p:spPr>
        <p:txBody>
          <a:bodyPr/>
          <a:lstStyle>
            <a:lvl1pPr>
              <a:defRPr>
                <a:latin typeface="Aptos Light" panose="020B0004020202020204" pitchFamily="34" charset="0"/>
              </a:defRPr>
            </a:lvl1pPr>
          </a:lstStyle>
          <a:p>
            <a:r>
              <a:rPr lang="en-US"/>
              <a:t>[Slide title]</a:t>
            </a:r>
          </a:p>
        </p:txBody>
      </p:sp>
      <p:sp>
        <p:nvSpPr>
          <p:cNvPr id="13" name="Text Placeholder 23">
            <a:extLst>
              <a:ext uri="{FF2B5EF4-FFF2-40B4-BE49-F238E27FC236}">
                <a16:creationId xmlns:a16="http://schemas.microsoft.com/office/drawing/2014/main" id="{D8BCE896-668F-C55D-FA77-01EFC1D6C57A}"/>
              </a:ext>
            </a:extLst>
          </p:cNvPr>
          <p:cNvSpPr>
            <a:spLocks noGrp="1"/>
          </p:cNvSpPr>
          <p:nvPr>
            <p:ph type="body" sz="quarter" idx="33" hasCustomPrompt="1"/>
          </p:nvPr>
        </p:nvSpPr>
        <p:spPr>
          <a:xfrm>
            <a:off x="2718761" y="3439474"/>
            <a:ext cx="3911896" cy="421325"/>
          </a:xfrm>
        </p:spPr>
        <p:txBody>
          <a:bodyPr>
            <a:noAutofit/>
          </a:bodyPr>
          <a:lstStyle>
            <a:lvl1pPr marL="0" indent="0">
              <a:buFontTx/>
              <a:buNone/>
              <a:defRPr lang="en-US" sz="1400" b="1" dirty="0"/>
            </a:lvl1pPr>
            <a:lvl2pPr marL="0" indent="0">
              <a:buFontTx/>
              <a:buNone/>
              <a:defRPr sz="1200" b="0"/>
            </a:lvl2pPr>
            <a:lvl3pPr marL="365760" indent="0">
              <a:buFontTx/>
              <a:buNone/>
              <a:defRPr sz="1600" b="1"/>
            </a:lvl3pPr>
            <a:lvl4pPr marL="548640" indent="0">
              <a:buFontTx/>
              <a:buNone/>
              <a:defRPr sz="1600" b="1"/>
            </a:lvl4pPr>
            <a:lvl5pPr marL="731520" indent="0">
              <a:buFontTx/>
              <a:buNone/>
              <a:defRPr sz="1600" b="1"/>
            </a:lvl5pPr>
          </a:lstStyle>
          <a:p>
            <a:pPr lvl="0"/>
            <a:r>
              <a:rPr lang="en-US"/>
              <a:t>Name</a:t>
            </a:r>
          </a:p>
          <a:p>
            <a:pPr lvl="1"/>
            <a:r>
              <a:rPr lang="en-US"/>
              <a:t>Title</a:t>
            </a:r>
          </a:p>
        </p:txBody>
      </p:sp>
      <p:sp>
        <p:nvSpPr>
          <p:cNvPr id="14" name="Rectangle">
            <a:extLst>
              <a:ext uri="{FF2B5EF4-FFF2-40B4-BE49-F238E27FC236}">
                <a16:creationId xmlns:a16="http://schemas.microsoft.com/office/drawing/2014/main" id="{2DC45A16-8C85-AD25-E065-5AB86C809825}"/>
              </a:ext>
            </a:extLst>
          </p:cNvPr>
          <p:cNvSpPr/>
          <p:nvPr/>
        </p:nvSpPr>
        <p:spPr>
          <a:xfrm>
            <a:off x="2700428" y="3288326"/>
            <a:ext cx="458451" cy="54000"/>
          </a:xfrm>
          <a:prstGeom prst="rect">
            <a:avLst/>
          </a:prstGeom>
          <a:solidFill>
            <a:schemeClr val="accent4"/>
          </a:solidFill>
          <a:ln w="12700">
            <a:miter lim="400000"/>
          </a:ln>
        </p:spPr>
        <p:txBody>
          <a:bodyPr lIns="0" tIns="0" rIns="0" bIns="0" anchor="ctr"/>
          <a:lstStyle/>
          <a:p>
            <a:pPr algn="ctr">
              <a:lnSpc>
                <a:spcPct val="100000"/>
              </a:lnSpc>
              <a:defRPr sz="2800">
                <a:solidFill>
                  <a:srgbClr val="FFFFFF"/>
                </a:solidFill>
                <a:latin typeface="Arial"/>
                <a:ea typeface="Arial"/>
                <a:cs typeface="Arial"/>
                <a:sym typeface="Arial"/>
              </a:defRPr>
            </a:pPr>
            <a:endParaRPr lang="en-US" sz="16600"/>
          </a:p>
        </p:txBody>
      </p:sp>
      <p:sp>
        <p:nvSpPr>
          <p:cNvPr id="16" name="Text Placeholder 23">
            <a:extLst>
              <a:ext uri="{FF2B5EF4-FFF2-40B4-BE49-F238E27FC236}">
                <a16:creationId xmlns:a16="http://schemas.microsoft.com/office/drawing/2014/main" id="{A1AF99F8-1569-C695-4CFB-0F53A300A1E8}"/>
              </a:ext>
            </a:extLst>
          </p:cNvPr>
          <p:cNvSpPr>
            <a:spLocks noGrp="1"/>
          </p:cNvSpPr>
          <p:nvPr>
            <p:ph type="body" sz="quarter" idx="45" hasCustomPrompt="1"/>
          </p:nvPr>
        </p:nvSpPr>
        <p:spPr>
          <a:xfrm>
            <a:off x="7928844" y="3439474"/>
            <a:ext cx="3911896" cy="421325"/>
          </a:xfrm>
        </p:spPr>
        <p:txBody>
          <a:bodyPr>
            <a:noAutofit/>
          </a:bodyPr>
          <a:lstStyle>
            <a:lvl1pPr marL="0" indent="0">
              <a:buFontTx/>
              <a:buNone/>
              <a:defRPr lang="en-US" sz="1400" b="1" dirty="0"/>
            </a:lvl1pPr>
            <a:lvl2pPr marL="0" indent="0">
              <a:buFontTx/>
              <a:buNone/>
              <a:defRPr sz="1200" b="0"/>
            </a:lvl2pPr>
            <a:lvl3pPr marL="365760" indent="0">
              <a:buFontTx/>
              <a:buNone/>
              <a:defRPr sz="1600" b="1"/>
            </a:lvl3pPr>
            <a:lvl4pPr marL="548640" indent="0">
              <a:buFontTx/>
              <a:buNone/>
              <a:defRPr sz="1600" b="1"/>
            </a:lvl4pPr>
            <a:lvl5pPr marL="731520" indent="0">
              <a:buFontTx/>
              <a:buNone/>
              <a:defRPr sz="1600" b="1"/>
            </a:lvl5pPr>
          </a:lstStyle>
          <a:p>
            <a:pPr lvl="0"/>
            <a:r>
              <a:rPr lang="en-US"/>
              <a:t>Name</a:t>
            </a:r>
          </a:p>
          <a:p>
            <a:pPr lvl="1"/>
            <a:r>
              <a:rPr lang="en-US"/>
              <a:t>Title</a:t>
            </a:r>
          </a:p>
        </p:txBody>
      </p:sp>
      <p:sp>
        <p:nvSpPr>
          <p:cNvPr id="17" name="Rectangle">
            <a:extLst>
              <a:ext uri="{FF2B5EF4-FFF2-40B4-BE49-F238E27FC236}">
                <a16:creationId xmlns:a16="http://schemas.microsoft.com/office/drawing/2014/main" id="{EE574045-CC79-1CC4-6EE4-B81784954845}"/>
              </a:ext>
            </a:extLst>
          </p:cNvPr>
          <p:cNvSpPr/>
          <p:nvPr/>
        </p:nvSpPr>
        <p:spPr>
          <a:xfrm>
            <a:off x="7910511" y="3288326"/>
            <a:ext cx="458451" cy="54000"/>
          </a:xfrm>
          <a:prstGeom prst="rect">
            <a:avLst/>
          </a:prstGeom>
          <a:solidFill>
            <a:schemeClr val="accent4"/>
          </a:solidFill>
          <a:ln w="12700">
            <a:miter lim="400000"/>
          </a:ln>
        </p:spPr>
        <p:txBody>
          <a:bodyPr lIns="0" tIns="0" rIns="0" bIns="0" anchor="ctr"/>
          <a:lstStyle/>
          <a:p>
            <a:pPr algn="ctr">
              <a:lnSpc>
                <a:spcPct val="100000"/>
              </a:lnSpc>
              <a:defRPr sz="2800">
                <a:solidFill>
                  <a:srgbClr val="FFFFFF"/>
                </a:solidFill>
                <a:latin typeface="Arial"/>
                <a:ea typeface="Arial"/>
                <a:cs typeface="Arial"/>
                <a:sym typeface="Arial"/>
              </a:defRPr>
            </a:pPr>
            <a:endParaRPr lang="en-US" sz="16600"/>
          </a:p>
        </p:txBody>
      </p:sp>
      <p:sp>
        <p:nvSpPr>
          <p:cNvPr id="18" name="Text Placeholder 23">
            <a:extLst>
              <a:ext uri="{FF2B5EF4-FFF2-40B4-BE49-F238E27FC236}">
                <a16:creationId xmlns:a16="http://schemas.microsoft.com/office/drawing/2014/main" id="{799494E7-2A18-D1AF-6451-9B7403032062}"/>
              </a:ext>
            </a:extLst>
          </p:cNvPr>
          <p:cNvSpPr>
            <a:spLocks noGrp="1"/>
          </p:cNvSpPr>
          <p:nvPr>
            <p:ph type="body" sz="quarter" idx="50" hasCustomPrompt="1"/>
          </p:nvPr>
        </p:nvSpPr>
        <p:spPr>
          <a:xfrm>
            <a:off x="2718761" y="5696899"/>
            <a:ext cx="3911896" cy="421325"/>
          </a:xfrm>
        </p:spPr>
        <p:txBody>
          <a:bodyPr>
            <a:noAutofit/>
          </a:bodyPr>
          <a:lstStyle>
            <a:lvl1pPr marL="0" indent="0">
              <a:buFontTx/>
              <a:buNone/>
              <a:defRPr lang="en-US" sz="1400" b="1" dirty="0"/>
            </a:lvl1pPr>
            <a:lvl2pPr marL="0" indent="0">
              <a:buFontTx/>
              <a:buNone/>
              <a:defRPr sz="1200" b="0"/>
            </a:lvl2pPr>
            <a:lvl3pPr marL="365760" indent="0">
              <a:buFontTx/>
              <a:buNone/>
              <a:defRPr sz="1600" b="1"/>
            </a:lvl3pPr>
            <a:lvl4pPr marL="548640" indent="0">
              <a:buFontTx/>
              <a:buNone/>
              <a:defRPr sz="1600" b="1"/>
            </a:lvl4pPr>
            <a:lvl5pPr marL="731520" indent="0">
              <a:buFontTx/>
              <a:buNone/>
              <a:defRPr sz="1600" b="1"/>
            </a:lvl5pPr>
          </a:lstStyle>
          <a:p>
            <a:pPr lvl="0"/>
            <a:r>
              <a:rPr lang="en-US"/>
              <a:t>Name</a:t>
            </a:r>
          </a:p>
          <a:p>
            <a:pPr lvl="1"/>
            <a:r>
              <a:rPr lang="en-US"/>
              <a:t>Title</a:t>
            </a:r>
          </a:p>
        </p:txBody>
      </p:sp>
      <p:sp>
        <p:nvSpPr>
          <p:cNvPr id="19" name="Rectangle">
            <a:extLst>
              <a:ext uri="{FF2B5EF4-FFF2-40B4-BE49-F238E27FC236}">
                <a16:creationId xmlns:a16="http://schemas.microsoft.com/office/drawing/2014/main" id="{1D10DEFC-1E4F-76FD-F5FD-5B25046E66CA}"/>
              </a:ext>
            </a:extLst>
          </p:cNvPr>
          <p:cNvSpPr/>
          <p:nvPr/>
        </p:nvSpPr>
        <p:spPr>
          <a:xfrm>
            <a:off x="2700428" y="5545751"/>
            <a:ext cx="458451" cy="54000"/>
          </a:xfrm>
          <a:prstGeom prst="rect">
            <a:avLst/>
          </a:prstGeom>
          <a:solidFill>
            <a:schemeClr val="accent4"/>
          </a:solidFill>
          <a:ln w="12700">
            <a:miter lim="400000"/>
          </a:ln>
        </p:spPr>
        <p:txBody>
          <a:bodyPr lIns="0" tIns="0" rIns="0" bIns="0" anchor="ctr"/>
          <a:lstStyle/>
          <a:p>
            <a:pPr algn="ctr">
              <a:lnSpc>
                <a:spcPct val="100000"/>
              </a:lnSpc>
              <a:defRPr sz="2800">
                <a:solidFill>
                  <a:srgbClr val="FFFFFF"/>
                </a:solidFill>
                <a:latin typeface="Arial"/>
                <a:ea typeface="Arial"/>
                <a:cs typeface="Arial"/>
                <a:sym typeface="Arial"/>
              </a:defRPr>
            </a:pPr>
            <a:endParaRPr lang="en-US" sz="16600"/>
          </a:p>
        </p:txBody>
      </p:sp>
      <p:sp>
        <p:nvSpPr>
          <p:cNvPr id="21" name="Text Placeholder 23">
            <a:extLst>
              <a:ext uri="{FF2B5EF4-FFF2-40B4-BE49-F238E27FC236}">
                <a16:creationId xmlns:a16="http://schemas.microsoft.com/office/drawing/2014/main" id="{A8878054-533E-10BB-F4FC-2239643CDE5E}"/>
              </a:ext>
            </a:extLst>
          </p:cNvPr>
          <p:cNvSpPr>
            <a:spLocks noGrp="1"/>
          </p:cNvSpPr>
          <p:nvPr>
            <p:ph type="body" sz="quarter" idx="48" hasCustomPrompt="1"/>
          </p:nvPr>
        </p:nvSpPr>
        <p:spPr>
          <a:xfrm>
            <a:off x="7928844" y="5696899"/>
            <a:ext cx="3911896" cy="421325"/>
          </a:xfrm>
        </p:spPr>
        <p:txBody>
          <a:bodyPr>
            <a:noAutofit/>
          </a:bodyPr>
          <a:lstStyle>
            <a:lvl1pPr marL="0" indent="0">
              <a:buFontTx/>
              <a:buNone/>
              <a:defRPr lang="en-US" sz="1400" b="1" dirty="0"/>
            </a:lvl1pPr>
            <a:lvl2pPr marL="0" indent="0">
              <a:buFontTx/>
              <a:buNone/>
              <a:defRPr sz="1200" b="0"/>
            </a:lvl2pPr>
            <a:lvl3pPr marL="365760" indent="0">
              <a:buFontTx/>
              <a:buNone/>
              <a:defRPr sz="1600" b="1"/>
            </a:lvl3pPr>
            <a:lvl4pPr marL="548640" indent="0">
              <a:buFontTx/>
              <a:buNone/>
              <a:defRPr sz="1600" b="1"/>
            </a:lvl4pPr>
            <a:lvl5pPr marL="731520" indent="0">
              <a:buFontTx/>
              <a:buNone/>
              <a:defRPr sz="1600" b="1"/>
            </a:lvl5pPr>
          </a:lstStyle>
          <a:p>
            <a:pPr lvl="0"/>
            <a:r>
              <a:rPr lang="en-US"/>
              <a:t>Name</a:t>
            </a:r>
          </a:p>
          <a:p>
            <a:pPr lvl="1"/>
            <a:r>
              <a:rPr lang="en-US"/>
              <a:t>Title</a:t>
            </a:r>
          </a:p>
        </p:txBody>
      </p:sp>
      <p:sp>
        <p:nvSpPr>
          <p:cNvPr id="22" name="Rectangle">
            <a:extLst>
              <a:ext uri="{FF2B5EF4-FFF2-40B4-BE49-F238E27FC236}">
                <a16:creationId xmlns:a16="http://schemas.microsoft.com/office/drawing/2014/main" id="{33364DD9-9116-16F9-5BEA-D017E1629B33}"/>
              </a:ext>
            </a:extLst>
          </p:cNvPr>
          <p:cNvSpPr/>
          <p:nvPr/>
        </p:nvSpPr>
        <p:spPr>
          <a:xfrm>
            <a:off x="7910511" y="5545751"/>
            <a:ext cx="458451" cy="54000"/>
          </a:xfrm>
          <a:prstGeom prst="rect">
            <a:avLst/>
          </a:prstGeom>
          <a:solidFill>
            <a:schemeClr val="accent4"/>
          </a:solidFill>
          <a:ln w="12700">
            <a:miter lim="400000"/>
          </a:ln>
        </p:spPr>
        <p:txBody>
          <a:bodyPr lIns="0" tIns="0" rIns="0" bIns="0" anchor="ctr"/>
          <a:lstStyle/>
          <a:p>
            <a:pPr algn="ctr">
              <a:lnSpc>
                <a:spcPct val="100000"/>
              </a:lnSpc>
              <a:defRPr sz="2800">
                <a:solidFill>
                  <a:srgbClr val="FFFFFF"/>
                </a:solidFill>
                <a:latin typeface="Arial"/>
                <a:ea typeface="Arial"/>
                <a:cs typeface="Arial"/>
                <a:sym typeface="Arial"/>
              </a:defRPr>
            </a:pPr>
            <a:endParaRPr lang="en-US" sz="16600"/>
          </a:p>
        </p:txBody>
      </p:sp>
      <p:sp>
        <p:nvSpPr>
          <p:cNvPr id="7" name="TextBox 6">
            <a:extLst>
              <a:ext uri="{FF2B5EF4-FFF2-40B4-BE49-F238E27FC236}">
                <a16:creationId xmlns:a16="http://schemas.microsoft.com/office/drawing/2014/main" id="{70094804-E865-5816-F515-2D8F5F6763CF}"/>
              </a:ext>
            </a:extLst>
          </p:cNvPr>
          <p:cNvSpPr txBox="1"/>
          <p:nvPr/>
        </p:nvSpPr>
        <p:spPr>
          <a:xfrm>
            <a:off x="504825" y="1485900"/>
            <a:ext cx="914400" cy="914400"/>
          </a:xfrm>
          <a:prstGeom prst="rect">
            <a:avLst/>
          </a:prstGeom>
          <a:noFill/>
        </p:spPr>
        <p:txBody>
          <a:bodyPr wrap="square" lIns="0" tIns="0" rIns="0" bIns="0" rtlCol="0">
            <a:noAutofit/>
          </a:bodyPr>
          <a:lstStyle/>
          <a:p>
            <a:pPr marL="0" indent="0" algn="ctr">
              <a:lnSpc>
                <a:spcPct val="100000"/>
              </a:lnSpc>
              <a:spcBef>
                <a:spcPts val="1200"/>
              </a:spcBef>
              <a:buSzPct val="100000"/>
              <a:buFont typeface="Arial"/>
              <a:buNone/>
            </a:pPr>
            <a:r>
              <a:rPr lang="en-US" sz="16600">
                <a:solidFill>
                  <a:schemeClr val="bg1"/>
                </a:solidFill>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721134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userDrawn="1">
          <p15:clr>
            <a:srgbClr val="FBAE40"/>
          </p15:clr>
        </p15:guide>
        <p15:guide id="2" pos="2506" userDrawn="1">
          <p15:clr>
            <a:srgbClr val="FBAE40"/>
          </p15:clr>
        </p15:guide>
        <p15:guide id="3" pos="4978" userDrawn="1">
          <p15:clr>
            <a:srgbClr val="FBAE40"/>
          </p15:clr>
        </p15:guide>
        <p15:guide id="4" pos="5172" userDrawn="1">
          <p15:clr>
            <a:srgbClr val="FBAE40"/>
          </p15:clr>
        </p15:guide>
        <p15:guide id="5" orient="horz" pos="1152" userDrawn="1">
          <p15:clr>
            <a:srgbClr val="FBAE40"/>
          </p15:clr>
        </p15:guide>
        <p15:guide id="6" orient="horz" pos="3832" userDrawn="1">
          <p15:clr>
            <a:srgbClr val="FBAE40"/>
          </p15:clr>
        </p15:guide>
        <p15:guide id="7" orient="horz" pos="4148" userDrawn="1">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Three Content with chart and image">
    <p:spTree>
      <p:nvGrpSpPr>
        <p:cNvPr id="1" name=""/>
        <p:cNvGrpSpPr/>
        <p:nvPr/>
      </p:nvGrpSpPr>
      <p:grpSpPr>
        <a:xfrm>
          <a:off x="0" y="0"/>
          <a:ext cx="0" cy="0"/>
          <a:chOff x="0" y="0"/>
          <a:chExt cx="0" cy="0"/>
        </a:xfrm>
      </p:grpSpPr>
      <p:sp>
        <p:nvSpPr>
          <p:cNvPr id="12" name="Rectangle">
            <a:extLst>
              <a:ext uri="{FF2B5EF4-FFF2-40B4-BE49-F238E27FC236}">
                <a16:creationId xmlns:a16="http://schemas.microsoft.com/office/drawing/2014/main" id="{452A60C8-A3F6-A3AA-7C25-A59E6169A420}"/>
              </a:ext>
            </a:extLst>
          </p:cNvPr>
          <p:cNvSpPr/>
          <p:nvPr/>
        </p:nvSpPr>
        <p:spPr>
          <a:xfrm>
            <a:off x="6247142" y="1561381"/>
            <a:ext cx="5944858" cy="4684144"/>
          </a:xfrm>
          <a:prstGeom prst="rect">
            <a:avLst/>
          </a:prstGeom>
          <a:solidFill>
            <a:srgbClr val="F2F7F8"/>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hasCustomPrompt="1"/>
          </p:nvPr>
        </p:nvSpPr>
        <p:spPr>
          <a:xfrm>
            <a:off x="365442" y="4826000"/>
            <a:ext cx="5424500" cy="1257301"/>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Designated space to input the body text for your content. Use it to convey your message, share information, or express your ideas effectively.</a:t>
            </a:r>
          </a:p>
        </p:txBody>
      </p:sp>
      <p:sp>
        <p:nvSpPr>
          <p:cNvPr id="27" name="Text Placeholder 23">
            <a:extLst>
              <a:ext uri="{FF2B5EF4-FFF2-40B4-BE49-F238E27FC236}">
                <a16:creationId xmlns:a16="http://schemas.microsoft.com/office/drawing/2014/main" id="{DA2E51EC-3B36-0590-AB00-E45EC6E92BCF}"/>
              </a:ext>
            </a:extLst>
          </p:cNvPr>
          <p:cNvSpPr>
            <a:spLocks noGrp="1"/>
          </p:cNvSpPr>
          <p:nvPr>
            <p:ph type="body" sz="quarter" idx="26" hasCustomPrompt="1"/>
          </p:nvPr>
        </p:nvSpPr>
        <p:spPr>
          <a:xfrm>
            <a:off x="365442" y="4445154"/>
            <a:ext cx="5428450" cy="288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in no more than 1 lines of text</a:t>
            </a:r>
          </a:p>
        </p:txBody>
      </p:sp>
      <p:sp>
        <p:nvSpPr>
          <p:cNvPr id="9" name="Title 1">
            <a:extLst>
              <a:ext uri="{FF2B5EF4-FFF2-40B4-BE49-F238E27FC236}">
                <a16:creationId xmlns:a16="http://schemas.microsoft.com/office/drawing/2014/main" id="{3A8771AB-23E6-B24D-A20F-781526D19D52}"/>
              </a:ext>
            </a:extLst>
          </p:cNvPr>
          <p:cNvSpPr>
            <a:spLocks noGrp="1"/>
          </p:cNvSpPr>
          <p:nvPr>
            <p:ph type="title" hasCustomPrompt="1"/>
          </p:nvPr>
        </p:nvSpPr>
        <p:spPr>
          <a:xfrm>
            <a:off x="365760" y="365760"/>
            <a:ext cx="5428132" cy="914400"/>
          </a:xfrm>
        </p:spPr>
        <p:txBody>
          <a:bodyPr/>
          <a:lstStyle>
            <a:lvl1pPr>
              <a:defRPr>
                <a:latin typeface="Aptos Light" panose="020B0004020202020204" pitchFamily="34" charset="0"/>
              </a:defRPr>
            </a:lvl1pPr>
          </a:lstStyle>
          <a:p>
            <a:r>
              <a:rPr lang="en-US"/>
              <a:t>[Slide title]</a:t>
            </a:r>
          </a:p>
        </p:txBody>
      </p:sp>
      <p:sp>
        <p:nvSpPr>
          <p:cNvPr id="2" name="Content Placeholder 4">
            <a:extLst>
              <a:ext uri="{FF2B5EF4-FFF2-40B4-BE49-F238E27FC236}">
                <a16:creationId xmlns:a16="http://schemas.microsoft.com/office/drawing/2014/main" id="{9DCA002B-B80E-A322-9731-6A02DDB63C98}"/>
              </a:ext>
            </a:extLst>
          </p:cNvPr>
          <p:cNvSpPr>
            <a:spLocks noGrp="1"/>
          </p:cNvSpPr>
          <p:nvPr>
            <p:ph sz="quarter" idx="32" hasCustomPrompt="1"/>
          </p:nvPr>
        </p:nvSpPr>
        <p:spPr>
          <a:xfrm>
            <a:off x="6541706" y="3881886"/>
            <a:ext cx="2484000" cy="2212843"/>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Designated space to input the body text for your content. Use it to convey your message, share information, or express your ideas effectively.</a:t>
            </a:r>
          </a:p>
        </p:txBody>
      </p:sp>
      <p:sp>
        <p:nvSpPr>
          <p:cNvPr id="7" name="Text Placeholder 23">
            <a:extLst>
              <a:ext uri="{FF2B5EF4-FFF2-40B4-BE49-F238E27FC236}">
                <a16:creationId xmlns:a16="http://schemas.microsoft.com/office/drawing/2014/main" id="{22D74A1B-0F35-0044-F50D-7D7A73CC95E0}"/>
              </a:ext>
            </a:extLst>
          </p:cNvPr>
          <p:cNvSpPr>
            <a:spLocks noGrp="1"/>
          </p:cNvSpPr>
          <p:nvPr>
            <p:ph type="body" sz="quarter" idx="33" hasCustomPrompt="1"/>
          </p:nvPr>
        </p:nvSpPr>
        <p:spPr>
          <a:xfrm>
            <a:off x="6541707" y="1828800"/>
            <a:ext cx="5280850" cy="288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in no more than 1 lines of text</a:t>
            </a:r>
          </a:p>
        </p:txBody>
      </p:sp>
      <p:sp>
        <p:nvSpPr>
          <p:cNvPr id="8" name="Content Placeholder 4">
            <a:extLst>
              <a:ext uri="{FF2B5EF4-FFF2-40B4-BE49-F238E27FC236}">
                <a16:creationId xmlns:a16="http://schemas.microsoft.com/office/drawing/2014/main" id="{4FA66906-4BAF-E655-0FED-C0A8A2AF93D0}"/>
              </a:ext>
            </a:extLst>
          </p:cNvPr>
          <p:cNvSpPr>
            <a:spLocks noGrp="1"/>
          </p:cNvSpPr>
          <p:nvPr>
            <p:ph sz="quarter" idx="34" hasCustomPrompt="1"/>
          </p:nvPr>
        </p:nvSpPr>
        <p:spPr>
          <a:xfrm>
            <a:off x="9478955" y="2280762"/>
            <a:ext cx="2343601" cy="3813968"/>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Designated space to input the body text for your content. Use it to convey your message, share information, or express your ideas effectively.</a:t>
            </a:r>
          </a:p>
        </p:txBody>
      </p:sp>
      <p:sp>
        <p:nvSpPr>
          <p:cNvPr id="13" name="Content Placeholder 2">
            <a:extLst>
              <a:ext uri="{FF2B5EF4-FFF2-40B4-BE49-F238E27FC236}">
                <a16:creationId xmlns:a16="http://schemas.microsoft.com/office/drawing/2014/main" id="{DF30F1D0-4E57-05E4-4BD2-838EBC06EB65}"/>
              </a:ext>
            </a:extLst>
          </p:cNvPr>
          <p:cNvSpPr>
            <a:spLocks noGrp="1"/>
          </p:cNvSpPr>
          <p:nvPr>
            <p:ph sz="half" idx="36" hasCustomPrompt="1"/>
          </p:nvPr>
        </p:nvSpPr>
        <p:spPr>
          <a:xfrm>
            <a:off x="365126" y="1828799"/>
            <a:ext cx="5428766" cy="2251389"/>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Insert chart</a:t>
            </a:r>
          </a:p>
        </p:txBody>
      </p:sp>
      <p:sp>
        <p:nvSpPr>
          <p:cNvPr id="18" name="Slide Number Placeholder 10">
            <a:extLst>
              <a:ext uri="{FF2B5EF4-FFF2-40B4-BE49-F238E27FC236}">
                <a16:creationId xmlns:a16="http://schemas.microsoft.com/office/drawing/2014/main" id="{BBD18C34-78F2-B96D-08D2-412E9ADD1DB0}"/>
              </a:ext>
            </a:extLst>
          </p:cNvPr>
          <p:cNvSpPr txBox="1">
            <a:spLocks/>
          </p:cNvSpPr>
          <p:nvPr/>
        </p:nvSpPr>
        <p:spPr>
          <a:xfrm>
            <a:off x="11365992" y="6317730"/>
            <a:ext cx="457200" cy="274637"/>
          </a:xfrm>
          <a:prstGeom prst="rect">
            <a:avLst/>
          </a:prstGeom>
        </p:spPr>
        <p:txBody>
          <a:bodyPr vert="horz" lIns="0" tIns="0" rIns="0" bIns="0" rtlCol="0" anchor="b" anchorCtr="0"/>
          <a:lstStyle>
            <a:defPPr>
              <a:defRPr lang="en-US"/>
            </a:defPPr>
            <a:lvl1pPr marL="0" algn="r" defTabSz="892894" rtl="0" eaLnBrk="1" latinLnBrk="0" hangingPunct="1">
              <a:defRPr sz="1000" kern="1200">
                <a:solidFill>
                  <a:schemeClr val="accent3"/>
                </a:solidFill>
                <a:latin typeface="Helvetica"/>
                <a:ea typeface="+mn-ea"/>
                <a:cs typeface="Helvetica"/>
              </a:defRPr>
            </a:lvl1pPr>
            <a:lvl2pPr marL="446447" algn="l" defTabSz="892894" rtl="0" eaLnBrk="1" latinLnBrk="0" hangingPunct="1">
              <a:defRPr sz="1700" kern="1200">
                <a:solidFill>
                  <a:schemeClr val="tx1"/>
                </a:solidFill>
                <a:latin typeface="+mn-lt"/>
                <a:ea typeface="+mn-ea"/>
                <a:cs typeface="+mn-cs"/>
              </a:defRPr>
            </a:lvl2pPr>
            <a:lvl3pPr marL="892894" algn="l" defTabSz="892894" rtl="0" eaLnBrk="1" latinLnBrk="0" hangingPunct="1">
              <a:defRPr sz="1700" kern="1200">
                <a:solidFill>
                  <a:schemeClr val="tx1"/>
                </a:solidFill>
                <a:latin typeface="+mn-lt"/>
                <a:ea typeface="+mn-ea"/>
                <a:cs typeface="+mn-cs"/>
              </a:defRPr>
            </a:lvl3pPr>
            <a:lvl4pPr marL="1339340" algn="l" defTabSz="892894" rtl="0" eaLnBrk="1" latinLnBrk="0" hangingPunct="1">
              <a:defRPr sz="1700" kern="1200">
                <a:solidFill>
                  <a:schemeClr val="tx1"/>
                </a:solidFill>
                <a:latin typeface="+mn-lt"/>
                <a:ea typeface="+mn-ea"/>
                <a:cs typeface="+mn-cs"/>
              </a:defRPr>
            </a:lvl4pPr>
            <a:lvl5pPr marL="1785787" algn="l" defTabSz="892894" rtl="0" eaLnBrk="1" latinLnBrk="0" hangingPunct="1">
              <a:defRPr sz="1700" kern="1200">
                <a:solidFill>
                  <a:schemeClr val="tx1"/>
                </a:solidFill>
                <a:latin typeface="+mn-lt"/>
                <a:ea typeface="+mn-ea"/>
                <a:cs typeface="+mn-cs"/>
              </a:defRPr>
            </a:lvl5pPr>
            <a:lvl6pPr marL="2232234" algn="l" defTabSz="892894" rtl="0" eaLnBrk="1" latinLnBrk="0" hangingPunct="1">
              <a:defRPr sz="1700" kern="1200">
                <a:solidFill>
                  <a:schemeClr val="tx1"/>
                </a:solidFill>
                <a:latin typeface="+mn-lt"/>
                <a:ea typeface="+mn-ea"/>
                <a:cs typeface="+mn-cs"/>
              </a:defRPr>
            </a:lvl6pPr>
            <a:lvl7pPr marL="2678681" algn="l" defTabSz="892894" rtl="0" eaLnBrk="1" latinLnBrk="0" hangingPunct="1">
              <a:defRPr sz="1700" kern="1200">
                <a:solidFill>
                  <a:schemeClr val="tx1"/>
                </a:solidFill>
                <a:latin typeface="+mn-lt"/>
                <a:ea typeface="+mn-ea"/>
                <a:cs typeface="+mn-cs"/>
              </a:defRPr>
            </a:lvl7pPr>
            <a:lvl8pPr marL="3125127" algn="l" defTabSz="892894" rtl="0" eaLnBrk="1" latinLnBrk="0" hangingPunct="1">
              <a:defRPr sz="1700" kern="1200">
                <a:solidFill>
                  <a:schemeClr val="tx1"/>
                </a:solidFill>
                <a:latin typeface="+mn-lt"/>
                <a:ea typeface="+mn-ea"/>
                <a:cs typeface="+mn-cs"/>
              </a:defRPr>
            </a:lvl8pPr>
            <a:lvl9pPr marL="3571574" algn="l" defTabSz="892894" rtl="0" eaLnBrk="1" latinLnBrk="0" hangingPunct="1">
              <a:defRPr sz="1700" kern="1200">
                <a:solidFill>
                  <a:schemeClr val="tx1"/>
                </a:solidFill>
                <a:latin typeface="+mn-lt"/>
                <a:ea typeface="+mn-ea"/>
                <a:cs typeface="+mn-cs"/>
              </a:defRPr>
            </a:lvl9pPr>
          </a:lstStyle>
          <a:p>
            <a:pPr algn="r"/>
            <a:r>
              <a:rPr lang="en-US" sz="800">
                <a:solidFill>
                  <a:schemeClr val="tx1"/>
                </a:solidFill>
                <a:latin typeface="Aptos Light" panose="020B0004020202020204" pitchFamily="34" charset="0"/>
                <a:cs typeface="Trebuchet MS"/>
              </a:rPr>
              <a:t> </a:t>
            </a:r>
            <a:fld id="{110FD68B-4EE4-9D43-89F2-B87D6C9CEE3A}" type="slidenum">
              <a:rPr lang="en-US" sz="800" smtClean="0">
                <a:solidFill>
                  <a:schemeClr val="tx1"/>
                </a:solidFill>
                <a:latin typeface="Aptos Light" panose="020B0004020202020204" pitchFamily="34" charset="0"/>
                <a:cs typeface="Trebuchet MS"/>
              </a:rPr>
              <a:pPr algn="r"/>
              <a:t>‹#›</a:t>
            </a:fld>
            <a:endParaRPr lang="en-US" sz="800">
              <a:solidFill>
                <a:schemeClr val="tx1"/>
              </a:solidFill>
              <a:latin typeface="Aptos Light" panose="020B0004020202020204" pitchFamily="34" charset="0"/>
              <a:cs typeface="Trebuchet MS"/>
            </a:endParaRPr>
          </a:p>
        </p:txBody>
      </p:sp>
      <p:sp>
        <p:nvSpPr>
          <p:cNvPr id="10" name="Picture Placeholder 9">
            <a:extLst>
              <a:ext uri="{FF2B5EF4-FFF2-40B4-BE49-F238E27FC236}">
                <a16:creationId xmlns:a16="http://schemas.microsoft.com/office/drawing/2014/main" id="{B745E797-9F0E-AD52-F1D3-A03FB6715293}"/>
              </a:ext>
            </a:extLst>
          </p:cNvPr>
          <p:cNvSpPr>
            <a:spLocks noGrp="1"/>
          </p:cNvSpPr>
          <p:nvPr>
            <p:ph type="pic" sz="quarter" idx="37"/>
          </p:nvPr>
        </p:nvSpPr>
        <p:spPr>
          <a:xfrm>
            <a:off x="6542089" y="2208213"/>
            <a:ext cx="2483618" cy="1509712"/>
          </a:xfrm>
          <a:solidFill>
            <a:srgbClr val="D7E0E3"/>
          </a:solidFill>
        </p:spPr>
        <p:txBody>
          <a:bodyPr/>
          <a:lstStyle>
            <a:lvl1pPr marL="0" indent="0">
              <a:buFontTx/>
              <a:buNone/>
              <a:defRPr/>
            </a:lvl1pPr>
          </a:lstStyle>
          <a:p>
            <a:r>
              <a:rPr lang="en-US"/>
              <a:t>Click icon to add picture</a:t>
            </a:r>
          </a:p>
        </p:txBody>
      </p:sp>
    </p:spTree>
    <p:extLst>
      <p:ext uri="{BB962C8B-B14F-4D97-AF65-F5344CB8AC3E}">
        <p14:creationId xmlns:p14="http://schemas.microsoft.com/office/powerpoint/2010/main" val="24000186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userDrawn="1">
          <p15:clr>
            <a:srgbClr val="FBAE40"/>
          </p15:clr>
        </p15:guide>
        <p15:guide id="2" pos="2506" userDrawn="1">
          <p15:clr>
            <a:srgbClr val="FBAE40"/>
          </p15:clr>
        </p15:guide>
        <p15:guide id="3" pos="4978" userDrawn="1">
          <p15:clr>
            <a:srgbClr val="FBAE40"/>
          </p15:clr>
        </p15:guide>
        <p15:guide id="4" pos="5172" userDrawn="1">
          <p15:clr>
            <a:srgbClr val="FBAE40"/>
          </p15:clr>
        </p15:guide>
        <p15:guide id="5" orient="horz" pos="1152" userDrawn="1">
          <p15:clr>
            <a:srgbClr val="FBAE40"/>
          </p15:clr>
        </p15:guide>
        <p15:guide id="6" orient="horz" pos="3832" userDrawn="1">
          <p15:clr>
            <a:srgbClr val="FBAE40"/>
          </p15:clr>
        </p15:guide>
        <p15:guide id="7" orient="horz" pos="4148" userDrawn="1">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Four Content with Image Option 1">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48742422-6537-1397-FC9C-2281DCB667AA}"/>
              </a:ext>
            </a:extLst>
          </p:cNvPr>
          <p:cNvSpPr/>
          <p:nvPr/>
        </p:nvSpPr>
        <p:spPr>
          <a:xfrm>
            <a:off x="365125" y="1828800"/>
            <a:ext cx="2635200" cy="3390900"/>
          </a:xfrm>
          <a:prstGeom prst="rect">
            <a:avLst/>
          </a:prstGeom>
          <a:solidFill>
            <a:srgbClr val="F2F7F8"/>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11" name="Rectangle">
            <a:extLst>
              <a:ext uri="{FF2B5EF4-FFF2-40B4-BE49-F238E27FC236}">
                <a16:creationId xmlns:a16="http://schemas.microsoft.com/office/drawing/2014/main" id="{92085AB4-0821-EC77-6B6E-D700A6464A9A}"/>
              </a:ext>
            </a:extLst>
          </p:cNvPr>
          <p:cNvSpPr/>
          <p:nvPr/>
        </p:nvSpPr>
        <p:spPr>
          <a:xfrm>
            <a:off x="3306292" y="1828800"/>
            <a:ext cx="2635200" cy="3390900"/>
          </a:xfrm>
          <a:prstGeom prst="rect">
            <a:avLst/>
          </a:prstGeom>
          <a:solidFill>
            <a:srgbClr val="F2F7F8"/>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hasCustomPrompt="1"/>
          </p:nvPr>
        </p:nvSpPr>
        <p:spPr>
          <a:xfrm>
            <a:off x="512725" y="2691443"/>
            <a:ext cx="2340000" cy="2394908"/>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Designated space to input the body text for your content. Use it to convey your message, share information, or express your ideas effectively.</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hasCustomPrompt="1"/>
          </p:nvPr>
        </p:nvSpPr>
        <p:spPr>
          <a:xfrm>
            <a:off x="3453892" y="2691443"/>
            <a:ext cx="2340000" cy="2394908"/>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Designated space to input the body text for your content. Use it to convey your message, share information, or express your ideas effectively.</a:t>
            </a:r>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hasCustomPrompt="1"/>
          </p:nvPr>
        </p:nvSpPr>
        <p:spPr>
          <a:xfrm>
            <a:off x="6394742" y="3530600"/>
            <a:ext cx="2484000" cy="2530077"/>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Designated space to input the body text for your content. Use it to convey your message, share information, or express your ideas effectively.</a:t>
            </a:r>
          </a:p>
        </p:txBody>
      </p:sp>
      <p:sp>
        <p:nvSpPr>
          <p:cNvPr id="24" name="Text Placeholder 23">
            <a:extLst>
              <a:ext uri="{FF2B5EF4-FFF2-40B4-BE49-F238E27FC236}">
                <a16:creationId xmlns:a16="http://schemas.microsoft.com/office/drawing/2014/main" id="{99151199-89C4-C469-2508-71FDE0F98C11}"/>
              </a:ext>
            </a:extLst>
          </p:cNvPr>
          <p:cNvSpPr>
            <a:spLocks noGrp="1"/>
          </p:cNvSpPr>
          <p:nvPr>
            <p:ph type="body" sz="quarter" idx="24" hasCustomPrompt="1"/>
          </p:nvPr>
        </p:nvSpPr>
        <p:spPr>
          <a:xfrm>
            <a:off x="512725" y="2040255"/>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in no more than 2 lines of text</a:t>
            </a:r>
          </a:p>
        </p:txBody>
      </p:sp>
      <p:sp>
        <p:nvSpPr>
          <p:cNvPr id="26" name="Text Placeholder 23">
            <a:extLst>
              <a:ext uri="{FF2B5EF4-FFF2-40B4-BE49-F238E27FC236}">
                <a16:creationId xmlns:a16="http://schemas.microsoft.com/office/drawing/2014/main" id="{E87AAFDC-C5F8-9863-E682-0FADD32F75E4}"/>
              </a:ext>
            </a:extLst>
          </p:cNvPr>
          <p:cNvSpPr>
            <a:spLocks noGrp="1"/>
          </p:cNvSpPr>
          <p:nvPr>
            <p:ph type="body" sz="quarter" idx="25" hasCustomPrompt="1"/>
          </p:nvPr>
        </p:nvSpPr>
        <p:spPr>
          <a:xfrm>
            <a:off x="3453892" y="2040255"/>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in no more than 2 lines of text</a:t>
            </a:r>
          </a:p>
        </p:txBody>
      </p:sp>
      <p:sp>
        <p:nvSpPr>
          <p:cNvPr id="27" name="Text Placeholder 23">
            <a:extLst>
              <a:ext uri="{FF2B5EF4-FFF2-40B4-BE49-F238E27FC236}">
                <a16:creationId xmlns:a16="http://schemas.microsoft.com/office/drawing/2014/main" id="{DA2E51EC-3B36-0590-AB00-E45EC6E92BCF}"/>
              </a:ext>
            </a:extLst>
          </p:cNvPr>
          <p:cNvSpPr>
            <a:spLocks noGrp="1"/>
          </p:cNvSpPr>
          <p:nvPr>
            <p:ph type="body" sz="quarter" idx="26" hasCustomPrompt="1"/>
          </p:nvPr>
        </p:nvSpPr>
        <p:spPr>
          <a:xfrm>
            <a:off x="6394742" y="2894965"/>
            <a:ext cx="2484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in no more than 2 lines of text</a:t>
            </a:r>
          </a:p>
        </p:txBody>
      </p:sp>
      <p:sp>
        <p:nvSpPr>
          <p:cNvPr id="5" name="Content Placeholder 4">
            <a:extLst>
              <a:ext uri="{FF2B5EF4-FFF2-40B4-BE49-F238E27FC236}">
                <a16:creationId xmlns:a16="http://schemas.microsoft.com/office/drawing/2014/main" id="{33C8ADA0-FEFD-CB94-296E-33B86FFC6397}"/>
              </a:ext>
            </a:extLst>
          </p:cNvPr>
          <p:cNvSpPr>
            <a:spLocks noGrp="1"/>
          </p:cNvSpPr>
          <p:nvPr>
            <p:ph sz="quarter" idx="30" hasCustomPrompt="1"/>
          </p:nvPr>
        </p:nvSpPr>
        <p:spPr>
          <a:xfrm>
            <a:off x="9335592" y="3530600"/>
            <a:ext cx="2484000" cy="2530077"/>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Designated space to input the body text for your content. Use it to convey your message, share information, or express your ideas effectively.</a:t>
            </a:r>
          </a:p>
        </p:txBody>
      </p:sp>
      <p:sp>
        <p:nvSpPr>
          <p:cNvPr id="6" name="Text Placeholder 23">
            <a:extLst>
              <a:ext uri="{FF2B5EF4-FFF2-40B4-BE49-F238E27FC236}">
                <a16:creationId xmlns:a16="http://schemas.microsoft.com/office/drawing/2014/main" id="{B52A09E6-D39A-1924-C131-FEED0A952766}"/>
              </a:ext>
            </a:extLst>
          </p:cNvPr>
          <p:cNvSpPr>
            <a:spLocks noGrp="1"/>
          </p:cNvSpPr>
          <p:nvPr>
            <p:ph type="body" sz="quarter" idx="31" hasCustomPrompt="1"/>
          </p:nvPr>
        </p:nvSpPr>
        <p:spPr>
          <a:xfrm>
            <a:off x="9335592" y="2894965"/>
            <a:ext cx="2484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in no more than 2 lines of text</a:t>
            </a:r>
          </a:p>
        </p:txBody>
      </p:sp>
      <p:sp>
        <p:nvSpPr>
          <p:cNvPr id="9" name="Title 1">
            <a:extLst>
              <a:ext uri="{FF2B5EF4-FFF2-40B4-BE49-F238E27FC236}">
                <a16:creationId xmlns:a16="http://schemas.microsoft.com/office/drawing/2014/main" id="{3A8771AB-23E6-B24D-A20F-781526D19D52}"/>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a:t>[Slide title]</a:t>
            </a:r>
          </a:p>
        </p:txBody>
      </p:sp>
      <p:sp>
        <p:nvSpPr>
          <p:cNvPr id="2" name="Picture Placeholder 2">
            <a:extLst>
              <a:ext uri="{FF2B5EF4-FFF2-40B4-BE49-F238E27FC236}">
                <a16:creationId xmlns:a16="http://schemas.microsoft.com/office/drawing/2014/main" id="{9FF2FF64-640E-704B-6783-4B60AEC793BF}"/>
              </a:ext>
            </a:extLst>
          </p:cNvPr>
          <p:cNvSpPr>
            <a:spLocks noGrp="1"/>
          </p:cNvSpPr>
          <p:nvPr>
            <p:ph type="pic" sz="quarter" idx="16" hasCustomPrompt="1"/>
          </p:nvPr>
        </p:nvSpPr>
        <p:spPr>
          <a:xfrm>
            <a:off x="6394742" y="2"/>
            <a:ext cx="5428958" cy="2415394"/>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a:t>[Click icon to insert photo]</a:t>
            </a:r>
          </a:p>
        </p:txBody>
      </p:sp>
      <p:sp>
        <p:nvSpPr>
          <p:cNvPr id="7" name="Content Placeholder 2">
            <a:extLst>
              <a:ext uri="{FF2B5EF4-FFF2-40B4-BE49-F238E27FC236}">
                <a16:creationId xmlns:a16="http://schemas.microsoft.com/office/drawing/2014/main" id="{F63D8120-E5A2-63CA-BA5B-2EEE04EFFADB}"/>
              </a:ext>
            </a:extLst>
          </p:cNvPr>
          <p:cNvSpPr>
            <a:spLocks noGrp="1"/>
          </p:cNvSpPr>
          <p:nvPr>
            <p:ph sz="half" idx="23" hasCustomPrompt="1"/>
          </p:nvPr>
        </p:nvSpPr>
        <p:spPr>
          <a:xfrm>
            <a:off x="365760" y="5543550"/>
            <a:ext cx="5575732" cy="537210"/>
          </a:xfrm>
        </p:spPr>
        <p:txBody>
          <a:bodyPr>
            <a:noAutofit/>
          </a:bodyPr>
          <a:lstStyle>
            <a:lvl1pPr marL="0" indent="0">
              <a:buFontTx/>
              <a:buNone/>
              <a:defRPr sz="18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00% Here you can add an important metric</a:t>
            </a:r>
          </a:p>
        </p:txBody>
      </p:sp>
    </p:spTree>
    <p:extLst>
      <p:ext uri="{BB962C8B-B14F-4D97-AF65-F5344CB8AC3E}">
        <p14:creationId xmlns:p14="http://schemas.microsoft.com/office/powerpoint/2010/main" val="8610244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userDrawn="1">
          <p15:clr>
            <a:srgbClr val="FBAE40"/>
          </p15:clr>
        </p15:guide>
        <p15:guide id="2" pos="2506" userDrawn="1">
          <p15:clr>
            <a:srgbClr val="FBAE40"/>
          </p15:clr>
        </p15:guide>
        <p15:guide id="3" pos="4978" userDrawn="1">
          <p15:clr>
            <a:srgbClr val="FBAE40"/>
          </p15:clr>
        </p15:guide>
        <p15:guide id="4" pos="5172" userDrawn="1">
          <p15:clr>
            <a:srgbClr val="FBAE40"/>
          </p15:clr>
        </p15:guide>
        <p15:guide id="5" orient="horz" pos="1139" userDrawn="1">
          <p15:clr>
            <a:srgbClr val="FBAE40"/>
          </p15:clr>
        </p15:guide>
        <p15:guide id="6" orient="horz" pos="3832" userDrawn="1">
          <p15:clr>
            <a:srgbClr val="FBAE40"/>
          </p15:clr>
        </p15:guide>
        <p15:guide id="7" orient="horz" pos="4148" userDrawn="1">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Four Content with Numbered and Image Option 2">
    <p:spTree>
      <p:nvGrpSpPr>
        <p:cNvPr id="1" name=""/>
        <p:cNvGrpSpPr/>
        <p:nvPr/>
      </p:nvGrpSpPr>
      <p:grpSpPr>
        <a:xfrm>
          <a:off x="0" y="0"/>
          <a:ext cx="0" cy="0"/>
          <a:chOff x="0" y="0"/>
          <a:chExt cx="0" cy="0"/>
        </a:xfrm>
      </p:grpSpPr>
      <p:sp>
        <p:nvSpPr>
          <p:cNvPr id="8" name="Rectangle">
            <a:extLst>
              <a:ext uri="{FF2B5EF4-FFF2-40B4-BE49-F238E27FC236}">
                <a16:creationId xmlns:a16="http://schemas.microsoft.com/office/drawing/2014/main" id="{FB4343C5-6BB0-1E23-A559-FD2901DC00F5}"/>
              </a:ext>
            </a:extLst>
          </p:cNvPr>
          <p:cNvSpPr/>
          <p:nvPr/>
        </p:nvSpPr>
        <p:spPr>
          <a:xfrm>
            <a:off x="6249491" y="2669777"/>
            <a:ext cx="2635200" cy="3390900"/>
          </a:xfrm>
          <a:prstGeom prst="rect">
            <a:avLst/>
          </a:prstGeom>
          <a:solidFill>
            <a:srgbClr val="F2F7F8"/>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12" name="Rectangle">
            <a:extLst>
              <a:ext uri="{FF2B5EF4-FFF2-40B4-BE49-F238E27FC236}">
                <a16:creationId xmlns:a16="http://schemas.microsoft.com/office/drawing/2014/main" id="{FA8037C1-3B71-B75B-9E73-81AD3961ABF0}"/>
              </a:ext>
            </a:extLst>
          </p:cNvPr>
          <p:cNvSpPr/>
          <p:nvPr/>
        </p:nvSpPr>
        <p:spPr>
          <a:xfrm>
            <a:off x="9191675" y="2669777"/>
            <a:ext cx="2635200" cy="3390900"/>
          </a:xfrm>
          <a:prstGeom prst="rect">
            <a:avLst/>
          </a:prstGeom>
          <a:solidFill>
            <a:srgbClr val="F2F7F8"/>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10" name="Rectangle">
            <a:extLst>
              <a:ext uri="{FF2B5EF4-FFF2-40B4-BE49-F238E27FC236}">
                <a16:creationId xmlns:a16="http://schemas.microsoft.com/office/drawing/2014/main" id="{48742422-6537-1397-FC9C-2281DCB667AA}"/>
              </a:ext>
            </a:extLst>
          </p:cNvPr>
          <p:cNvSpPr/>
          <p:nvPr/>
        </p:nvSpPr>
        <p:spPr>
          <a:xfrm>
            <a:off x="365125" y="2669777"/>
            <a:ext cx="2635200" cy="3390900"/>
          </a:xfrm>
          <a:prstGeom prst="rect">
            <a:avLst/>
          </a:prstGeom>
          <a:solidFill>
            <a:srgbClr val="F2F7F8"/>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11" name="Rectangle">
            <a:extLst>
              <a:ext uri="{FF2B5EF4-FFF2-40B4-BE49-F238E27FC236}">
                <a16:creationId xmlns:a16="http://schemas.microsoft.com/office/drawing/2014/main" id="{92085AB4-0821-EC77-6B6E-D700A6464A9A}"/>
              </a:ext>
            </a:extLst>
          </p:cNvPr>
          <p:cNvSpPr/>
          <p:nvPr/>
        </p:nvSpPr>
        <p:spPr>
          <a:xfrm>
            <a:off x="3307308" y="2669777"/>
            <a:ext cx="2635200" cy="3390900"/>
          </a:xfrm>
          <a:prstGeom prst="rect">
            <a:avLst/>
          </a:prstGeom>
          <a:solidFill>
            <a:srgbClr val="F2F7F8"/>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hasCustomPrompt="1"/>
          </p:nvPr>
        </p:nvSpPr>
        <p:spPr>
          <a:xfrm>
            <a:off x="512725" y="4066470"/>
            <a:ext cx="2340000" cy="1860857"/>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Designated space to input the body text for your content. Use it to convey your message, share information, or express your ideas effectively.</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hasCustomPrompt="1"/>
          </p:nvPr>
        </p:nvSpPr>
        <p:spPr>
          <a:xfrm>
            <a:off x="3453892" y="4066470"/>
            <a:ext cx="2340000" cy="1860857"/>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Designated space to input the body text for your content. Use it to convey your message, share information, or express your ideas effectively.</a:t>
            </a:r>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hasCustomPrompt="1"/>
          </p:nvPr>
        </p:nvSpPr>
        <p:spPr>
          <a:xfrm>
            <a:off x="6397091" y="4067175"/>
            <a:ext cx="2340000" cy="1860152"/>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Designated space to input the body text for your content. Use it to convey your message, share information, or express your ideas effectively.</a:t>
            </a:r>
          </a:p>
        </p:txBody>
      </p:sp>
      <p:sp>
        <p:nvSpPr>
          <p:cNvPr id="24" name="Text Placeholder 23">
            <a:extLst>
              <a:ext uri="{FF2B5EF4-FFF2-40B4-BE49-F238E27FC236}">
                <a16:creationId xmlns:a16="http://schemas.microsoft.com/office/drawing/2014/main" id="{99151199-89C4-C469-2508-71FDE0F98C11}"/>
              </a:ext>
            </a:extLst>
          </p:cNvPr>
          <p:cNvSpPr>
            <a:spLocks noGrp="1"/>
          </p:cNvSpPr>
          <p:nvPr>
            <p:ph type="body" sz="quarter" idx="24" hasCustomPrompt="1"/>
          </p:nvPr>
        </p:nvSpPr>
        <p:spPr>
          <a:xfrm>
            <a:off x="512725" y="3416231"/>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in no more than 2 lines of text</a:t>
            </a:r>
          </a:p>
        </p:txBody>
      </p:sp>
      <p:sp>
        <p:nvSpPr>
          <p:cNvPr id="26" name="Text Placeholder 23">
            <a:extLst>
              <a:ext uri="{FF2B5EF4-FFF2-40B4-BE49-F238E27FC236}">
                <a16:creationId xmlns:a16="http://schemas.microsoft.com/office/drawing/2014/main" id="{E87AAFDC-C5F8-9863-E682-0FADD32F75E4}"/>
              </a:ext>
            </a:extLst>
          </p:cNvPr>
          <p:cNvSpPr>
            <a:spLocks noGrp="1"/>
          </p:cNvSpPr>
          <p:nvPr>
            <p:ph type="body" sz="quarter" idx="25" hasCustomPrompt="1"/>
          </p:nvPr>
        </p:nvSpPr>
        <p:spPr>
          <a:xfrm>
            <a:off x="3453892" y="3416231"/>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in no more than 2 lines of text</a:t>
            </a:r>
          </a:p>
        </p:txBody>
      </p:sp>
      <p:sp>
        <p:nvSpPr>
          <p:cNvPr id="27" name="Text Placeholder 23">
            <a:extLst>
              <a:ext uri="{FF2B5EF4-FFF2-40B4-BE49-F238E27FC236}">
                <a16:creationId xmlns:a16="http://schemas.microsoft.com/office/drawing/2014/main" id="{DA2E51EC-3B36-0590-AB00-E45EC6E92BCF}"/>
              </a:ext>
            </a:extLst>
          </p:cNvPr>
          <p:cNvSpPr>
            <a:spLocks noGrp="1"/>
          </p:cNvSpPr>
          <p:nvPr>
            <p:ph type="body" sz="quarter" idx="26" hasCustomPrompt="1"/>
          </p:nvPr>
        </p:nvSpPr>
        <p:spPr>
          <a:xfrm>
            <a:off x="6397091" y="3416231"/>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in no more than 2 lines of text</a:t>
            </a:r>
          </a:p>
        </p:txBody>
      </p:sp>
      <p:sp>
        <p:nvSpPr>
          <p:cNvPr id="5" name="Content Placeholder 4">
            <a:extLst>
              <a:ext uri="{FF2B5EF4-FFF2-40B4-BE49-F238E27FC236}">
                <a16:creationId xmlns:a16="http://schemas.microsoft.com/office/drawing/2014/main" id="{33C8ADA0-FEFD-CB94-296E-33B86FFC6397}"/>
              </a:ext>
            </a:extLst>
          </p:cNvPr>
          <p:cNvSpPr>
            <a:spLocks noGrp="1"/>
          </p:cNvSpPr>
          <p:nvPr>
            <p:ph sz="quarter" idx="30" hasCustomPrompt="1"/>
          </p:nvPr>
        </p:nvSpPr>
        <p:spPr>
          <a:xfrm>
            <a:off x="9339275" y="4067175"/>
            <a:ext cx="2340000" cy="1860152"/>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Designated space to input the body text for your content. Use it to convey your message, share information, or express your ideas effectively.</a:t>
            </a:r>
          </a:p>
        </p:txBody>
      </p:sp>
      <p:sp>
        <p:nvSpPr>
          <p:cNvPr id="6" name="Text Placeholder 23">
            <a:extLst>
              <a:ext uri="{FF2B5EF4-FFF2-40B4-BE49-F238E27FC236}">
                <a16:creationId xmlns:a16="http://schemas.microsoft.com/office/drawing/2014/main" id="{B52A09E6-D39A-1924-C131-FEED0A952766}"/>
              </a:ext>
            </a:extLst>
          </p:cNvPr>
          <p:cNvSpPr>
            <a:spLocks noGrp="1"/>
          </p:cNvSpPr>
          <p:nvPr>
            <p:ph type="body" sz="quarter" idx="31" hasCustomPrompt="1"/>
          </p:nvPr>
        </p:nvSpPr>
        <p:spPr>
          <a:xfrm>
            <a:off x="9339275" y="3416231"/>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in no more than 2 lines of text</a:t>
            </a:r>
          </a:p>
        </p:txBody>
      </p:sp>
      <p:sp>
        <p:nvSpPr>
          <p:cNvPr id="9" name="Title 1">
            <a:extLst>
              <a:ext uri="{FF2B5EF4-FFF2-40B4-BE49-F238E27FC236}">
                <a16:creationId xmlns:a16="http://schemas.microsoft.com/office/drawing/2014/main" id="{3A8771AB-23E6-B24D-A20F-781526D19D52}"/>
              </a:ext>
            </a:extLst>
          </p:cNvPr>
          <p:cNvSpPr>
            <a:spLocks noGrp="1"/>
          </p:cNvSpPr>
          <p:nvPr>
            <p:ph type="title" hasCustomPrompt="1"/>
          </p:nvPr>
        </p:nvSpPr>
        <p:spPr>
          <a:xfrm>
            <a:off x="365760" y="365760"/>
            <a:ext cx="5575732" cy="914400"/>
          </a:xfrm>
        </p:spPr>
        <p:txBody>
          <a:bodyPr/>
          <a:lstStyle>
            <a:lvl1pPr>
              <a:defRPr>
                <a:latin typeface="Aptos Light" panose="020B0004020202020204" pitchFamily="34" charset="0"/>
              </a:defRPr>
            </a:lvl1pPr>
          </a:lstStyle>
          <a:p>
            <a:r>
              <a:rPr lang="en-US"/>
              <a:t>[Slide title]</a:t>
            </a:r>
          </a:p>
        </p:txBody>
      </p:sp>
      <p:sp>
        <p:nvSpPr>
          <p:cNvPr id="2" name="Picture Placeholder 2">
            <a:extLst>
              <a:ext uri="{FF2B5EF4-FFF2-40B4-BE49-F238E27FC236}">
                <a16:creationId xmlns:a16="http://schemas.microsoft.com/office/drawing/2014/main" id="{9FF2FF64-640E-704B-6783-4B60AEC793BF}"/>
              </a:ext>
            </a:extLst>
          </p:cNvPr>
          <p:cNvSpPr>
            <a:spLocks noGrp="1"/>
          </p:cNvSpPr>
          <p:nvPr>
            <p:ph type="pic" sz="quarter" idx="16" hasCustomPrompt="1"/>
          </p:nvPr>
        </p:nvSpPr>
        <p:spPr>
          <a:xfrm>
            <a:off x="6394742" y="2"/>
            <a:ext cx="5428958" cy="2415394"/>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a:t>[Click icon to insert photo]</a:t>
            </a:r>
          </a:p>
        </p:txBody>
      </p:sp>
      <p:sp>
        <p:nvSpPr>
          <p:cNvPr id="18" name="TextBox 17">
            <a:extLst>
              <a:ext uri="{FF2B5EF4-FFF2-40B4-BE49-F238E27FC236}">
                <a16:creationId xmlns:a16="http://schemas.microsoft.com/office/drawing/2014/main" id="{97B93CAE-3B82-2DB0-0B81-FC893DE6A2FB}"/>
              </a:ext>
            </a:extLst>
          </p:cNvPr>
          <p:cNvSpPr txBox="1"/>
          <p:nvPr/>
        </p:nvSpPr>
        <p:spPr>
          <a:xfrm>
            <a:off x="2443150" y="5490616"/>
            <a:ext cx="657231" cy="738664"/>
          </a:xfrm>
          <a:prstGeom prst="rect">
            <a:avLst/>
          </a:prstGeom>
          <a:noFill/>
        </p:spPr>
        <p:txBody>
          <a:bodyPr wrap="none" lIns="0" tIns="0" rIns="0" bIns="0" rtlCol="0">
            <a:spAutoFit/>
          </a:bodyPr>
          <a:lstStyle/>
          <a:p>
            <a:pPr marL="0" lvl="0" indent="0" algn="l" defTabSz="914400" rtl="0" eaLnBrk="1" latinLnBrk="0" hangingPunct="1">
              <a:lnSpc>
                <a:spcPct val="100000"/>
              </a:lnSpc>
              <a:spcBef>
                <a:spcPts val="1200"/>
              </a:spcBef>
              <a:buClrTx/>
              <a:buSzPct val="100000"/>
              <a:buFontTx/>
              <a:buNone/>
            </a:pPr>
            <a:r>
              <a:rPr lang="en-US" sz="4800" b="1" kern="1200">
                <a:solidFill>
                  <a:schemeClr val="bg1"/>
                </a:solidFill>
                <a:latin typeface="Aptos Light" panose="020B0004020202020204" pitchFamily="34" charset="0"/>
                <a:ea typeface="+mn-ea"/>
                <a:cs typeface="+mn-cs"/>
              </a:rPr>
              <a:t>01</a:t>
            </a:r>
          </a:p>
        </p:txBody>
      </p:sp>
      <p:sp>
        <p:nvSpPr>
          <p:cNvPr id="19" name="TextBox 18">
            <a:extLst>
              <a:ext uri="{FF2B5EF4-FFF2-40B4-BE49-F238E27FC236}">
                <a16:creationId xmlns:a16="http://schemas.microsoft.com/office/drawing/2014/main" id="{818DE04D-F6BF-EAC6-8A2D-E3BC84AF3324}"/>
              </a:ext>
            </a:extLst>
          </p:cNvPr>
          <p:cNvSpPr txBox="1"/>
          <p:nvPr/>
        </p:nvSpPr>
        <p:spPr>
          <a:xfrm>
            <a:off x="5328077" y="5490616"/>
            <a:ext cx="657231" cy="738664"/>
          </a:xfrm>
          <a:prstGeom prst="rect">
            <a:avLst/>
          </a:prstGeom>
          <a:noFill/>
        </p:spPr>
        <p:txBody>
          <a:bodyPr wrap="none" lIns="0" tIns="0" rIns="0" bIns="0" rtlCol="0">
            <a:spAutoFit/>
          </a:bodyPr>
          <a:lstStyle/>
          <a:p>
            <a:pPr marL="0" lvl="0" indent="0" algn="l" defTabSz="914400" rtl="0" eaLnBrk="1" latinLnBrk="0" hangingPunct="1">
              <a:lnSpc>
                <a:spcPct val="100000"/>
              </a:lnSpc>
              <a:spcBef>
                <a:spcPts val="1200"/>
              </a:spcBef>
              <a:buClrTx/>
              <a:buSzPct val="100000"/>
              <a:buFontTx/>
              <a:buNone/>
            </a:pPr>
            <a:r>
              <a:rPr lang="en-US" sz="4800" b="1" kern="1200">
                <a:solidFill>
                  <a:schemeClr val="bg1"/>
                </a:solidFill>
                <a:latin typeface="Aptos Light" panose="020B0004020202020204" pitchFamily="34" charset="0"/>
                <a:ea typeface="+mn-ea"/>
                <a:cs typeface="+mn-cs"/>
              </a:rPr>
              <a:t>02</a:t>
            </a:r>
          </a:p>
        </p:txBody>
      </p:sp>
      <p:sp>
        <p:nvSpPr>
          <p:cNvPr id="20" name="TextBox 19">
            <a:extLst>
              <a:ext uri="{FF2B5EF4-FFF2-40B4-BE49-F238E27FC236}">
                <a16:creationId xmlns:a16="http://schemas.microsoft.com/office/drawing/2014/main" id="{A6744A6F-A960-7D41-6995-ED0FFC8FA952}"/>
              </a:ext>
            </a:extLst>
          </p:cNvPr>
          <p:cNvSpPr txBox="1"/>
          <p:nvPr/>
        </p:nvSpPr>
        <p:spPr>
          <a:xfrm>
            <a:off x="8253346" y="5490616"/>
            <a:ext cx="657231" cy="738664"/>
          </a:xfrm>
          <a:prstGeom prst="rect">
            <a:avLst/>
          </a:prstGeom>
          <a:noFill/>
        </p:spPr>
        <p:txBody>
          <a:bodyPr wrap="none" lIns="0" tIns="0" rIns="0" bIns="0" rtlCol="0">
            <a:spAutoFit/>
          </a:bodyPr>
          <a:lstStyle/>
          <a:p>
            <a:pPr marL="0" lvl="0" indent="0" algn="l" defTabSz="914400" rtl="0" eaLnBrk="1" latinLnBrk="0" hangingPunct="1">
              <a:lnSpc>
                <a:spcPct val="100000"/>
              </a:lnSpc>
              <a:spcBef>
                <a:spcPts val="1200"/>
              </a:spcBef>
              <a:buClrTx/>
              <a:buSzPct val="100000"/>
              <a:buFontTx/>
              <a:buNone/>
            </a:pPr>
            <a:r>
              <a:rPr lang="en-US" sz="4800" b="1" kern="1200">
                <a:solidFill>
                  <a:schemeClr val="bg1"/>
                </a:solidFill>
                <a:latin typeface="Aptos Light" panose="020B0004020202020204" pitchFamily="34" charset="0"/>
                <a:ea typeface="+mn-ea"/>
                <a:cs typeface="+mn-cs"/>
              </a:rPr>
              <a:t>03</a:t>
            </a:r>
          </a:p>
        </p:txBody>
      </p:sp>
      <p:sp>
        <p:nvSpPr>
          <p:cNvPr id="21" name="TextBox 20">
            <a:extLst>
              <a:ext uri="{FF2B5EF4-FFF2-40B4-BE49-F238E27FC236}">
                <a16:creationId xmlns:a16="http://schemas.microsoft.com/office/drawing/2014/main" id="{FAA85324-6B06-B062-8016-28E8B4B81D4C}"/>
              </a:ext>
            </a:extLst>
          </p:cNvPr>
          <p:cNvSpPr txBox="1"/>
          <p:nvPr/>
        </p:nvSpPr>
        <p:spPr>
          <a:xfrm>
            <a:off x="11195530" y="5490616"/>
            <a:ext cx="657231" cy="738664"/>
          </a:xfrm>
          <a:prstGeom prst="rect">
            <a:avLst/>
          </a:prstGeom>
          <a:noFill/>
        </p:spPr>
        <p:txBody>
          <a:bodyPr wrap="none" lIns="0" tIns="0" rIns="0" bIns="0" rtlCol="0">
            <a:spAutoFit/>
          </a:bodyPr>
          <a:lstStyle/>
          <a:p>
            <a:pPr marL="0" lvl="0" indent="0" algn="l" defTabSz="914400" rtl="0" eaLnBrk="1" latinLnBrk="0" hangingPunct="1">
              <a:lnSpc>
                <a:spcPct val="100000"/>
              </a:lnSpc>
              <a:spcBef>
                <a:spcPts val="1200"/>
              </a:spcBef>
              <a:buClrTx/>
              <a:buSzPct val="100000"/>
              <a:buFontTx/>
              <a:buNone/>
            </a:pPr>
            <a:r>
              <a:rPr lang="en-US" sz="4800" b="1" kern="1200">
                <a:solidFill>
                  <a:schemeClr val="bg1"/>
                </a:solidFill>
                <a:latin typeface="Aptos Light" panose="020B0004020202020204" pitchFamily="34" charset="0"/>
                <a:ea typeface="+mn-ea"/>
                <a:cs typeface="+mn-cs"/>
              </a:rPr>
              <a:t>04</a:t>
            </a:r>
          </a:p>
        </p:txBody>
      </p:sp>
    </p:spTree>
    <p:extLst>
      <p:ext uri="{BB962C8B-B14F-4D97-AF65-F5344CB8AC3E}">
        <p14:creationId xmlns:p14="http://schemas.microsoft.com/office/powerpoint/2010/main" val="13975248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userDrawn="1">
          <p15:clr>
            <a:srgbClr val="FBAE40"/>
          </p15:clr>
        </p15:guide>
        <p15:guide id="2" pos="2506" userDrawn="1">
          <p15:clr>
            <a:srgbClr val="FBAE40"/>
          </p15:clr>
        </p15:guide>
        <p15:guide id="3" pos="4978" userDrawn="1">
          <p15:clr>
            <a:srgbClr val="FBAE40"/>
          </p15:clr>
        </p15:guide>
        <p15:guide id="4" pos="5172" userDrawn="1">
          <p15:clr>
            <a:srgbClr val="FBAE40"/>
          </p15:clr>
        </p15:guide>
        <p15:guide id="5" orient="horz" pos="1139" userDrawn="1">
          <p15:clr>
            <a:srgbClr val="FBAE40"/>
          </p15:clr>
        </p15:guide>
        <p15:guide id="6" orient="horz" pos="3832" userDrawn="1">
          <p15:clr>
            <a:srgbClr val="FBAE40"/>
          </p15:clr>
        </p15:guide>
        <p15:guide id="7" orient="horz" pos="4269" userDrawn="1">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Four Content with Map Option 1">
    <p:spTree>
      <p:nvGrpSpPr>
        <p:cNvPr id="1" name=""/>
        <p:cNvGrpSpPr/>
        <p:nvPr/>
      </p:nvGrpSpPr>
      <p:grpSpPr>
        <a:xfrm>
          <a:off x="0" y="0"/>
          <a:ext cx="0" cy="0"/>
          <a:chOff x="0" y="0"/>
          <a:chExt cx="0" cy="0"/>
        </a:xfrm>
      </p:grpSpPr>
      <p:sp>
        <p:nvSpPr>
          <p:cNvPr id="12" name="Rectangle">
            <a:extLst>
              <a:ext uri="{FF2B5EF4-FFF2-40B4-BE49-F238E27FC236}">
                <a16:creationId xmlns:a16="http://schemas.microsoft.com/office/drawing/2014/main" id="{452A60C8-A3F6-A3AA-7C25-A59E6169A420}"/>
              </a:ext>
            </a:extLst>
          </p:cNvPr>
          <p:cNvSpPr/>
          <p:nvPr/>
        </p:nvSpPr>
        <p:spPr>
          <a:xfrm>
            <a:off x="6247142" y="0"/>
            <a:ext cx="5944858" cy="6857999"/>
          </a:xfrm>
          <a:prstGeom prst="rect">
            <a:avLst/>
          </a:prstGeom>
          <a:solidFill>
            <a:srgbClr val="F2F7F8"/>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hasCustomPrompt="1"/>
          </p:nvPr>
        </p:nvSpPr>
        <p:spPr>
          <a:xfrm>
            <a:off x="365126" y="5067300"/>
            <a:ext cx="5428766" cy="10160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Designated space to input the body text for your content. Use it to convey your message, share information, or express your ideas effectively.</a:t>
            </a:r>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hasCustomPrompt="1"/>
          </p:nvPr>
        </p:nvSpPr>
        <p:spPr>
          <a:xfrm>
            <a:off x="6541707" y="1016313"/>
            <a:ext cx="2340000" cy="2014541"/>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Designated space to input the body text for your content. Use it to convey your message, share information, or express your ideas effectively.</a:t>
            </a:r>
          </a:p>
        </p:txBody>
      </p:sp>
      <p:sp>
        <p:nvSpPr>
          <p:cNvPr id="27" name="Text Placeholder 23">
            <a:extLst>
              <a:ext uri="{FF2B5EF4-FFF2-40B4-BE49-F238E27FC236}">
                <a16:creationId xmlns:a16="http://schemas.microsoft.com/office/drawing/2014/main" id="{DA2E51EC-3B36-0590-AB00-E45EC6E92BCF}"/>
              </a:ext>
            </a:extLst>
          </p:cNvPr>
          <p:cNvSpPr>
            <a:spLocks noGrp="1"/>
          </p:cNvSpPr>
          <p:nvPr>
            <p:ph type="body" sz="quarter" idx="26" hasCustomPrompt="1"/>
          </p:nvPr>
        </p:nvSpPr>
        <p:spPr>
          <a:xfrm>
            <a:off x="6541707" y="365125"/>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in no more than 2 lines of text</a:t>
            </a:r>
          </a:p>
        </p:txBody>
      </p:sp>
      <p:sp>
        <p:nvSpPr>
          <p:cNvPr id="5" name="Content Placeholder 4">
            <a:extLst>
              <a:ext uri="{FF2B5EF4-FFF2-40B4-BE49-F238E27FC236}">
                <a16:creationId xmlns:a16="http://schemas.microsoft.com/office/drawing/2014/main" id="{33C8ADA0-FEFD-CB94-296E-33B86FFC6397}"/>
              </a:ext>
            </a:extLst>
          </p:cNvPr>
          <p:cNvSpPr>
            <a:spLocks noGrp="1"/>
          </p:cNvSpPr>
          <p:nvPr>
            <p:ph sz="quarter" idx="30" hasCustomPrompt="1"/>
          </p:nvPr>
        </p:nvSpPr>
        <p:spPr>
          <a:xfrm>
            <a:off x="9482557" y="1016313"/>
            <a:ext cx="2340000" cy="2014541"/>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Designated space to input the body text for your content. Use it to convey your message, share information, or express your ideas effectively.</a:t>
            </a:r>
          </a:p>
        </p:txBody>
      </p:sp>
      <p:sp>
        <p:nvSpPr>
          <p:cNvPr id="6" name="Text Placeholder 23">
            <a:extLst>
              <a:ext uri="{FF2B5EF4-FFF2-40B4-BE49-F238E27FC236}">
                <a16:creationId xmlns:a16="http://schemas.microsoft.com/office/drawing/2014/main" id="{B52A09E6-D39A-1924-C131-FEED0A952766}"/>
              </a:ext>
            </a:extLst>
          </p:cNvPr>
          <p:cNvSpPr>
            <a:spLocks noGrp="1"/>
          </p:cNvSpPr>
          <p:nvPr>
            <p:ph type="body" sz="quarter" idx="31" hasCustomPrompt="1"/>
          </p:nvPr>
        </p:nvSpPr>
        <p:spPr>
          <a:xfrm>
            <a:off x="9482557" y="365125"/>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in no more than 2 lines of text</a:t>
            </a:r>
          </a:p>
        </p:txBody>
      </p:sp>
      <p:sp>
        <p:nvSpPr>
          <p:cNvPr id="9" name="Title 1">
            <a:extLst>
              <a:ext uri="{FF2B5EF4-FFF2-40B4-BE49-F238E27FC236}">
                <a16:creationId xmlns:a16="http://schemas.microsoft.com/office/drawing/2014/main" id="{3A8771AB-23E6-B24D-A20F-781526D19D52}"/>
              </a:ext>
            </a:extLst>
          </p:cNvPr>
          <p:cNvSpPr>
            <a:spLocks noGrp="1"/>
          </p:cNvSpPr>
          <p:nvPr>
            <p:ph type="title" hasCustomPrompt="1"/>
          </p:nvPr>
        </p:nvSpPr>
        <p:spPr>
          <a:xfrm>
            <a:off x="365760" y="365760"/>
            <a:ext cx="5428132" cy="914400"/>
          </a:xfrm>
        </p:spPr>
        <p:txBody>
          <a:bodyPr/>
          <a:lstStyle>
            <a:lvl1pPr>
              <a:defRPr>
                <a:latin typeface="Aptos Light" panose="020B0004020202020204" pitchFamily="34" charset="0"/>
              </a:defRPr>
            </a:lvl1pPr>
          </a:lstStyle>
          <a:p>
            <a:r>
              <a:rPr lang="en-US"/>
              <a:t>[Slide title]</a:t>
            </a:r>
          </a:p>
        </p:txBody>
      </p:sp>
      <p:sp>
        <p:nvSpPr>
          <p:cNvPr id="2" name="Content Placeholder 4">
            <a:extLst>
              <a:ext uri="{FF2B5EF4-FFF2-40B4-BE49-F238E27FC236}">
                <a16:creationId xmlns:a16="http://schemas.microsoft.com/office/drawing/2014/main" id="{9DCA002B-B80E-A322-9731-6A02DDB63C98}"/>
              </a:ext>
            </a:extLst>
          </p:cNvPr>
          <p:cNvSpPr>
            <a:spLocks noGrp="1"/>
          </p:cNvSpPr>
          <p:nvPr>
            <p:ph sz="quarter" idx="32" hasCustomPrompt="1"/>
          </p:nvPr>
        </p:nvSpPr>
        <p:spPr>
          <a:xfrm>
            <a:off x="6541707" y="4080188"/>
            <a:ext cx="2340000" cy="2014541"/>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Designated space to input the body text for your content. Use it to convey your message, share information, or express your ideas effectively.</a:t>
            </a:r>
          </a:p>
        </p:txBody>
      </p:sp>
      <p:sp>
        <p:nvSpPr>
          <p:cNvPr id="7" name="Text Placeholder 23">
            <a:extLst>
              <a:ext uri="{FF2B5EF4-FFF2-40B4-BE49-F238E27FC236}">
                <a16:creationId xmlns:a16="http://schemas.microsoft.com/office/drawing/2014/main" id="{22D74A1B-0F35-0044-F50D-7D7A73CC95E0}"/>
              </a:ext>
            </a:extLst>
          </p:cNvPr>
          <p:cNvSpPr>
            <a:spLocks noGrp="1"/>
          </p:cNvSpPr>
          <p:nvPr>
            <p:ph type="body" sz="quarter" idx="33" hasCustomPrompt="1"/>
          </p:nvPr>
        </p:nvSpPr>
        <p:spPr>
          <a:xfrm>
            <a:off x="6541707" y="3429000"/>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in no more than 2 lines of text</a:t>
            </a:r>
          </a:p>
        </p:txBody>
      </p:sp>
      <p:sp>
        <p:nvSpPr>
          <p:cNvPr id="8" name="Content Placeholder 4">
            <a:extLst>
              <a:ext uri="{FF2B5EF4-FFF2-40B4-BE49-F238E27FC236}">
                <a16:creationId xmlns:a16="http://schemas.microsoft.com/office/drawing/2014/main" id="{4FA66906-4BAF-E655-0FED-C0A8A2AF93D0}"/>
              </a:ext>
            </a:extLst>
          </p:cNvPr>
          <p:cNvSpPr>
            <a:spLocks noGrp="1"/>
          </p:cNvSpPr>
          <p:nvPr>
            <p:ph sz="quarter" idx="34" hasCustomPrompt="1"/>
          </p:nvPr>
        </p:nvSpPr>
        <p:spPr>
          <a:xfrm>
            <a:off x="9482557" y="4080188"/>
            <a:ext cx="2340000" cy="2014541"/>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Designated space to input the body text for your content. Use it to convey your message, share information, or express your ideas effectively.</a:t>
            </a:r>
          </a:p>
        </p:txBody>
      </p:sp>
      <p:sp>
        <p:nvSpPr>
          <p:cNvPr id="15" name="Text Placeholder 23">
            <a:extLst>
              <a:ext uri="{FF2B5EF4-FFF2-40B4-BE49-F238E27FC236}">
                <a16:creationId xmlns:a16="http://schemas.microsoft.com/office/drawing/2014/main" id="{AB4E8F1A-740E-7335-FC5F-D9B2C5AC7674}"/>
              </a:ext>
            </a:extLst>
          </p:cNvPr>
          <p:cNvSpPr>
            <a:spLocks noGrp="1"/>
          </p:cNvSpPr>
          <p:nvPr>
            <p:ph type="body" sz="quarter" idx="35" hasCustomPrompt="1"/>
          </p:nvPr>
        </p:nvSpPr>
        <p:spPr>
          <a:xfrm>
            <a:off x="9482557" y="3429000"/>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in no more than 2 lines of text</a:t>
            </a:r>
          </a:p>
        </p:txBody>
      </p:sp>
      <p:sp>
        <p:nvSpPr>
          <p:cNvPr id="16" name="World">
            <a:extLst>
              <a:ext uri="{FF2B5EF4-FFF2-40B4-BE49-F238E27FC236}">
                <a16:creationId xmlns:a16="http://schemas.microsoft.com/office/drawing/2014/main" id="{302B45D3-4A9B-8656-8728-AA9E3A9E764B}"/>
              </a:ext>
            </a:extLst>
          </p:cNvPr>
          <p:cNvSpPr>
            <a:spLocks noChangeAspect="1" noEditPoints="1"/>
          </p:cNvSpPr>
          <p:nvPr/>
        </p:nvSpPr>
        <p:spPr bwMode="auto">
          <a:xfrm>
            <a:off x="376688" y="1943100"/>
            <a:ext cx="5405642" cy="2802255"/>
          </a:xfrm>
          <a:custGeom>
            <a:avLst/>
            <a:gdLst>
              <a:gd name="T0" fmla="*/ 7449 w 8611"/>
              <a:gd name="T1" fmla="*/ 1277 h 4463"/>
              <a:gd name="T2" fmla="*/ 6996 w 8611"/>
              <a:gd name="T3" fmla="*/ 2869 h 4463"/>
              <a:gd name="T4" fmla="*/ 6945 w 8611"/>
              <a:gd name="T5" fmla="*/ 3360 h 4463"/>
              <a:gd name="T6" fmla="*/ 7246 w 8611"/>
              <a:gd name="T7" fmla="*/ 3672 h 4463"/>
              <a:gd name="T8" fmla="*/ 7447 w 8611"/>
              <a:gd name="T9" fmla="*/ 3150 h 4463"/>
              <a:gd name="T10" fmla="*/ 6989 w 8611"/>
              <a:gd name="T11" fmla="*/ 2545 h 4463"/>
              <a:gd name="T12" fmla="*/ 6997 w 8611"/>
              <a:gd name="T13" fmla="*/ 2386 h 4463"/>
              <a:gd name="T14" fmla="*/ 8358 w 8611"/>
              <a:gd name="T15" fmla="*/ 3894 h 4463"/>
              <a:gd name="T16" fmla="*/ 7529 w 8611"/>
              <a:gd name="T17" fmla="*/ 3121 h 4463"/>
              <a:gd name="T18" fmla="*/ 7859 w 8611"/>
              <a:gd name="T19" fmla="*/ 432 h 4463"/>
              <a:gd name="T20" fmla="*/ 6732 w 8611"/>
              <a:gd name="T21" fmla="*/ 0 h 4463"/>
              <a:gd name="T22" fmla="*/ 5643 w 8611"/>
              <a:gd name="T23" fmla="*/ 489 h 4463"/>
              <a:gd name="T24" fmla="*/ 4919 w 8611"/>
              <a:gd name="T25" fmla="*/ 675 h 4463"/>
              <a:gd name="T26" fmla="*/ 4128 w 8611"/>
              <a:gd name="T27" fmla="*/ 1077 h 4463"/>
              <a:gd name="T28" fmla="*/ 4567 w 8611"/>
              <a:gd name="T29" fmla="*/ 714 h 4463"/>
              <a:gd name="T30" fmla="*/ 4468 w 8611"/>
              <a:gd name="T31" fmla="*/ 1236 h 4463"/>
              <a:gd name="T32" fmla="*/ 3784 w 8611"/>
              <a:gd name="T33" fmla="*/ 1867 h 4463"/>
              <a:gd name="T34" fmla="*/ 4307 w 8611"/>
              <a:gd name="T35" fmla="*/ 1650 h 4463"/>
              <a:gd name="T36" fmla="*/ 4649 w 8611"/>
              <a:gd name="T37" fmla="*/ 1844 h 4463"/>
              <a:gd name="T38" fmla="*/ 4283 w 8611"/>
              <a:gd name="T39" fmla="*/ 1920 h 4463"/>
              <a:gd name="T40" fmla="*/ 4212 w 8611"/>
              <a:gd name="T41" fmla="*/ 2695 h 4463"/>
              <a:gd name="T42" fmla="*/ 4439 w 8611"/>
              <a:gd name="T43" fmla="*/ 3737 h 4463"/>
              <a:gd name="T44" fmla="*/ 4992 w 8611"/>
              <a:gd name="T45" fmla="*/ 2911 h 4463"/>
              <a:gd name="T46" fmla="*/ 4875 w 8611"/>
              <a:gd name="T47" fmla="*/ 2277 h 4463"/>
              <a:gd name="T48" fmla="*/ 5263 w 8611"/>
              <a:gd name="T49" fmla="*/ 2068 h 4463"/>
              <a:gd name="T50" fmla="*/ 5779 w 8611"/>
              <a:gd name="T51" fmla="*/ 2505 h 4463"/>
              <a:gd name="T52" fmla="*/ 6218 w 8611"/>
              <a:gd name="T53" fmla="*/ 2289 h 4463"/>
              <a:gd name="T54" fmla="*/ 6583 w 8611"/>
              <a:gd name="T55" fmla="*/ 2651 h 4463"/>
              <a:gd name="T56" fmla="*/ 6749 w 8611"/>
              <a:gd name="T57" fmla="*/ 2316 h 4463"/>
              <a:gd name="T58" fmla="*/ 7091 w 8611"/>
              <a:gd name="T59" fmla="*/ 1918 h 4463"/>
              <a:gd name="T60" fmla="*/ 7450 w 8611"/>
              <a:gd name="T61" fmla="*/ 1021 h 4463"/>
              <a:gd name="T62" fmla="*/ 7799 w 8611"/>
              <a:gd name="T63" fmla="*/ 1162 h 4463"/>
              <a:gd name="T64" fmla="*/ 8431 w 8611"/>
              <a:gd name="T65" fmla="*/ 699 h 4463"/>
              <a:gd name="T66" fmla="*/ 7254 w 8611"/>
              <a:gd name="T67" fmla="*/ 1916 h 4463"/>
              <a:gd name="T68" fmla="*/ 7254 w 8611"/>
              <a:gd name="T69" fmla="*/ 1916 h 4463"/>
              <a:gd name="T70" fmla="*/ 7541 w 8611"/>
              <a:gd name="T71" fmla="*/ 3946 h 4463"/>
              <a:gd name="T72" fmla="*/ 5208 w 8611"/>
              <a:gd name="T73" fmla="*/ 3193 h 4463"/>
              <a:gd name="T74" fmla="*/ 2242 w 8611"/>
              <a:gd name="T75" fmla="*/ 2576 h 4463"/>
              <a:gd name="T76" fmla="*/ 2373 w 8611"/>
              <a:gd name="T77" fmla="*/ 4463 h 4463"/>
              <a:gd name="T78" fmla="*/ 2975 w 8611"/>
              <a:gd name="T79" fmla="*/ 2956 h 4463"/>
              <a:gd name="T80" fmla="*/ 2114 w 8611"/>
              <a:gd name="T81" fmla="*/ 811 h 4463"/>
              <a:gd name="T82" fmla="*/ 2633 w 8611"/>
              <a:gd name="T83" fmla="*/ 128 h 4463"/>
              <a:gd name="T84" fmla="*/ 3050 w 8611"/>
              <a:gd name="T85" fmla="*/ 531 h 4463"/>
              <a:gd name="T86" fmla="*/ 3901 w 8611"/>
              <a:gd name="T87" fmla="*/ 1399 h 4463"/>
              <a:gd name="T88" fmla="*/ 3761 w 8611"/>
              <a:gd name="T89" fmla="*/ 1173 h 4463"/>
              <a:gd name="T90" fmla="*/ 6870 w 8611"/>
              <a:gd name="T91" fmla="*/ 2711 h 4463"/>
              <a:gd name="T92" fmla="*/ 6870 w 8611"/>
              <a:gd name="T93" fmla="*/ 2932 h 4463"/>
              <a:gd name="T94" fmla="*/ 1714 w 8611"/>
              <a:gd name="T95" fmla="*/ 2085 h 4463"/>
              <a:gd name="T96" fmla="*/ 2611 w 8611"/>
              <a:gd name="T97" fmla="*/ 1404 h 4463"/>
              <a:gd name="T98" fmla="*/ 2171 w 8611"/>
              <a:gd name="T99" fmla="*/ 883 h 4463"/>
              <a:gd name="T100" fmla="*/ 2362 w 8611"/>
              <a:gd name="T101" fmla="*/ 841 h 4463"/>
              <a:gd name="T102" fmla="*/ 1050 w 8611"/>
              <a:gd name="T103" fmla="*/ 396 h 4463"/>
              <a:gd name="T104" fmla="*/ 380 w 8611"/>
              <a:gd name="T105" fmla="*/ 1112 h 4463"/>
              <a:gd name="T106" fmla="*/ 1651 w 8611"/>
              <a:gd name="T107" fmla="*/ 2481 h 4463"/>
              <a:gd name="T108" fmla="*/ 6560 w 8611"/>
              <a:gd name="T109" fmla="*/ 2743 h 4463"/>
              <a:gd name="T110" fmla="*/ 6523 w 8611"/>
              <a:gd name="T111" fmla="*/ 2780 h 4463"/>
              <a:gd name="T112" fmla="*/ 6579 w 8611"/>
              <a:gd name="T113" fmla="*/ 2979 h 4463"/>
              <a:gd name="T114" fmla="*/ 5948 w 8611"/>
              <a:gd name="T115" fmla="*/ 2706 h 4463"/>
              <a:gd name="T116" fmla="*/ 3654 w 8611"/>
              <a:gd name="T117" fmla="*/ 811 h 4463"/>
              <a:gd name="T118" fmla="*/ 3654 w 8611"/>
              <a:gd name="T119" fmla="*/ 811 h 44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8611" h="4463">
                <a:moveTo>
                  <a:pt x="7449" y="1700"/>
                </a:moveTo>
                <a:lnTo>
                  <a:pt x="7449" y="1700"/>
                </a:lnTo>
                <a:lnTo>
                  <a:pt x="7510" y="1700"/>
                </a:lnTo>
                <a:lnTo>
                  <a:pt x="7510" y="1277"/>
                </a:lnTo>
                <a:lnTo>
                  <a:pt x="7449" y="1277"/>
                </a:lnTo>
                <a:lnTo>
                  <a:pt x="7449" y="1700"/>
                </a:lnTo>
                <a:close/>
                <a:moveTo>
                  <a:pt x="6916" y="2980"/>
                </a:moveTo>
                <a:lnTo>
                  <a:pt x="6916" y="2980"/>
                </a:lnTo>
                <a:lnTo>
                  <a:pt x="6996" y="2980"/>
                </a:lnTo>
                <a:lnTo>
                  <a:pt x="6996" y="2869"/>
                </a:lnTo>
                <a:lnTo>
                  <a:pt x="6916" y="2869"/>
                </a:lnTo>
                <a:lnTo>
                  <a:pt x="6916" y="2980"/>
                </a:lnTo>
                <a:close/>
                <a:moveTo>
                  <a:pt x="7155" y="3150"/>
                </a:moveTo>
                <a:lnTo>
                  <a:pt x="7155" y="3150"/>
                </a:lnTo>
                <a:lnTo>
                  <a:pt x="6945" y="3360"/>
                </a:lnTo>
                <a:lnTo>
                  <a:pt x="6803" y="3360"/>
                </a:lnTo>
                <a:lnTo>
                  <a:pt x="6803" y="3741"/>
                </a:lnTo>
                <a:lnTo>
                  <a:pt x="7014" y="3741"/>
                </a:lnTo>
                <a:lnTo>
                  <a:pt x="7083" y="3672"/>
                </a:lnTo>
                <a:lnTo>
                  <a:pt x="7246" y="3672"/>
                </a:lnTo>
                <a:lnTo>
                  <a:pt x="7428" y="3854"/>
                </a:lnTo>
                <a:lnTo>
                  <a:pt x="7578" y="3854"/>
                </a:lnTo>
                <a:lnTo>
                  <a:pt x="7751" y="3682"/>
                </a:lnTo>
                <a:lnTo>
                  <a:pt x="7751" y="3453"/>
                </a:lnTo>
                <a:lnTo>
                  <a:pt x="7447" y="3150"/>
                </a:lnTo>
                <a:lnTo>
                  <a:pt x="7155" y="3150"/>
                </a:lnTo>
                <a:close/>
                <a:moveTo>
                  <a:pt x="6938" y="2386"/>
                </a:moveTo>
                <a:lnTo>
                  <a:pt x="6938" y="2386"/>
                </a:lnTo>
                <a:lnTo>
                  <a:pt x="6938" y="2494"/>
                </a:lnTo>
                <a:lnTo>
                  <a:pt x="6989" y="2545"/>
                </a:lnTo>
                <a:lnTo>
                  <a:pt x="6989" y="2707"/>
                </a:lnTo>
                <a:lnTo>
                  <a:pt x="7091" y="2707"/>
                </a:lnTo>
                <a:lnTo>
                  <a:pt x="7091" y="2566"/>
                </a:lnTo>
                <a:lnTo>
                  <a:pt x="6997" y="2472"/>
                </a:lnTo>
                <a:lnTo>
                  <a:pt x="6997" y="2386"/>
                </a:lnTo>
                <a:lnTo>
                  <a:pt x="6938" y="2386"/>
                </a:lnTo>
                <a:close/>
                <a:moveTo>
                  <a:pt x="8059" y="4075"/>
                </a:moveTo>
                <a:lnTo>
                  <a:pt x="8059" y="4075"/>
                </a:lnTo>
                <a:lnTo>
                  <a:pt x="8118" y="4134"/>
                </a:lnTo>
                <a:lnTo>
                  <a:pt x="8358" y="3894"/>
                </a:lnTo>
                <a:lnTo>
                  <a:pt x="8299" y="3835"/>
                </a:lnTo>
                <a:lnTo>
                  <a:pt x="8059" y="4075"/>
                </a:lnTo>
                <a:close/>
                <a:moveTo>
                  <a:pt x="7322" y="2914"/>
                </a:moveTo>
                <a:lnTo>
                  <a:pt x="7322" y="2914"/>
                </a:lnTo>
                <a:lnTo>
                  <a:pt x="7529" y="3121"/>
                </a:lnTo>
                <a:lnTo>
                  <a:pt x="7598" y="3053"/>
                </a:lnTo>
                <a:lnTo>
                  <a:pt x="7390" y="2845"/>
                </a:lnTo>
                <a:lnTo>
                  <a:pt x="7322" y="2914"/>
                </a:lnTo>
                <a:close/>
                <a:moveTo>
                  <a:pt x="7859" y="432"/>
                </a:moveTo>
                <a:lnTo>
                  <a:pt x="7859" y="432"/>
                </a:lnTo>
                <a:lnTo>
                  <a:pt x="7690" y="263"/>
                </a:lnTo>
                <a:lnTo>
                  <a:pt x="7189" y="263"/>
                </a:lnTo>
                <a:lnTo>
                  <a:pt x="7117" y="191"/>
                </a:lnTo>
                <a:lnTo>
                  <a:pt x="6732" y="191"/>
                </a:lnTo>
                <a:lnTo>
                  <a:pt x="6732" y="0"/>
                </a:lnTo>
                <a:lnTo>
                  <a:pt x="6062" y="0"/>
                </a:lnTo>
                <a:lnTo>
                  <a:pt x="5852" y="209"/>
                </a:lnTo>
                <a:lnTo>
                  <a:pt x="5697" y="209"/>
                </a:lnTo>
                <a:lnTo>
                  <a:pt x="5643" y="262"/>
                </a:lnTo>
                <a:lnTo>
                  <a:pt x="5643" y="489"/>
                </a:lnTo>
                <a:lnTo>
                  <a:pt x="5243" y="489"/>
                </a:lnTo>
                <a:lnTo>
                  <a:pt x="4953" y="779"/>
                </a:lnTo>
                <a:lnTo>
                  <a:pt x="4867" y="779"/>
                </a:lnTo>
                <a:lnTo>
                  <a:pt x="4865" y="675"/>
                </a:lnTo>
                <a:lnTo>
                  <a:pt x="4919" y="675"/>
                </a:lnTo>
                <a:lnTo>
                  <a:pt x="5004" y="590"/>
                </a:lnTo>
                <a:lnTo>
                  <a:pt x="4777" y="363"/>
                </a:lnTo>
                <a:lnTo>
                  <a:pt x="4578" y="363"/>
                </a:lnTo>
                <a:lnTo>
                  <a:pt x="4128" y="813"/>
                </a:lnTo>
                <a:lnTo>
                  <a:pt x="4128" y="1077"/>
                </a:lnTo>
                <a:lnTo>
                  <a:pt x="4216" y="1077"/>
                </a:lnTo>
                <a:lnTo>
                  <a:pt x="4341" y="1201"/>
                </a:lnTo>
                <a:lnTo>
                  <a:pt x="4434" y="1108"/>
                </a:lnTo>
                <a:lnTo>
                  <a:pt x="4434" y="848"/>
                </a:lnTo>
                <a:lnTo>
                  <a:pt x="4567" y="714"/>
                </a:lnTo>
                <a:lnTo>
                  <a:pt x="4599" y="745"/>
                </a:lnTo>
                <a:lnTo>
                  <a:pt x="4494" y="849"/>
                </a:lnTo>
                <a:lnTo>
                  <a:pt x="4494" y="1009"/>
                </a:lnTo>
                <a:lnTo>
                  <a:pt x="4695" y="1009"/>
                </a:lnTo>
                <a:lnTo>
                  <a:pt x="4468" y="1236"/>
                </a:lnTo>
                <a:lnTo>
                  <a:pt x="4208" y="1237"/>
                </a:lnTo>
                <a:lnTo>
                  <a:pt x="3961" y="1484"/>
                </a:lnTo>
                <a:lnTo>
                  <a:pt x="3961" y="1645"/>
                </a:lnTo>
                <a:lnTo>
                  <a:pt x="3784" y="1645"/>
                </a:lnTo>
                <a:lnTo>
                  <a:pt x="3784" y="1867"/>
                </a:lnTo>
                <a:lnTo>
                  <a:pt x="3946" y="1868"/>
                </a:lnTo>
                <a:lnTo>
                  <a:pt x="4188" y="1625"/>
                </a:lnTo>
                <a:lnTo>
                  <a:pt x="4377" y="1813"/>
                </a:lnTo>
                <a:lnTo>
                  <a:pt x="4424" y="1767"/>
                </a:lnTo>
                <a:lnTo>
                  <a:pt x="4307" y="1650"/>
                </a:lnTo>
                <a:lnTo>
                  <a:pt x="4307" y="1580"/>
                </a:lnTo>
                <a:lnTo>
                  <a:pt x="4476" y="1749"/>
                </a:lnTo>
                <a:lnTo>
                  <a:pt x="4476" y="1788"/>
                </a:lnTo>
                <a:lnTo>
                  <a:pt x="4532" y="1844"/>
                </a:lnTo>
                <a:lnTo>
                  <a:pt x="4649" y="1844"/>
                </a:lnTo>
                <a:lnTo>
                  <a:pt x="4727" y="1922"/>
                </a:lnTo>
                <a:lnTo>
                  <a:pt x="4864" y="1922"/>
                </a:lnTo>
                <a:lnTo>
                  <a:pt x="4864" y="2062"/>
                </a:lnTo>
                <a:lnTo>
                  <a:pt x="4425" y="2062"/>
                </a:lnTo>
                <a:lnTo>
                  <a:pt x="4283" y="1920"/>
                </a:lnTo>
                <a:lnTo>
                  <a:pt x="3886" y="1920"/>
                </a:lnTo>
                <a:lnTo>
                  <a:pt x="3577" y="2229"/>
                </a:lnTo>
                <a:lnTo>
                  <a:pt x="3577" y="2540"/>
                </a:lnTo>
                <a:lnTo>
                  <a:pt x="3732" y="2695"/>
                </a:lnTo>
                <a:lnTo>
                  <a:pt x="4212" y="2695"/>
                </a:lnTo>
                <a:lnTo>
                  <a:pt x="4212" y="2859"/>
                </a:lnTo>
                <a:lnTo>
                  <a:pt x="4315" y="2961"/>
                </a:lnTo>
                <a:lnTo>
                  <a:pt x="4315" y="3459"/>
                </a:lnTo>
                <a:lnTo>
                  <a:pt x="4439" y="3583"/>
                </a:lnTo>
                <a:lnTo>
                  <a:pt x="4439" y="3737"/>
                </a:lnTo>
                <a:lnTo>
                  <a:pt x="4552" y="3737"/>
                </a:lnTo>
                <a:lnTo>
                  <a:pt x="4795" y="3494"/>
                </a:lnTo>
                <a:lnTo>
                  <a:pt x="4795" y="3425"/>
                </a:lnTo>
                <a:lnTo>
                  <a:pt x="4992" y="3228"/>
                </a:lnTo>
                <a:lnTo>
                  <a:pt x="4992" y="2911"/>
                </a:lnTo>
                <a:lnTo>
                  <a:pt x="5215" y="2687"/>
                </a:lnTo>
                <a:lnTo>
                  <a:pt x="5215" y="2591"/>
                </a:lnTo>
                <a:lnTo>
                  <a:pt x="5101" y="2591"/>
                </a:lnTo>
                <a:lnTo>
                  <a:pt x="4831" y="2321"/>
                </a:lnTo>
                <a:lnTo>
                  <a:pt x="4875" y="2277"/>
                </a:lnTo>
                <a:lnTo>
                  <a:pt x="5112" y="2514"/>
                </a:lnTo>
                <a:lnTo>
                  <a:pt x="5267" y="2514"/>
                </a:lnTo>
                <a:lnTo>
                  <a:pt x="5461" y="2320"/>
                </a:lnTo>
                <a:lnTo>
                  <a:pt x="5237" y="2094"/>
                </a:lnTo>
                <a:lnTo>
                  <a:pt x="5263" y="2068"/>
                </a:lnTo>
                <a:lnTo>
                  <a:pt x="5395" y="2200"/>
                </a:lnTo>
                <a:lnTo>
                  <a:pt x="5600" y="2200"/>
                </a:lnTo>
                <a:lnTo>
                  <a:pt x="5715" y="2314"/>
                </a:lnTo>
                <a:lnTo>
                  <a:pt x="5779" y="2314"/>
                </a:lnTo>
                <a:lnTo>
                  <a:pt x="5779" y="2505"/>
                </a:lnTo>
                <a:lnTo>
                  <a:pt x="5907" y="2632"/>
                </a:lnTo>
                <a:lnTo>
                  <a:pt x="5963" y="2575"/>
                </a:lnTo>
                <a:lnTo>
                  <a:pt x="5963" y="2445"/>
                </a:lnTo>
                <a:lnTo>
                  <a:pt x="6162" y="2289"/>
                </a:lnTo>
                <a:lnTo>
                  <a:pt x="6218" y="2289"/>
                </a:lnTo>
                <a:lnTo>
                  <a:pt x="6307" y="2378"/>
                </a:lnTo>
                <a:cubicBezTo>
                  <a:pt x="6307" y="2378"/>
                  <a:pt x="6300" y="2447"/>
                  <a:pt x="6307" y="2447"/>
                </a:cubicBezTo>
                <a:lnTo>
                  <a:pt x="6379" y="2447"/>
                </a:lnTo>
                <a:lnTo>
                  <a:pt x="6579" y="2647"/>
                </a:lnTo>
                <a:lnTo>
                  <a:pt x="6583" y="2651"/>
                </a:lnTo>
                <a:lnTo>
                  <a:pt x="6669" y="2564"/>
                </a:lnTo>
                <a:lnTo>
                  <a:pt x="6669" y="2478"/>
                </a:lnTo>
                <a:lnTo>
                  <a:pt x="6567" y="2376"/>
                </a:lnTo>
                <a:lnTo>
                  <a:pt x="6628" y="2316"/>
                </a:lnTo>
                <a:lnTo>
                  <a:pt x="6749" y="2316"/>
                </a:lnTo>
                <a:lnTo>
                  <a:pt x="6965" y="2099"/>
                </a:lnTo>
                <a:lnTo>
                  <a:pt x="6965" y="1959"/>
                </a:lnTo>
                <a:lnTo>
                  <a:pt x="6863" y="1857"/>
                </a:lnTo>
                <a:lnTo>
                  <a:pt x="6947" y="1774"/>
                </a:lnTo>
                <a:lnTo>
                  <a:pt x="7091" y="1918"/>
                </a:lnTo>
                <a:lnTo>
                  <a:pt x="7153" y="1918"/>
                </a:lnTo>
                <a:lnTo>
                  <a:pt x="7153" y="1799"/>
                </a:lnTo>
                <a:lnTo>
                  <a:pt x="7371" y="1582"/>
                </a:lnTo>
                <a:lnTo>
                  <a:pt x="7371" y="1100"/>
                </a:lnTo>
                <a:lnTo>
                  <a:pt x="7450" y="1021"/>
                </a:lnTo>
                <a:lnTo>
                  <a:pt x="7770" y="1021"/>
                </a:lnTo>
                <a:lnTo>
                  <a:pt x="7883" y="908"/>
                </a:lnTo>
                <a:lnTo>
                  <a:pt x="8002" y="908"/>
                </a:lnTo>
                <a:lnTo>
                  <a:pt x="8002" y="958"/>
                </a:lnTo>
                <a:lnTo>
                  <a:pt x="7799" y="1162"/>
                </a:lnTo>
                <a:lnTo>
                  <a:pt x="7799" y="1388"/>
                </a:lnTo>
                <a:lnTo>
                  <a:pt x="7842" y="1388"/>
                </a:lnTo>
                <a:lnTo>
                  <a:pt x="7985" y="1244"/>
                </a:lnTo>
                <a:lnTo>
                  <a:pt x="7985" y="1119"/>
                </a:lnTo>
                <a:cubicBezTo>
                  <a:pt x="7985" y="1119"/>
                  <a:pt x="8427" y="699"/>
                  <a:pt x="8431" y="699"/>
                </a:cubicBezTo>
                <a:lnTo>
                  <a:pt x="8526" y="794"/>
                </a:lnTo>
                <a:lnTo>
                  <a:pt x="8611" y="709"/>
                </a:lnTo>
                <a:lnTo>
                  <a:pt x="8334" y="432"/>
                </a:lnTo>
                <a:lnTo>
                  <a:pt x="7859" y="432"/>
                </a:lnTo>
                <a:close/>
                <a:moveTo>
                  <a:pt x="7254" y="1916"/>
                </a:moveTo>
                <a:lnTo>
                  <a:pt x="7254" y="1916"/>
                </a:lnTo>
                <a:lnTo>
                  <a:pt x="7311" y="1974"/>
                </a:lnTo>
                <a:lnTo>
                  <a:pt x="7498" y="1787"/>
                </a:lnTo>
                <a:lnTo>
                  <a:pt x="7441" y="1729"/>
                </a:lnTo>
                <a:lnTo>
                  <a:pt x="7254" y="1916"/>
                </a:lnTo>
                <a:close/>
                <a:moveTo>
                  <a:pt x="7541" y="4030"/>
                </a:moveTo>
                <a:lnTo>
                  <a:pt x="7541" y="4030"/>
                </a:lnTo>
                <a:lnTo>
                  <a:pt x="7639" y="4030"/>
                </a:lnTo>
                <a:lnTo>
                  <a:pt x="7639" y="3946"/>
                </a:lnTo>
                <a:lnTo>
                  <a:pt x="7541" y="3946"/>
                </a:lnTo>
                <a:lnTo>
                  <a:pt x="7541" y="4030"/>
                </a:lnTo>
                <a:close/>
                <a:moveTo>
                  <a:pt x="5088" y="3476"/>
                </a:moveTo>
                <a:lnTo>
                  <a:pt x="5088" y="3476"/>
                </a:lnTo>
                <a:lnTo>
                  <a:pt x="5208" y="3476"/>
                </a:lnTo>
                <a:lnTo>
                  <a:pt x="5208" y="3193"/>
                </a:lnTo>
                <a:lnTo>
                  <a:pt x="5088" y="3193"/>
                </a:lnTo>
                <a:lnTo>
                  <a:pt x="5088" y="3476"/>
                </a:lnTo>
                <a:close/>
                <a:moveTo>
                  <a:pt x="2594" y="2576"/>
                </a:moveTo>
                <a:lnTo>
                  <a:pt x="2594" y="2576"/>
                </a:lnTo>
                <a:lnTo>
                  <a:pt x="2242" y="2576"/>
                </a:lnTo>
                <a:lnTo>
                  <a:pt x="2071" y="2747"/>
                </a:lnTo>
                <a:lnTo>
                  <a:pt x="2071" y="2999"/>
                </a:lnTo>
                <a:lnTo>
                  <a:pt x="2265" y="3193"/>
                </a:lnTo>
                <a:lnTo>
                  <a:pt x="2265" y="4354"/>
                </a:lnTo>
                <a:lnTo>
                  <a:pt x="2373" y="4463"/>
                </a:lnTo>
                <a:lnTo>
                  <a:pt x="2429" y="4463"/>
                </a:lnTo>
                <a:lnTo>
                  <a:pt x="2429" y="4071"/>
                </a:lnTo>
                <a:lnTo>
                  <a:pt x="3166" y="3334"/>
                </a:lnTo>
                <a:lnTo>
                  <a:pt x="3166" y="2956"/>
                </a:lnTo>
                <a:lnTo>
                  <a:pt x="2975" y="2956"/>
                </a:lnTo>
                <a:lnTo>
                  <a:pt x="2594" y="2576"/>
                </a:lnTo>
                <a:close/>
                <a:moveTo>
                  <a:pt x="1937" y="787"/>
                </a:moveTo>
                <a:lnTo>
                  <a:pt x="1937" y="787"/>
                </a:lnTo>
                <a:lnTo>
                  <a:pt x="2037" y="887"/>
                </a:lnTo>
                <a:lnTo>
                  <a:pt x="2114" y="811"/>
                </a:lnTo>
                <a:lnTo>
                  <a:pt x="2013" y="710"/>
                </a:lnTo>
                <a:lnTo>
                  <a:pt x="1937" y="787"/>
                </a:lnTo>
                <a:close/>
                <a:moveTo>
                  <a:pt x="3552" y="128"/>
                </a:moveTo>
                <a:lnTo>
                  <a:pt x="3552" y="128"/>
                </a:lnTo>
                <a:lnTo>
                  <a:pt x="2633" y="128"/>
                </a:lnTo>
                <a:lnTo>
                  <a:pt x="2633" y="262"/>
                </a:lnTo>
                <a:lnTo>
                  <a:pt x="2784" y="262"/>
                </a:lnTo>
                <a:cubicBezTo>
                  <a:pt x="2784" y="262"/>
                  <a:pt x="2787" y="688"/>
                  <a:pt x="2784" y="685"/>
                </a:cubicBezTo>
                <a:lnTo>
                  <a:pt x="2896" y="685"/>
                </a:lnTo>
                <a:lnTo>
                  <a:pt x="3050" y="531"/>
                </a:lnTo>
                <a:lnTo>
                  <a:pt x="3270" y="531"/>
                </a:lnTo>
                <a:lnTo>
                  <a:pt x="3552" y="249"/>
                </a:lnTo>
                <a:lnTo>
                  <a:pt x="3552" y="128"/>
                </a:lnTo>
                <a:close/>
                <a:moveTo>
                  <a:pt x="3901" y="1399"/>
                </a:moveTo>
                <a:lnTo>
                  <a:pt x="3901" y="1399"/>
                </a:lnTo>
                <a:lnTo>
                  <a:pt x="4001" y="1399"/>
                </a:lnTo>
                <a:lnTo>
                  <a:pt x="4001" y="1208"/>
                </a:lnTo>
                <a:lnTo>
                  <a:pt x="3873" y="1080"/>
                </a:lnTo>
                <a:lnTo>
                  <a:pt x="3855" y="1080"/>
                </a:lnTo>
                <a:lnTo>
                  <a:pt x="3761" y="1173"/>
                </a:lnTo>
                <a:lnTo>
                  <a:pt x="3761" y="1342"/>
                </a:lnTo>
                <a:lnTo>
                  <a:pt x="3843" y="1342"/>
                </a:lnTo>
                <a:lnTo>
                  <a:pt x="3901" y="1399"/>
                </a:lnTo>
                <a:close/>
                <a:moveTo>
                  <a:pt x="6870" y="2711"/>
                </a:moveTo>
                <a:lnTo>
                  <a:pt x="6870" y="2711"/>
                </a:lnTo>
                <a:lnTo>
                  <a:pt x="6830" y="2672"/>
                </a:lnTo>
                <a:lnTo>
                  <a:pt x="6671" y="2831"/>
                </a:lnTo>
                <a:lnTo>
                  <a:pt x="6671" y="2876"/>
                </a:lnTo>
                <a:lnTo>
                  <a:pt x="6727" y="2932"/>
                </a:lnTo>
                <a:lnTo>
                  <a:pt x="6870" y="2932"/>
                </a:lnTo>
                <a:lnTo>
                  <a:pt x="6870" y="2711"/>
                </a:lnTo>
                <a:close/>
                <a:moveTo>
                  <a:pt x="1815" y="2319"/>
                </a:moveTo>
                <a:lnTo>
                  <a:pt x="1815" y="2319"/>
                </a:lnTo>
                <a:lnTo>
                  <a:pt x="1713" y="2319"/>
                </a:lnTo>
                <a:lnTo>
                  <a:pt x="1714" y="2085"/>
                </a:lnTo>
                <a:lnTo>
                  <a:pt x="2032" y="2085"/>
                </a:lnTo>
                <a:lnTo>
                  <a:pt x="2034" y="2177"/>
                </a:lnTo>
                <a:lnTo>
                  <a:pt x="2115" y="2177"/>
                </a:lnTo>
                <a:lnTo>
                  <a:pt x="2115" y="1900"/>
                </a:lnTo>
                <a:lnTo>
                  <a:pt x="2611" y="1404"/>
                </a:lnTo>
                <a:lnTo>
                  <a:pt x="2696" y="1404"/>
                </a:lnTo>
                <a:lnTo>
                  <a:pt x="2697" y="1282"/>
                </a:lnTo>
                <a:lnTo>
                  <a:pt x="2691" y="1277"/>
                </a:lnTo>
                <a:lnTo>
                  <a:pt x="2297" y="883"/>
                </a:lnTo>
                <a:lnTo>
                  <a:pt x="2171" y="883"/>
                </a:lnTo>
                <a:lnTo>
                  <a:pt x="2171" y="1188"/>
                </a:lnTo>
                <a:lnTo>
                  <a:pt x="1812" y="1188"/>
                </a:lnTo>
                <a:lnTo>
                  <a:pt x="1812" y="864"/>
                </a:lnTo>
                <a:lnTo>
                  <a:pt x="2099" y="578"/>
                </a:lnTo>
                <a:lnTo>
                  <a:pt x="2362" y="841"/>
                </a:lnTo>
                <a:lnTo>
                  <a:pt x="2432" y="841"/>
                </a:lnTo>
                <a:cubicBezTo>
                  <a:pt x="2432" y="841"/>
                  <a:pt x="2594" y="676"/>
                  <a:pt x="2594" y="676"/>
                </a:cubicBezTo>
                <a:lnTo>
                  <a:pt x="2182" y="265"/>
                </a:lnTo>
                <a:lnTo>
                  <a:pt x="1181" y="265"/>
                </a:lnTo>
                <a:lnTo>
                  <a:pt x="1050" y="396"/>
                </a:lnTo>
                <a:lnTo>
                  <a:pt x="163" y="396"/>
                </a:lnTo>
                <a:lnTo>
                  <a:pt x="0" y="560"/>
                </a:lnTo>
                <a:lnTo>
                  <a:pt x="0" y="953"/>
                </a:lnTo>
                <a:lnTo>
                  <a:pt x="159" y="1112"/>
                </a:lnTo>
                <a:lnTo>
                  <a:pt x="380" y="1112"/>
                </a:lnTo>
                <a:lnTo>
                  <a:pt x="380" y="978"/>
                </a:lnTo>
                <a:lnTo>
                  <a:pt x="577" y="978"/>
                </a:lnTo>
                <a:lnTo>
                  <a:pt x="1000" y="1401"/>
                </a:lnTo>
                <a:lnTo>
                  <a:pt x="1000" y="1829"/>
                </a:lnTo>
                <a:lnTo>
                  <a:pt x="1651" y="2481"/>
                </a:lnTo>
                <a:lnTo>
                  <a:pt x="1808" y="2481"/>
                </a:lnTo>
                <a:lnTo>
                  <a:pt x="1999" y="2671"/>
                </a:lnTo>
                <a:lnTo>
                  <a:pt x="2083" y="2587"/>
                </a:lnTo>
                <a:lnTo>
                  <a:pt x="1815" y="2319"/>
                </a:lnTo>
                <a:close/>
                <a:moveTo>
                  <a:pt x="6560" y="2743"/>
                </a:moveTo>
                <a:lnTo>
                  <a:pt x="6560" y="2743"/>
                </a:lnTo>
                <a:lnTo>
                  <a:pt x="6539" y="2722"/>
                </a:lnTo>
                <a:lnTo>
                  <a:pt x="6406" y="2589"/>
                </a:lnTo>
                <a:cubicBezTo>
                  <a:pt x="6407" y="2588"/>
                  <a:pt x="6369" y="2625"/>
                  <a:pt x="6369" y="2625"/>
                </a:cubicBezTo>
                <a:lnTo>
                  <a:pt x="6523" y="2780"/>
                </a:lnTo>
                <a:lnTo>
                  <a:pt x="6560" y="2743"/>
                </a:lnTo>
                <a:close/>
                <a:moveTo>
                  <a:pt x="6393" y="2695"/>
                </a:moveTo>
                <a:lnTo>
                  <a:pt x="6393" y="2695"/>
                </a:lnTo>
                <a:cubicBezTo>
                  <a:pt x="6395" y="2693"/>
                  <a:pt x="6346" y="2743"/>
                  <a:pt x="6346" y="2743"/>
                </a:cubicBezTo>
                <a:lnTo>
                  <a:pt x="6579" y="2979"/>
                </a:lnTo>
                <a:lnTo>
                  <a:pt x="6628" y="2930"/>
                </a:lnTo>
                <a:lnTo>
                  <a:pt x="6595" y="2896"/>
                </a:lnTo>
                <a:lnTo>
                  <a:pt x="6393" y="2695"/>
                </a:lnTo>
                <a:close/>
                <a:moveTo>
                  <a:pt x="5948" y="2706"/>
                </a:moveTo>
                <a:lnTo>
                  <a:pt x="5948" y="2706"/>
                </a:lnTo>
                <a:lnTo>
                  <a:pt x="6008" y="2706"/>
                </a:lnTo>
                <a:lnTo>
                  <a:pt x="6008" y="2622"/>
                </a:lnTo>
                <a:lnTo>
                  <a:pt x="5948" y="2622"/>
                </a:lnTo>
                <a:lnTo>
                  <a:pt x="5948" y="2706"/>
                </a:lnTo>
                <a:close/>
                <a:moveTo>
                  <a:pt x="3654" y="811"/>
                </a:moveTo>
                <a:lnTo>
                  <a:pt x="3654" y="811"/>
                </a:lnTo>
                <a:lnTo>
                  <a:pt x="3436" y="811"/>
                </a:lnTo>
                <a:lnTo>
                  <a:pt x="3436" y="660"/>
                </a:lnTo>
                <a:lnTo>
                  <a:pt x="3654" y="660"/>
                </a:lnTo>
                <a:lnTo>
                  <a:pt x="3654" y="811"/>
                </a:lnTo>
                <a:close/>
              </a:path>
            </a:pathLst>
          </a:custGeom>
          <a:solidFill>
            <a:srgbClr val="ECECE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latin typeface="Aptos Light" panose="020B0004020202020204" pitchFamily="34" charset="0"/>
            </a:endParaRPr>
          </a:p>
        </p:txBody>
      </p:sp>
      <p:sp>
        <p:nvSpPr>
          <p:cNvPr id="4" name="UST" descr="UST">
            <a:extLst>
              <a:ext uri="{FF2B5EF4-FFF2-40B4-BE49-F238E27FC236}">
                <a16:creationId xmlns:a16="http://schemas.microsoft.com/office/drawing/2014/main" id="{F3A3F4EA-1A5D-0492-4F9C-3F52B3290F29}"/>
              </a:ext>
            </a:extLst>
          </p:cNvPr>
          <p:cNvSpPr>
            <a:spLocks noChangeAspect="1" noEditPoints="1"/>
          </p:cNvSpPr>
          <p:nvPr/>
        </p:nvSpPr>
        <p:spPr bwMode="black">
          <a:xfrm>
            <a:off x="365760" y="6238277"/>
            <a:ext cx="320040" cy="354090"/>
          </a:xfrm>
          <a:custGeom>
            <a:avLst/>
            <a:gdLst>
              <a:gd name="T0" fmla="*/ 3605 w 4000"/>
              <a:gd name="T1" fmla="*/ 485 h 4419"/>
              <a:gd name="T2" fmla="*/ 3605 w 4000"/>
              <a:gd name="T3" fmla="*/ 485 h 4419"/>
              <a:gd name="T4" fmla="*/ 2969 w 4000"/>
              <a:gd name="T5" fmla="*/ 485 h 4419"/>
              <a:gd name="T6" fmla="*/ 2969 w 4000"/>
              <a:gd name="T7" fmla="*/ 1120 h 4419"/>
              <a:gd name="T8" fmla="*/ 3605 w 4000"/>
              <a:gd name="T9" fmla="*/ 1120 h 4419"/>
              <a:gd name="T10" fmla="*/ 3605 w 4000"/>
              <a:gd name="T11" fmla="*/ 485 h 4419"/>
              <a:gd name="T12" fmla="*/ 4000 w 4000"/>
              <a:gd name="T13" fmla="*/ 2730 h 4419"/>
              <a:gd name="T14" fmla="*/ 4000 w 4000"/>
              <a:gd name="T15" fmla="*/ 2730 h 4419"/>
              <a:gd name="T16" fmla="*/ 2574 w 4000"/>
              <a:gd name="T17" fmla="*/ 2730 h 4419"/>
              <a:gd name="T18" fmla="*/ 2574 w 4000"/>
              <a:gd name="T19" fmla="*/ 3120 h 4419"/>
              <a:gd name="T20" fmla="*/ 3062 w 4000"/>
              <a:gd name="T21" fmla="*/ 3120 h 4419"/>
              <a:gd name="T22" fmla="*/ 3062 w 4000"/>
              <a:gd name="T23" fmla="*/ 4367 h 4419"/>
              <a:gd name="T24" fmla="*/ 3512 w 4000"/>
              <a:gd name="T25" fmla="*/ 4367 h 4419"/>
              <a:gd name="T26" fmla="*/ 3512 w 4000"/>
              <a:gd name="T27" fmla="*/ 3120 h 4419"/>
              <a:gd name="T28" fmla="*/ 4000 w 4000"/>
              <a:gd name="T29" fmla="*/ 3120 h 4419"/>
              <a:gd name="T30" fmla="*/ 4000 w 4000"/>
              <a:gd name="T31" fmla="*/ 2730 h 4419"/>
              <a:gd name="T32" fmla="*/ 903 w 4000"/>
              <a:gd name="T33" fmla="*/ 3385 h 4419"/>
              <a:gd name="T34" fmla="*/ 903 w 4000"/>
              <a:gd name="T35" fmla="*/ 3385 h 4419"/>
              <a:gd name="T36" fmla="*/ 760 w 4000"/>
              <a:gd name="T37" fmla="*/ 3351 h 4419"/>
              <a:gd name="T38" fmla="*/ 530 w 4000"/>
              <a:gd name="T39" fmla="*/ 3188 h 4419"/>
              <a:gd name="T40" fmla="*/ 760 w 4000"/>
              <a:gd name="T41" fmla="*/ 3065 h 4419"/>
              <a:gd name="T42" fmla="*/ 1114 w 4000"/>
              <a:gd name="T43" fmla="*/ 3213 h 4419"/>
              <a:gd name="T44" fmla="*/ 1392 w 4000"/>
              <a:gd name="T45" fmla="*/ 2988 h 4419"/>
              <a:gd name="T46" fmla="*/ 763 w 4000"/>
              <a:gd name="T47" fmla="*/ 2683 h 4419"/>
              <a:gd name="T48" fmla="*/ 82 w 4000"/>
              <a:gd name="T49" fmla="*/ 3199 h 4419"/>
              <a:gd name="T50" fmla="*/ 635 w 4000"/>
              <a:gd name="T51" fmla="*/ 3739 h 4419"/>
              <a:gd name="T52" fmla="*/ 784 w 4000"/>
              <a:gd name="T53" fmla="*/ 3776 h 4419"/>
              <a:gd name="T54" fmla="*/ 984 w 4000"/>
              <a:gd name="T55" fmla="*/ 3912 h 4419"/>
              <a:gd name="T56" fmla="*/ 718 w 4000"/>
              <a:gd name="T57" fmla="*/ 4050 h 4419"/>
              <a:gd name="T58" fmla="*/ 307 w 4000"/>
              <a:gd name="T59" fmla="*/ 3867 h 4419"/>
              <a:gd name="T60" fmla="*/ 29 w 4000"/>
              <a:gd name="T61" fmla="*/ 4092 h 4419"/>
              <a:gd name="T62" fmla="*/ 721 w 4000"/>
              <a:gd name="T63" fmla="*/ 4419 h 4419"/>
              <a:gd name="T64" fmla="*/ 1451 w 4000"/>
              <a:gd name="T65" fmla="*/ 3900 h 4419"/>
              <a:gd name="T66" fmla="*/ 903 w 4000"/>
              <a:gd name="T67" fmla="*/ 3385 h 4419"/>
              <a:gd name="T68" fmla="*/ 1026 w 4000"/>
              <a:gd name="T69" fmla="*/ 0 h 4419"/>
              <a:gd name="T70" fmla="*/ 1026 w 4000"/>
              <a:gd name="T71" fmla="*/ 0 h 4419"/>
              <a:gd name="T72" fmla="*/ 1475 w 4000"/>
              <a:gd name="T73" fmla="*/ 0 h 4419"/>
              <a:gd name="T74" fmla="*/ 1475 w 4000"/>
              <a:gd name="T75" fmla="*/ 967 h 4419"/>
              <a:gd name="T76" fmla="*/ 741 w 4000"/>
              <a:gd name="T77" fmla="*/ 1688 h 4419"/>
              <a:gd name="T78" fmla="*/ 0 w 4000"/>
              <a:gd name="T79" fmla="*/ 967 h 4419"/>
              <a:gd name="T80" fmla="*/ 0 w 4000"/>
              <a:gd name="T81" fmla="*/ 0 h 4419"/>
              <a:gd name="T82" fmla="*/ 449 w 4000"/>
              <a:gd name="T83" fmla="*/ 0 h 4419"/>
              <a:gd name="T84" fmla="*/ 449 w 4000"/>
              <a:gd name="T85" fmla="*/ 970 h 4419"/>
              <a:gd name="T86" fmla="*/ 739 w 4000"/>
              <a:gd name="T87" fmla="*/ 1273 h 4419"/>
              <a:gd name="T88" fmla="*/ 1026 w 4000"/>
              <a:gd name="T89" fmla="*/ 970 h 4419"/>
              <a:gd name="T90" fmla="*/ 1026 w 4000"/>
              <a:gd name="T91" fmla="*/ 0 h 4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000" h="4419">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tx1"/>
              </a:solidFill>
              <a:latin typeface="Aptos Light" panose="020B0004020202020204" pitchFamily="34" charset="0"/>
            </a:endParaRPr>
          </a:p>
        </p:txBody>
      </p:sp>
      <p:sp>
        <p:nvSpPr>
          <p:cNvPr id="10" name="Legal">
            <a:extLst>
              <a:ext uri="{FF2B5EF4-FFF2-40B4-BE49-F238E27FC236}">
                <a16:creationId xmlns:a16="http://schemas.microsoft.com/office/drawing/2014/main" id="{A8F13F7D-0B87-DB2F-ADE1-EDF73E59108A}"/>
              </a:ext>
            </a:extLst>
          </p:cNvPr>
          <p:cNvSpPr txBox="1"/>
          <p:nvPr/>
        </p:nvSpPr>
        <p:spPr>
          <a:xfrm>
            <a:off x="8223294" y="6402070"/>
            <a:ext cx="3142698" cy="182880"/>
          </a:xfrm>
          <a:prstGeom prst="rect">
            <a:avLst/>
          </a:prstGeom>
          <a:noFill/>
        </p:spPr>
        <p:txBody>
          <a:bodyPr wrap="none" lIns="0" tIns="0" rIns="0" bIns="0" rtlCol="0" anchor="b" anchorCtr="0">
            <a:noAutofit/>
          </a:bodyPr>
          <a:lstStyle/>
          <a:p>
            <a:pPr marL="0" indent="0" algn="r">
              <a:lnSpc>
                <a:spcPct val="100000"/>
              </a:lnSpc>
              <a:spcBef>
                <a:spcPts val="0"/>
              </a:spcBef>
              <a:buSzPct val="100000"/>
              <a:buFontTx/>
              <a:buNone/>
            </a:pPr>
            <a:r>
              <a:rPr lang="en-US" sz="800" b="0">
                <a:latin typeface="Aptos Light" panose="020B0004020202020204" pitchFamily="34" charset="0"/>
              </a:rPr>
              <a:t>Confidential and Proprietary. © 2026 UST Global Inc</a:t>
            </a:r>
          </a:p>
        </p:txBody>
      </p:sp>
      <p:sp>
        <p:nvSpPr>
          <p:cNvPr id="11" name="Slide Number Placeholder 10">
            <a:extLst>
              <a:ext uri="{FF2B5EF4-FFF2-40B4-BE49-F238E27FC236}">
                <a16:creationId xmlns:a16="http://schemas.microsoft.com/office/drawing/2014/main" id="{EEDC24AA-2FE6-54E5-4AFC-6CB6BDDC3547}"/>
              </a:ext>
            </a:extLst>
          </p:cNvPr>
          <p:cNvSpPr txBox="1">
            <a:spLocks/>
          </p:cNvSpPr>
          <p:nvPr/>
        </p:nvSpPr>
        <p:spPr>
          <a:xfrm>
            <a:off x="11365992" y="6317730"/>
            <a:ext cx="457200" cy="274637"/>
          </a:xfrm>
          <a:prstGeom prst="rect">
            <a:avLst/>
          </a:prstGeom>
        </p:spPr>
        <p:txBody>
          <a:bodyPr vert="horz" lIns="0" tIns="0" rIns="0" bIns="0" rtlCol="0" anchor="b" anchorCtr="0"/>
          <a:lstStyle>
            <a:defPPr>
              <a:defRPr lang="en-US"/>
            </a:defPPr>
            <a:lvl1pPr marL="0" algn="r" defTabSz="892894" rtl="0" eaLnBrk="1" latinLnBrk="0" hangingPunct="1">
              <a:defRPr sz="1000" kern="1200">
                <a:solidFill>
                  <a:schemeClr val="accent3"/>
                </a:solidFill>
                <a:latin typeface="Helvetica"/>
                <a:ea typeface="+mn-ea"/>
                <a:cs typeface="Helvetica"/>
              </a:defRPr>
            </a:lvl1pPr>
            <a:lvl2pPr marL="446447" algn="l" defTabSz="892894" rtl="0" eaLnBrk="1" latinLnBrk="0" hangingPunct="1">
              <a:defRPr sz="1700" kern="1200">
                <a:solidFill>
                  <a:schemeClr val="tx1"/>
                </a:solidFill>
                <a:latin typeface="+mn-lt"/>
                <a:ea typeface="+mn-ea"/>
                <a:cs typeface="+mn-cs"/>
              </a:defRPr>
            </a:lvl2pPr>
            <a:lvl3pPr marL="892894" algn="l" defTabSz="892894" rtl="0" eaLnBrk="1" latinLnBrk="0" hangingPunct="1">
              <a:defRPr sz="1700" kern="1200">
                <a:solidFill>
                  <a:schemeClr val="tx1"/>
                </a:solidFill>
                <a:latin typeface="+mn-lt"/>
                <a:ea typeface="+mn-ea"/>
                <a:cs typeface="+mn-cs"/>
              </a:defRPr>
            </a:lvl3pPr>
            <a:lvl4pPr marL="1339340" algn="l" defTabSz="892894" rtl="0" eaLnBrk="1" latinLnBrk="0" hangingPunct="1">
              <a:defRPr sz="1700" kern="1200">
                <a:solidFill>
                  <a:schemeClr val="tx1"/>
                </a:solidFill>
                <a:latin typeface="+mn-lt"/>
                <a:ea typeface="+mn-ea"/>
                <a:cs typeface="+mn-cs"/>
              </a:defRPr>
            </a:lvl4pPr>
            <a:lvl5pPr marL="1785787" algn="l" defTabSz="892894" rtl="0" eaLnBrk="1" latinLnBrk="0" hangingPunct="1">
              <a:defRPr sz="1700" kern="1200">
                <a:solidFill>
                  <a:schemeClr val="tx1"/>
                </a:solidFill>
                <a:latin typeface="+mn-lt"/>
                <a:ea typeface="+mn-ea"/>
                <a:cs typeface="+mn-cs"/>
              </a:defRPr>
            </a:lvl5pPr>
            <a:lvl6pPr marL="2232234" algn="l" defTabSz="892894" rtl="0" eaLnBrk="1" latinLnBrk="0" hangingPunct="1">
              <a:defRPr sz="1700" kern="1200">
                <a:solidFill>
                  <a:schemeClr val="tx1"/>
                </a:solidFill>
                <a:latin typeface="+mn-lt"/>
                <a:ea typeface="+mn-ea"/>
                <a:cs typeface="+mn-cs"/>
              </a:defRPr>
            </a:lvl6pPr>
            <a:lvl7pPr marL="2678681" algn="l" defTabSz="892894" rtl="0" eaLnBrk="1" latinLnBrk="0" hangingPunct="1">
              <a:defRPr sz="1700" kern="1200">
                <a:solidFill>
                  <a:schemeClr val="tx1"/>
                </a:solidFill>
                <a:latin typeface="+mn-lt"/>
                <a:ea typeface="+mn-ea"/>
                <a:cs typeface="+mn-cs"/>
              </a:defRPr>
            </a:lvl7pPr>
            <a:lvl8pPr marL="3125127" algn="l" defTabSz="892894" rtl="0" eaLnBrk="1" latinLnBrk="0" hangingPunct="1">
              <a:defRPr sz="1700" kern="1200">
                <a:solidFill>
                  <a:schemeClr val="tx1"/>
                </a:solidFill>
                <a:latin typeface="+mn-lt"/>
                <a:ea typeface="+mn-ea"/>
                <a:cs typeface="+mn-cs"/>
              </a:defRPr>
            </a:lvl8pPr>
            <a:lvl9pPr marL="3571574" algn="l" defTabSz="892894" rtl="0" eaLnBrk="1" latinLnBrk="0" hangingPunct="1">
              <a:defRPr sz="1700" kern="1200">
                <a:solidFill>
                  <a:schemeClr val="tx1"/>
                </a:solidFill>
                <a:latin typeface="+mn-lt"/>
                <a:ea typeface="+mn-ea"/>
                <a:cs typeface="+mn-cs"/>
              </a:defRPr>
            </a:lvl9pPr>
          </a:lstStyle>
          <a:p>
            <a:pPr algn="r"/>
            <a:r>
              <a:rPr lang="en-US" sz="800">
                <a:solidFill>
                  <a:schemeClr val="tx1"/>
                </a:solidFill>
                <a:latin typeface="Aptos Light" panose="020B0004020202020204" pitchFamily="34" charset="0"/>
                <a:cs typeface="Trebuchet MS"/>
              </a:rPr>
              <a:t> </a:t>
            </a:r>
            <a:fld id="{110FD68B-4EE4-9D43-89F2-B87D6C9CEE3A}" type="slidenum">
              <a:rPr lang="en-US" sz="800" smtClean="0">
                <a:solidFill>
                  <a:schemeClr val="tx1"/>
                </a:solidFill>
                <a:latin typeface="Aptos Light" panose="020B0004020202020204" pitchFamily="34" charset="0"/>
                <a:cs typeface="Trebuchet MS"/>
              </a:rPr>
              <a:pPr algn="r"/>
              <a:t>‹#›</a:t>
            </a:fld>
            <a:endParaRPr lang="en-US" sz="800">
              <a:solidFill>
                <a:schemeClr val="tx1"/>
              </a:solidFill>
              <a:latin typeface="Aptos Light" panose="020B0004020202020204" pitchFamily="34" charset="0"/>
              <a:cs typeface="Trebuchet MS"/>
            </a:endParaRPr>
          </a:p>
        </p:txBody>
      </p:sp>
    </p:spTree>
    <p:extLst>
      <p:ext uri="{BB962C8B-B14F-4D97-AF65-F5344CB8AC3E}">
        <p14:creationId xmlns:p14="http://schemas.microsoft.com/office/powerpoint/2010/main" val="41280358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userDrawn="1">
          <p15:clr>
            <a:srgbClr val="FBAE40"/>
          </p15:clr>
        </p15:guide>
        <p15:guide id="2" pos="2506" userDrawn="1">
          <p15:clr>
            <a:srgbClr val="FBAE40"/>
          </p15:clr>
        </p15:guide>
        <p15:guide id="3" pos="4978" userDrawn="1">
          <p15:clr>
            <a:srgbClr val="FBAE40"/>
          </p15:clr>
        </p15:guide>
        <p15:guide id="4" pos="5172" userDrawn="1">
          <p15:clr>
            <a:srgbClr val="FBAE40"/>
          </p15:clr>
        </p15:guide>
        <p15:guide id="5" orient="horz" pos="1152" userDrawn="1">
          <p15:clr>
            <a:srgbClr val="FBAE40"/>
          </p15:clr>
        </p15:guide>
        <p15:guide id="6" orient="horz" pos="3832" userDrawn="1">
          <p15:clr>
            <a:srgbClr val="FBAE40"/>
          </p15:clr>
        </p15:guide>
        <p15:guide id="7" orient="horz" pos="4148" userDrawn="1">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Three Content with chart">
    <p:spTree>
      <p:nvGrpSpPr>
        <p:cNvPr id="1" name=""/>
        <p:cNvGrpSpPr/>
        <p:nvPr/>
      </p:nvGrpSpPr>
      <p:grpSpPr>
        <a:xfrm>
          <a:off x="0" y="0"/>
          <a:ext cx="0" cy="0"/>
          <a:chOff x="0" y="0"/>
          <a:chExt cx="0" cy="0"/>
        </a:xfrm>
      </p:grpSpPr>
      <p:sp>
        <p:nvSpPr>
          <p:cNvPr id="12" name="Rectangle">
            <a:extLst>
              <a:ext uri="{FF2B5EF4-FFF2-40B4-BE49-F238E27FC236}">
                <a16:creationId xmlns:a16="http://schemas.microsoft.com/office/drawing/2014/main" id="{452A60C8-A3F6-A3AA-7C25-A59E6169A420}"/>
              </a:ext>
            </a:extLst>
          </p:cNvPr>
          <p:cNvSpPr/>
          <p:nvPr/>
        </p:nvSpPr>
        <p:spPr>
          <a:xfrm>
            <a:off x="6247142" y="0"/>
            <a:ext cx="5944858" cy="6857999"/>
          </a:xfrm>
          <a:prstGeom prst="rect">
            <a:avLst/>
          </a:prstGeom>
          <a:solidFill>
            <a:srgbClr val="F2F7F8"/>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hasCustomPrompt="1"/>
          </p:nvPr>
        </p:nvSpPr>
        <p:spPr>
          <a:xfrm>
            <a:off x="365126" y="5067300"/>
            <a:ext cx="5428766" cy="1016000"/>
          </a:xfrm>
        </p:spPr>
        <p:txBody>
          <a:bodyPr>
            <a:normAutofit/>
          </a:bodyPr>
          <a:lstStyle>
            <a:lvl1pPr marL="0" indent="0">
              <a:spcBef>
                <a:spcPts val="600"/>
              </a:spcBef>
              <a:buFontTx/>
              <a:buNone/>
              <a:defRPr sz="18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00% Here you can add an important metric</a:t>
            </a:r>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hasCustomPrompt="1"/>
          </p:nvPr>
        </p:nvSpPr>
        <p:spPr>
          <a:xfrm>
            <a:off x="6541707" y="1016313"/>
            <a:ext cx="2340000" cy="2014541"/>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Designated space to input the body text for your content. Use it to convey your message, share information, or express your ideas effectively.</a:t>
            </a:r>
          </a:p>
        </p:txBody>
      </p:sp>
      <p:sp>
        <p:nvSpPr>
          <p:cNvPr id="27" name="Text Placeholder 23">
            <a:extLst>
              <a:ext uri="{FF2B5EF4-FFF2-40B4-BE49-F238E27FC236}">
                <a16:creationId xmlns:a16="http://schemas.microsoft.com/office/drawing/2014/main" id="{DA2E51EC-3B36-0590-AB00-E45EC6E92BCF}"/>
              </a:ext>
            </a:extLst>
          </p:cNvPr>
          <p:cNvSpPr>
            <a:spLocks noGrp="1"/>
          </p:cNvSpPr>
          <p:nvPr>
            <p:ph type="body" sz="quarter" idx="26" hasCustomPrompt="1"/>
          </p:nvPr>
        </p:nvSpPr>
        <p:spPr>
          <a:xfrm>
            <a:off x="6541707" y="365125"/>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in no more than 2 lines of text</a:t>
            </a:r>
          </a:p>
        </p:txBody>
      </p:sp>
      <p:sp>
        <p:nvSpPr>
          <p:cNvPr id="5" name="Content Placeholder 4">
            <a:extLst>
              <a:ext uri="{FF2B5EF4-FFF2-40B4-BE49-F238E27FC236}">
                <a16:creationId xmlns:a16="http://schemas.microsoft.com/office/drawing/2014/main" id="{33C8ADA0-FEFD-CB94-296E-33B86FFC6397}"/>
              </a:ext>
            </a:extLst>
          </p:cNvPr>
          <p:cNvSpPr>
            <a:spLocks noGrp="1"/>
          </p:cNvSpPr>
          <p:nvPr>
            <p:ph sz="quarter" idx="30" hasCustomPrompt="1"/>
          </p:nvPr>
        </p:nvSpPr>
        <p:spPr>
          <a:xfrm>
            <a:off x="9482557" y="1016313"/>
            <a:ext cx="2340000" cy="2014541"/>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Designated space to input the body text for your content. Use it to convey your message, share information, or express your ideas effectively.</a:t>
            </a:r>
          </a:p>
        </p:txBody>
      </p:sp>
      <p:sp>
        <p:nvSpPr>
          <p:cNvPr id="6" name="Text Placeholder 23">
            <a:extLst>
              <a:ext uri="{FF2B5EF4-FFF2-40B4-BE49-F238E27FC236}">
                <a16:creationId xmlns:a16="http://schemas.microsoft.com/office/drawing/2014/main" id="{B52A09E6-D39A-1924-C131-FEED0A952766}"/>
              </a:ext>
            </a:extLst>
          </p:cNvPr>
          <p:cNvSpPr>
            <a:spLocks noGrp="1"/>
          </p:cNvSpPr>
          <p:nvPr>
            <p:ph type="body" sz="quarter" idx="31" hasCustomPrompt="1"/>
          </p:nvPr>
        </p:nvSpPr>
        <p:spPr>
          <a:xfrm>
            <a:off x="9482557" y="365125"/>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in no more than 2 lines of text</a:t>
            </a:r>
          </a:p>
        </p:txBody>
      </p:sp>
      <p:sp>
        <p:nvSpPr>
          <p:cNvPr id="9" name="Title 1">
            <a:extLst>
              <a:ext uri="{FF2B5EF4-FFF2-40B4-BE49-F238E27FC236}">
                <a16:creationId xmlns:a16="http://schemas.microsoft.com/office/drawing/2014/main" id="{3A8771AB-23E6-B24D-A20F-781526D19D52}"/>
              </a:ext>
            </a:extLst>
          </p:cNvPr>
          <p:cNvSpPr>
            <a:spLocks noGrp="1"/>
          </p:cNvSpPr>
          <p:nvPr>
            <p:ph type="title" hasCustomPrompt="1"/>
          </p:nvPr>
        </p:nvSpPr>
        <p:spPr>
          <a:xfrm>
            <a:off x="365760" y="365760"/>
            <a:ext cx="5428132" cy="914400"/>
          </a:xfrm>
        </p:spPr>
        <p:txBody>
          <a:bodyPr/>
          <a:lstStyle>
            <a:lvl1pPr>
              <a:defRPr>
                <a:latin typeface="Aptos Light" panose="020B0004020202020204" pitchFamily="34" charset="0"/>
              </a:defRPr>
            </a:lvl1pPr>
          </a:lstStyle>
          <a:p>
            <a:r>
              <a:rPr lang="en-US"/>
              <a:t>[Slide title]</a:t>
            </a:r>
          </a:p>
        </p:txBody>
      </p:sp>
      <p:sp>
        <p:nvSpPr>
          <p:cNvPr id="2" name="Content Placeholder 4">
            <a:extLst>
              <a:ext uri="{FF2B5EF4-FFF2-40B4-BE49-F238E27FC236}">
                <a16:creationId xmlns:a16="http://schemas.microsoft.com/office/drawing/2014/main" id="{9DCA002B-B80E-A322-9731-6A02DDB63C98}"/>
              </a:ext>
            </a:extLst>
          </p:cNvPr>
          <p:cNvSpPr>
            <a:spLocks noGrp="1"/>
          </p:cNvSpPr>
          <p:nvPr>
            <p:ph sz="quarter" idx="32" hasCustomPrompt="1"/>
          </p:nvPr>
        </p:nvSpPr>
        <p:spPr>
          <a:xfrm>
            <a:off x="6541707" y="4080188"/>
            <a:ext cx="2340000" cy="2014541"/>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Designated space to input the body text for your content. Use it to convey your message, share information, or express your ideas effectively.</a:t>
            </a:r>
          </a:p>
        </p:txBody>
      </p:sp>
      <p:sp>
        <p:nvSpPr>
          <p:cNvPr id="7" name="Text Placeholder 23">
            <a:extLst>
              <a:ext uri="{FF2B5EF4-FFF2-40B4-BE49-F238E27FC236}">
                <a16:creationId xmlns:a16="http://schemas.microsoft.com/office/drawing/2014/main" id="{22D74A1B-0F35-0044-F50D-7D7A73CC95E0}"/>
              </a:ext>
            </a:extLst>
          </p:cNvPr>
          <p:cNvSpPr>
            <a:spLocks noGrp="1"/>
          </p:cNvSpPr>
          <p:nvPr>
            <p:ph type="body" sz="quarter" idx="33" hasCustomPrompt="1"/>
          </p:nvPr>
        </p:nvSpPr>
        <p:spPr>
          <a:xfrm>
            <a:off x="6541707" y="3429000"/>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in no more than 2 lines of text</a:t>
            </a:r>
          </a:p>
        </p:txBody>
      </p:sp>
      <p:sp>
        <p:nvSpPr>
          <p:cNvPr id="8" name="Content Placeholder 4">
            <a:extLst>
              <a:ext uri="{FF2B5EF4-FFF2-40B4-BE49-F238E27FC236}">
                <a16:creationId xmlns:a16="http://schemas.microsoft.com/office/drawing/2014/main" id="{4FA66906-4BAF-E655-0FED-C0A8A2AF93D0}"/>
              </a:ext>
            </a:extLst>
          </p:cNvPr>
          <p:cNvSpPr>
            <a:spLocks noGrp="1"/>
          </p:cNvSpPr>
          <p:nvPr>
            <p:ph sz="quarter" idx="34" hasCustomPrompt="1"/>
          </p:nvPr>
        </p:nvSpPr>
        <p:spPr>
          <a:xfrm>
            <a:off x="9482557" y="4080188"/>
            <a:ext cx="2340000" cy="2014541"/>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Designated space to input the body text for your content. Use it to convey your message, share information, or express your ideas effectively.</a:t>
            </a:r>
          </a:p>
        </p:txBody>
      </p:sp>
      <p:sp>
        <p:nvSpPr>
          <p:cNvPr id="15" name="Text Placeholder 23">
            <a:extLst>
              <a:ext uri="{FF2B5EF4-FFF2-40B4-BE49-F238E27FC236}">
                <a16:creationId xmlns:a16="http://schemas.microsoft.com/office/drawing/2014/main" id="{AB4E8F1A-740E-7335-FC5F-D9B2C5AC7674}"/>
              </a:ext>
            </a:extLst>
          </p:cNvPr>
          <p:cNvSpPr>
            <a:spLocks noGrp="1"/>
          </p:cNvSpPr>
          <p:nvPr>
            <p:ph type="body" sz="quarter" idx="35" hasCustomPrompt="1"/>
          </p:nvPr>
        </p:nvSpPr>
        <p:spPr>
          <a:xfrm>
            <a:off x="9482557" y="3429000"/>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in no more than 2 lines of text</a:t>
            </a:r>
          </a:p>
        </p:txBody>
      </p:sp>
      <p:sp>
        <p:nvSpPr>
          <p:cNvPr id="13" name="Content Placeholder 2">
            <a:extLst>
              <a:ext uri="{FF2B5EF4-FFF2-40B4-BE49-F238E27FC236}">
                <a16:creationId xmlns:a16="http://schemas.microsoft.com/office/drawing/2014/main" id="{DF30F1D0-4E57-05E4-4BD2-838EBC06EB65}"/>
              </a:ext>
            </a:extLst>
          </p:cNvPr>
          <p:cNvSpPr>
            <a:spLocks noGrp="1"/>
          </p:cNvSpPr>
          <p:nvPr>
            <p:ph sz="half" idx="36" hasCustomPrompt="1"/>
          </p:nvPr>
        </p:nvSpPr>
        <p:spPr>
          <a:xfrm>
            <a:off x="365126" y="1828799"/>
            <a:ext cx="5428766" cy="2924175"/>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Insert chart</a:t>
            </a:r>
          </a:p>
        </p:txBody>
      </p:sp>
      <p:sp>
        <p:nvSpPr>
          <p:cNvPr id="4" name="UST" descr="UST">
            <a:extLst>
              <a:ext uri="{FF2B5EF4-FFF2-40B4-BE49-F238E27FC236}">
                <a16:creationId xmlns:a16="http://schemas.microsoft.com/office/drawing/2014/main" id="{DB887B6C-CF31-9951-F4CF-8B3C871C95E1}"/>
              </a:ext>
            </a:extLst>
          </p:cNvPr>
          <p:cNvSpPr>
            <a:spLocks noChangeAspect="1" noEditPoints="1"/>
          </p:cNvSpPr>
          <p:nvPr/>
        </p:nvSpPr>
        <p:spPr bwMode="black">
          <a:xfrm>
            <a:off x="365760" y="6238277"/>
            <a:ext cx="320040" cy="354090"/>
          </a:xfrm>
          <a:custGeom>
            <a:avLst/>
            <a:gdLst>
              <a:gd name="T0" fmla="*/ 3605 w 4000"/>
              <a:gd name="T1" fmla="*/ 485 h 4419"/>
              <a:gd name="T2" fmla="*/ 3605 w 4000"/>
              <a:gd name="T3" fmla="*/ 485 h 4419"/>
              <a:gd name="T4" fmla="*/ 2969 w 4000"/>
              <a:gd name="T5" fmla="*/ 485 h 4419"/>
              <a:gd name="T6" fmla="*/ 2969 w 4000"/>
              <a:gd name="T7" fmla="*/ 1120 h 4419"/>
              <a:gd name="T8" fmla="*/ 3605 w 4000"/>
              <a:gd name="T9" fmla="*/ 1120 h 4419"/>
              <a:gd name="T10" fmla="*/ 3605 w 4000"/>
              <a:gd name="T11" fmla="*/ 485 h 4419"/>
              <a:gd name="T12" fmla="*/ 4000 w 4000"/>
              <a:gd name="T13" fmla="*/ 2730 h 4419"/>
              <a:gd name="T14" fmla="*/ 4000 w 4000"/>
              <a:gd name="T15" fmla="*/ 2730 h 4419"/>
              <a:gd name="T16" fmla="*/ 2574 w 4000"/>
              <a:gd name="T17" fmla="*/ 2730 h 4419"/>
              <a:gd name="T18" fmla="*/ 2574 w 4000"/>
              <a:gd name="T19" fmla="*/ 3120 h 4419"/>
              <a:gd name="T20" fmla="*/ 3062 w 4000"/>
              <a:gd name="T21" fmla="*/ 3120 h 4419"/>
              <a:gd name="T22" fmla="*/ 3062 w 4000"/>
              <a:gd name="T23" fmla="*/ 4367 h 4419"/>
              <a:gd name="T24" fmla="*/ 3512 w 4000"/>
              <a:gd name="T25" fmla="*/ 4367 h 4419"/>
              <a:gd name="T26" fmla="*/ 3512 w 4000"/>
              <a:gd name="T27" fmla="*/ 3120 h 4419"/>
              <a:gd name="T28" fmla="*/ 4000 w 4000"/>
              <a:gd name="T29" fmla="*/ 3120 h 4419"/>
              <a:gd name="T30" fmla="*/ 4000 w 4000"/>
              <a:gd name="T31" fmla="*/ 2730 h 4419"/>
              <a:gd name="T32" fmla="*/ 903 w 4000"/>
              <a:gd name="T33" fmla="*/ 3385 h 4419"/>
              <a:gd name="T34" fmla="*/ 903 w 4000"/>
              <a:gd name="T35" fmla="*/ 3385 h 4419"/>
              <a:gd name="T36" fmla="*/ 760 w 4000"/>
              <a:gd name="T37" fmla="*/ 3351 h 4419"/>
              <a:gd name="T38" fmla="*/ 530 w 4000"/>
              <a:gd name="T39" fmla="*/ 3188 h 4419"/>
              <a:gd name="T40" fmla="*/ 760 w 4000"/>
              <a:gd name="T41" fmla="*/ 3065 h 4419"/>
              <a:gd name="T42" fmla="*/ 1114 w 4000"/>
              <a:gd name="T43" fmla="*/ 3213 h 4419"/>
              <a:gd name="T44" fmla="*/ 1392 w 4000"/>
              <a:gd name="T45" fmla="*/ 2988 h 4419"/>
              <a:gd name="T46" fmla="*/ 763 w 4000"/>
              <a:gd name="T47" fmla="*/ 2683 h 4419"/>
              <a:gd name="T48" fmla="*/ 82 w 4000"/>
              <a:gd name="T49" fmla="*/ 3199 h 4419"/>
              <a:gd name="T50" fmla="*/ 635 w 4000"/>
              <a:gd name="T51" fmla="*/ 3739 h 4419"/>
              <a:gd name="T52" fmla="*/ 784 w 4000"/>
              <a:gd name="T53" fmla="*/ 3776 h 4419"/>
              <a:gd name="T54" fmla="*/ 984 w 4000"/>
              <a:gd name="T55" fmla="*/ 3912 h 4419"/>
              <a:gd name="T56" fmla="*/ 718 w 4000"/>
              <a:gd name="T57" fmla="*/ 4050 h 4419"/>
              <a:gd name="T58" fmla="*/ 307 w 4000"/>
              <a:gd name="T59" fmla="*/ 3867 h 4419"/>
              <a:gd name="T60" fmla="*/ 29 w 4000"/>
              <a:gd name="T61" fmla="*/ 4092 h 4419"/>
              <a:gd name="T62" fmla="*/ 721 w 4000"/>
              <a:gd name="T63" fmla="*/ 4419 h 4419"/>
              <a:gd name="T64" fmla="*/ 1451 w 4000"/>
              <a:gd name="T65" fmla="*/ 3900 h 4419"/>
              <a:gd name="T66" fmla="*/ 903 w 4000"/>
              <a:gd name="T67" fmla="*/ 3385 h 4419"/>
              <a:gd name="T68" fmla="*/ 1026 w 4000"/>
              <a:gd name="T69" fmla="*/ 0 h 4419"/>
              <a:gd name="T70" fmla="*/ 1026 w 4000"/>
              <a:gd name="T71" fmla="*/ 0 h 4419"/>
              <a:gd name="T72" fmla="*/ 1475 w 4000"/>
              <a:gd name="T73" fmla="*/ 0 h 4419"/>
              <a:gd name="T74" fmla="*/ 1475 w 4000"/>
              <a:gd name="T75" fmla="*/ 967 h 4419"/>
              <a:gd name="T76" fmla="*/ 741 w 4000"/>
              <a:gd name="T77" fmla="*/ 1688 h 4419"/>
              <a:gd name="T78" fmla="*/ 0 w 4000"/>
              <a:gd name="T79" fmla="*/ 967 h 4419"/>
              <a:gd name="T80" fmla="*/ 0 w 4000"/>
              <a:gd name="T81" fmla="*/ 0 h 4419"/>
              <a:gd name="T82" fmla="*/ 449 w 4000"/>
              <a:gd name="T83" fmla="*/ 0 h 4419"/>
              <a:gd name="T84" fmla="*/ 449 w 4000"/>
              <a:gd name="T85" fmla="*/ 970 h 4419"/>
              <a:gd name="T86" fmla="*/ 739 w 4000"/>
              <a:gd name="T87" fmla="*/ 1273 h 4419"/>
              <a:gd name="T88" fmla="*/ 1026 w 4000"/>
              <a:gd name="T89" fmla="*/ 970 h 4419"/>
              <a:gd name="T90" fmla="*/ 1026 w 4000"/>
              <a:gd name="T91" fmla="*/ 0 h 4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000" h="4419">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tx1"/>
              </a:solidFill>
              <a:latin typeface="Aptos Light" panose="020B0004020202020204" pitchFamily="34" charset="0"/>
            </a:endParaRPr>
          </a:p>
        </p:txBody>
      </p:sp>
      <p:sp>
        <p:nvSpPr>
          <p:cNvPr id="10" name="Legal">
            <a:extLst>
              <a:ext uri="{FF2B5EF4-FFF2-40B4-BE49-F238E27FC236}">
                <a16:creationId xmlns:a16="http://schemas.microsoft.com/office/drawing/2014/main" id="{238BBB76-C843-1F97-0A82-2E1C8B2D1C1A}"/>
              </a:ext>
            </a:extLst>
          </p:cNvPr>
          <p:cNvSpPr txBox="1"/>
          <p:nvPr/>
        </p:nvSpPr>
        <p:spPr>
          <a:xfrm>
            <a:off x="8223294" y="6402070"/>
            <a:ext cx="3142698" cy="182880"/>
          </a:xfrm>
          <a:prstGeom prst="rect">
            <a:avLst/>
          </a:prstGeom>
          <a:noFill/>
        </p:spPr>
        <p:txBody>
          <a:bodyPr wrap="none" lIns="0" tIns="0" rIns="0" bIns="0" rtlCol="0" anchor="b" anchorCtr="0">
            <a:noAutofit/>
          </a:bodyPr>
          <a:lstStyle/>
          <a:p>
            <a:pPr marL="0" indent="0" algn="r">
              <a:lnSpc>
                <a:spcPct val="100000"/>
              </a:lnSpc>
              <a:spcBef>
                <a:spcPts val="0"/>
              </a:spcBef>
              <a:buSzPct val="100000"/>
              <a:buFontTx/>
              <a:buNone/>
            </a:pPr>
            <a:r>
              <a:rPr lang="en-US" sz="800" b="0">
                <a:latin typeface="Aptos Light" panose="020B0004020202020204" pitchFamily="34" charset="0"/>
              </a:rPr>
              <a:t>Confidential and Proprietary. © 2026 UST Global Inc</a:t>
            </a:r>
          </a:p>
        </p:txBody>
      </p:sp>
      <p:sp>
        <p:nvSpPr>
          <p:cNvPr id="11" name="Slide Number Placeholder 10">
            <a:extLst>
              <a:ext uri="{FF2B5EF4-FFF2-40B4-BE49-F238E27FC236}">
                <a16:creationId xmlns:a16="http://schemas.microsoft.com/office/drawing/2014/main" id="{DA4F8DA3-D0D1-1262-09F5-EAA50B8FB445}"/>
              </a:ext>
            </a:extLst>
          </p:cNvPr>
          <p:cNvSpPr txBox="1">
            <a:spLocks/>
          </p:cNvSpPr>
          <p:nvPr/>
        </p:nvSpPr>
        <p:spPr>
          <a:xfrm>
            <a:off x="11365992" y="6317730"/>
            <a:ext cx="457200" cy="274637"/>
          </a:xfrm>
          <a:prstGeom prst="rect">
            <a:avLst/>
          </a:prstGeom>
        </p:spPr>
        <p:txBody>
          <a:bodyPr vert="horz" lIns="0" tIns="0" rIns="0" bIns="0" rtlCol="0" anchor="b" anchorCtr="0"/>
          <a:lstStyle>
            <a:defPPr>
              <a:defRPr lang="en-US"/>
            </a:defPPr>
            <a:lvl1pPr marL="0" algn="r" defTabSz="892894" rtl="0" eaLnBrk="1" latinLnBrk="0" hangingPunct="1">
              <a:defRPr sz="1000" kern="1200">
                <a:solidFill>
                  <a:schemeClr val="accent3"/>
                </a:solidFill>
                <a:latin typeface="Helvetica"/>
                <a:ea typeface="+mn-ea"/>
                <a:cs typeface="Helvetica"/>
              </a:defRPr>
            </a:lvl1pPr>
            <a:lvl2pPr marL="446447" algn="l" defTabSz="892894" rtl="0" eaLnBrk="1" latinLnBrk="0" hangingPunct="1">
              <a:defRPr sz="1700" kern="1200">
                <a:solidFill>
                  <a:schemeClr val="tx1"/>
                </a:solidFill>
                <a:latin typeface="+mn-lt"/>
                <a:ea typeface="+mn-ea"/>
                <a:cs typeface="+mn-cs"/>
              </a:defRPr>
            </a:lvl2pPr>
            <a:lvl3pPr marL="892894" algn="l" defTabSz="892894" rtl="0" eaLnBrk="1" latinLnBrk="0" hangingPunct="1">
              <a:defRPr sz="1700" kern="1200">
                <a:solidFill>
                  <a:schemeClr val="tx1"/>
                </a:solidFill>
                <a:latin typeface="+mn-lt"/>
                <a:ea typeface="+mn-ea"/>
                <a:cs typeface="+mn-cs"/>
              </a:defRPr>
            </a:lvl3pPr>
            <a:lvl4pPr marL="1339340" algn="l" defTabSz="892894" rtl="0" eaLnBrk="1" latinLnBrk="0" hangingPunct="1">
              <a:defRPr sz="1700" kern="1200">
                <a:solidFill>
                  <a:schemeClr val="tx1"/>
                </a:solidFill>
                <a:latin typeface="+mn-lt"/>
                <a:ea typeface="+mn-ea"/>
                <a:cs typeface="+mn-cs"/>
              </a:defRPr>
            </a:lvl4pPr>
            <a:lvl5pPr marL="1785787" algn="l" defTabSz="892894" rtl="0" eaLnBrk="1" latinLnBrk="0" hangingPunct="1">
              <a:defRPr sz="1700" kern="1200">
                <a:solidFill>
                  <a:schemeClr val="tx1"/>
                </a:solidFill>
                <a:latin typeface="+mn-lt"/>
                <a:ea typeface="+mn-ea"/>
                <a:cs typeface="+mn-cs"/>
              </a:defRPr>
            </a:lvl5pPr>
            <a:lvl6pPr marL="2232234" algn="l" defTabSz="892894" rtl="0" eaLnBrk="1" latinLnBrk="0" hangingPunct="1">
              <a:defRPr sz="1700" kern="1200">
                <a:solidFill>
                  <a:schemeClr val="tx1"/>
                </a:solidFill>
                <a:latin typeface="+mn-lt"/>
                <a:ea typeface="+mn-ea"/>
                <a:cs typeface="+mn-cs"/>
              </a:defRPr>
            </a:lvl6pPr>
            <a:lvl7pPr marL="2678681" algn="l" defTabSz="892894" rtl="0" eaLnBrk="1" latinLnBrk="0" hangingPunct="1">
              <a:defRPr sz="1700" kern="1200">
                <a:solidFill>
                  <a:schemeClr val="tx1"/>
                </a:solidFill>
                <a:latin typeface="+mn-lt"/>
                <a:ea typeface="+mn-ea"/>
                <a:cs typeface="+mn-cs"/>
              </a:defRPr>
            </a:lvl7pPr>
            <a:lvl8pPr marL="3125127" algn="l" defTabSz="892894" rtl="0" eaLnBrk="1" latinLnBrk="0" hangingPunct="1">
              <a:defRPr sz="1700" kern="1200">
                <a:solidFill>
                  <a:schemeClr val="tx1"/>
                </a:solidFill>
                <a:latin typeface="+mn-lt"/>
                <a:ea typeface="+mn-ea"/>
                <a:cs typeface="+mn-cs"/>
              </a:defRPr>
            </a:lvl8pPr>
            <a:lvl9pPr marL="3571574" algn="l" defTabSz="892894" rtl="0" eaLnBrk="1" latinLnBrk="0" hangingPunct="1">
              <a:defRPr sz="1700" kern="1200">
                <a:solidFill>
                  <a:schemeClr val="tx1"/>
                </a:solidFill>
                <a:latin typeface="+mn-lt"/>
                <a:ea typeface="+mn-ea"/>
                <a:cs typeface="+mn-cs"/>
              </a:defRPr>
            </a:lvl9pPr>
          </a:lstStyle>
          <a:p>
            <a:pPr algn="r"/>
            <a:r>
              <a:rPr lang="en-US" sz="800">
                <a:solidFill>
                  <a:schemeClr val="tx1"/>
                </a:solidFill>
                <a:latin typeface="Aptos Light" panose="020B0004020202020204" pitchFamily="34" charset="0"/>
                <a:cs typeface="Trebuchet MS"/>
              </a:rPr>
              <a:t> </a:t>
            </a:r>
            <a:fld id="{110FD68B-4EE4-9D43-89F2-B87D6C9CEE3A}" type="slidenum">
              <a:rPr lang="en-US" sz="800" smtClean="0">
                <a:solidFill>
                  <a:schemeClr val="tx1"/>
                </a:solidFill>
                <a:latin typeface="Aptos Light" panose="020B0004020202020204" pitchFamily="34" charset="0"/>
                <a:cs typeface="Trebuchet MS"/>
              </a:rPr>
              <a:pPr algn="r"/>
              <a:t>‹#›</a:t>
            </a:fld>
            <a:endParaRPr lang="en-US" sz="800">
              <a:solidFill>
                <a:schemeClr val="tx1"/>
              </a:solidFill>
              <a:latin typeface="Aptos Light" panose="020B0004020202020204" pitchFamily="34" charset="0"/>
              <a:cs typeface="Trebuchet MS"/>
            </a:endParaRPr>
          </a:p>
        </p:txBody>
      </p:sp>
    </p:spTree>
    <p:extLst>
      <p:ext uri="{BB962C8B-B14F-4D97-AF65-F5344CB8AC3E}">
        <p14:creationId xmlns:p14="http://schemas.microsoft.com/office/powerpoint/2010/main" val="27009440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userDrawn="1">
          <p15:clr>
            <a:srgbClr val="FBAE40"/>
          </p15:clr>
        </p15:guide>
        <p15:guide id="2" pos="2506" userDrawn="1">
          <p15:clr>
            <a:srgbClr val="FBAE40"/>
          </p15:clr>
        </p15:guide>
        <p15:guide id="3" pos="4978" userDrawn="1">
          <p15:clr>
            <a:srgbClr val="FBAE40"/>
          </p15:clr>
        </p15:guide>
        <p15:guide id="4" pos="5172" userDrawn="1">
          <p15:clr>
            <a:srgbClr val="FBAE40"/>
          </p15:clr>
        </p15:guide>
        <p15:guide id="5" orient="horz" pos="1152" userDrawn="1">
          <p15:clr>
            <a:srgbClr val="FBAE40"/>
          </p15:clr>
        </p15:guide>
        <p15:guide id="6" orient="horz" pos="3832" userDrawn="1">
          <p15:clr>
            <a:srgbClr val="FBAE40"/>
          </p15:clr>
        </p15:guide>
        <p15:guide id="7" orient="horz" pos="4148" userDrawn="1">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Three Content with Image ">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48742422-6537-1397-FC9C-2281DCB667AA}"/>
              </a:ext>
            </a:extLst>
          </p:cNvPr>
          <p:cNvSpPr/>
          <p:nvPr/>
        </p:nvSpPr>
        <p:spPr>
          <a:xfrm>
            <a:off x="8734741" y="0"/>
            <a:ext cx="3457259" cy="6858000"/>
          </a:xfrm>
          <a:prstGeom prst="rect">
            <a:avLst/>
          </a:prstGeom>
          <a:solidFill>
            <a:srgbClr val="F2F7F8"/>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6" name="UST" descr="UST">
            <a:extLst>
              <a:ext uri="{FF2B5EF4-FFF2-40B4-BE49-F238E27FC236}">
                <a16:creationId xmlns:a16="http://schemas.microsoft.com/office/drawing/2014/main" id="{63BDAF2E-DD6E-72F0-91D7-FCD33F705716}"/>
              </a:ext>
            </a:extLst>
          </p:cNvPr>
          <p:cNvSpPr>
            <a:spLocks noChangeAspect="1" noEditPoints="1"/>
          </p:cNvSpPr>
          <p:nvPr/>
        </p:nvSpPr>
        <p:spPr bwMode="black">
          <a:xfrm>
            <a:off x="365760" y="6238277"/>
            <a:ext cx="320040" cy="354090"/>
          </a:xfrm>
          <a:custGeom>
            <a:avLst/>
            <a:gdLst>
              <a:gd name="T0" fmla="*/ 3605 w 4000"/>
              <a:gd name="T1" fmla="*/ 485 h 4419"/>
              <a:gd name="T2" fmla="*/ 3605 w 4000"/>
              <a:gd name="T3" fmla="*/ 485 h 4419"/>
              <a:gd name="T4" fmla="*/ 2969 w 4000"/>
              <a:gd name="T5" fmla="*/ 485 h 4419"/>
              <a:gd name="T6" fmla="*/ 2969 w 4000"/>
              <a:gd name="T7" fmla="*/ 1120 h 4419"/>
              <a:gd name="T8" fmla="*/ 3605 w 4000"/>
              <a:gd name="T9" fmla="*/ 1120 h 4419"/>
              <a:gd name="T10" fmla="*/ 3605 w 4000"/>
              <a:gd name="T11" fmla="*/ 485 h 4419"/>
              <a:gd name="T12" fmla="*/ 4000 w 4000"/>
              <a:gd name="T13" fmla="*/ 2730 h 4419"/>
              <a:gd name="T14" fmla="*/ 4000 w 4000"/>
              <a:gd name="T15" fmla="*/ 2730 h 4419"/>
              <a:gd name="T16" fmla="*/ 2574 w 4000"/>
              <a:gd name="T17" fmla="*/ 2730 h 4419"/>
              <a:gd name="T18" fmla="*/ 2574 w 4000"/>
              <a:gd name="T19" fmla="*/ 3120 h 4419"/>
              <a:gd name="T20" fmla="*/ 3062 w 4000"/>
              <a:gd name="T21" fmla="*/ 3120 h 4419"/>
              <a:gd name="T22" fmla="*/ 3062 w 4000"/>
              <a:gd name="T23" fmla="*/ 4367 h 4419"/>
              <a:gd name="T24" fmla="*/ 3512 w 4000"/>
              <a:gd name="T25" fmla="*/ 4367 h 4419"/>
              <a:gd name="T26" fmla="*/ 3512 w 4000"/>
              <a:gd name="T27" fmla="*/ 3120 h 4419"/>
              <a:gd name="T28" fmla="*/ 4000 w 4000"/>
              <a:gd name="T29" fmla="*/ 3120 h 4419"/>
              <a:gd name="T30" fmla="*/ 4000 w 4000"/>
              <a:gd name="T31" fmla="*/ 2730 h 4419"/>
              <a:gd name="T32" fmla="*/ 903 w 4000"/>
              <a:gd name="T33" fmla="*/ 3385 h 4419"/>
              <a:gd name="T34" fmla="*/ 903 w 4000"/>
              <a:gd name="T35" fmla="*/ 3385 h 4419"/>
              <a:gd name="T36" fmla="*/ 760 w 4000"/>
              <a:gd name="T37" fmla="*/ 3351 h 4419"/>
              <a:gd name="T38" fmla="*/ 530 w 4000"/>
              <a:gd name="T39" fmla="*/ 3188 h 4419"/>
              <a:gd name="T40" fmla="*/ 760 w 4000"/>
              <a:gd name="T41" fmla="*/ 3065 h 4419"/>
              <a:gd name="T42" fmla="*/ 1114 w 4000"/>
              <a:gd name="T43" fmla="*/ 3213 h 4419"/>
              <a:gd name="T44" fmla="*/ 1392 w 4000"/>
              <a:gd name="T45" fmla="*/ 2988 h 4419"/>
              <a:gd name="T46" fmla="*/ 763 w 4000"/>
              <a:gd name="T47" fmla="*/ 2683 h 4419"/>
              <a:gd name="T48" fmla="*/ 82 w 4000"/>
              <a:gd name="T49" fmla="*/ 3199 h 4419"/>
              <a:gd name="T50" fmla="*/ 635 w 4000"/>
              <a:gd name="T51" fmla="*/ 3739 h 4419"/>
              <a:gd name="T52" fmla="*/ 784 w 4000"/>
              <a:gd name="T53" fmla="*/ 3776 h 4419"/>
              <a:gd name="T54" fmla="*/ 984 w 4000"/>
              <a:gd name="T55" fmla="*/ 3912 h 4419"/>
              <a:gd name="T56" fmla="*/ 718 w 4000"/>
              <a:gd name="T57" fmla="*/ 4050 h 4419"/>
              <a:gd name="T58" fmla="*/ 307 w 4000"/>
              <a:gd name="T59" fmla="*/ 3867 h 4419"/>
              <a:gd name="T60" fmla="*/ 29 w 4000"/>
              <a:gd name="T61" fmla="*/ 4092 h 4419"/>
              <a:gd name="T62" fmla="*/ 721 w 4000"/>
              <a:gd name="T63" fmla="*/ 4419 h 4419"/>
              <a:gd name="T64" fmla="*/ 1451 w 4000"/>
              <a:gd name="T65" fmla="*/ 3900 h 4419"/>
              <a:gd name="T66" fmla="*/ 903 w 4000"/>
              <a:gd name="T67" fmla="*/ 3385 h 4419"/>
              <a:gd name="T68" fmla="*/ 1026 w 4000"/>
              <a:gd name="T69" fmla="*/ 0 h 4419"/>
              <a:gd name="T70" fmla="*/ 1026 w 4000"/>
              <a:gd name="T71" fmla="*/ 0 h 4419"/>
              <a:gd name="T72" fmla="*/ 1475 w 4000"/>
              <a:gd name="T73" fmla="*/ 0 h 4419"/>
              <a:gd name="T74" fmla="*/ 1475 w 4000"/>
              <a:gd name="T75" fmla="*/ 967 h 4419"/>
              <a:gd name="T76" fmla="*/ 741 w 4000"/>
              <a:gd name="T77" fmla="*/ 1688 h 4419"/>
              <a:gd name="T78" fmla="*/ 0 w 4000"/>
              <a:gd name="T79" fmla="*/ 967 h 4419"/>
              <a:gd name="T80" fmla="*/ 0 w 4000"/>
              <a:gd name="T81" fmla="*/ 0 h 4419"/>
              <a:gd name="T82" fmla="*/ 449 w 4000"/>
              <a:gd name="T83" fmla="*/ 0 h 4419"/>
              <a:gd name="T84" fmla="*/ 449 w 4000"/>
              <a:gd name="T85" fmla="*/ 970 h 4419"/>
              <a:gd name="T86" fmla="*/ 739 w 4000"/>
              <a:gd name="T87" fmla="*/ 1273 h 4419"/>
              <a:gd name="T88" fmla="*/ 1026 w 4000"/>
              <a:gd name="T89" fmla="*/ 970 h 4419"/>
              <a:gd name="T90" fmla="*/ 1026 w 4000"/>
              <a:gd name="T91" fmla="*/ 0 h 4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000" h="4419">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ptos Light" panose="020B0004020202020204" pitchFamily="34" charset="0"/>
            </a:endParaRPr>
          </a:p>
        </p:txBody>
      </p:sp>
      <p:sp>
        <p:nvSpPr>
          <p:cNvPr id="2" name="Picture Placeholder 2">
            <a:extLst>
              <a:ext uri="{FF2B5EF4-FFF2-40B4-BE49-F238E27FC236}">
                <a16:creationId xmlns:a16="http://schemas.microsoft.com/office/drawing/2014/main" id="{FD1411E7-651A-C39D-A51D-32CDA27B147D}"/>
              </a:ext>
            </a:extLst>
          </p:cNvPr>
          <p:cNvSpPr>
            <a:spLocks noGrp="1"/>
          </p:cNvSpPr>
          <p:nvPr>
            <p:ph type="pic" sz="quarter" idx="16" hasCustomPrompt="1"/>
          </p:nvPr>
        </p:nvSpPr>
        <p:spPr>
          <a:xfrm>
            <a:off x="365124" y="1828799"/>
            <a:ext cx="3894139" cy="2462057"/>
          </a:xfrm>
          <a:solidFill>
            <a:schemeClr val="bg1"/>
          </a:solidFill>
        </p:spPr>
        <p:txBody>
          <a:bodyPr anchor="ctr" anchorCtr="0">
            <a:normAutofit/>
          </a:bodyPr>
          <a:lstStyle>
            <a:lvl1pPr marL="0" indent="0" algn="ctr">
              <a:buNone/>
              <a:defRPr sz="1200">
                <a:latin typeface="Aptos Light" panose="020B0004020202020204" pitchFamily="34" charset="0"/>
              </a:defRPr>
            </a:lvl1pPr>
          </a:lstStyle>
          <a:p>
            <a:r>
              <a:rPr lang="en-US"/>
              <a:t>[Click icon to insert photo]</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hasCustomPrompt="1"/>
          </p:nvPr>
        </p:nvSpPr>
        <p:spPr>
          <a:xfrm>
            <a:off x="9025992" y="2410416"/>
            <a:ext cx="2797200" cy="3672884"/>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Designated space to input the body text for your content. Use it to convey your message, share information, or express your ideas effectively.</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hasCustomPrompt="1"/>
          </p:nvPr>
        </p:nvSpPr>
        <p:spPr>
          <a:xfrm>
            <a:off x="1966947" y="4958641"/>
            <a:ext cx="6467370" cy="1061158"/>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Designated space to input the body text for your content. Use it to convey your message, share information, or express your ideas effectively.</a:t>
            </a:r>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hasCustomPrompt="1"/>
          </p:nvPr>
        </p:nvSpPr>
        <p:spPr>
          <a:xfrm>
            <a:off x="4559687" y="2522973"/>
            <a:ext cx="3874629" cy="1767884"/>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Designated space to input the body text for your content. Use it to convey your message, share information, or express your ideas effectively.</a:t>
            </a:r>
          </a:p>
        </p:txBody>
      </p:sp>
      <p:sp>
        <p:nvSpPr>
          <p:cNvPr id="24" name="Text Placeholder 23">
            <a:extLst>
              <a:ext uri="{FF2B5EF4-FFF2-40B4-BE49-F238E27FC236}">
                <a16:creationId xmlns:a16="http://schemas.microsoft.com/office/drawing/2014/main" id="{99151199-89C4-C469-2508-71FDE0F98C11}"/>
              </a:ext>
            </a:extLst>
          </p:cNvPr>
          <p:cNvSpPr>
            <a:spLocks noGrp="1"/>
          </p:cNvSpPr>
          <p:nvPr>
            <p:ph type="body" sz="quarter" idx="24" hasCustomPrompt="1"/>
          </p:nvPr>
        </p:nvSpPr>
        <p:spPr>
          <a:xfrm>
            <a:off x="9025992" y="1755097"/>
            <a:ext cx="27972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in no more than 2 lines of text</a:t>
            </a:r>
          </a:p>
        </p:txBody>
      </p:sp>
      <p:sp>
        <p:nvSpPr>
          <p:cNvPr id="26" name="Text Placeholder 23">
            <a:extLst>
              <a:ext uri="{FF2B5EF4-FFF2-40B4-BE49-F238E27FC236}">
                <a16:creationId xmlns:a16="http://schemas.microsoft.com/office/drawing/2014/main" id="{E87AAFDC-C5F8-9863-E682-0FADD32F75E4}"/>
              </a:ext>
            </a:extLst>
          </p:cNvPr>
          <p:cNvSpPr>
            <a:spLocks noGrp="1"/>
          </p:cNvSpPr>
          <p:nvPr>
            <p:ph type="body" sz="quarter" idx="25" hasCustomPrompt="1"/>
          </p:nvPr>
        </p:nvSpPr>
        <p:spPr>
          <a:xfrm>
            <a:off x="1966946" y="4495756"/>
            <a:ext cx="6467370" cy="338425"/>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in no more than 1 lines of text</a:t>
            </a:r>
          </a:p>
        </p:txBody>
      </p:sp>
      <p:sp>
        <p:nvSpPr>
          <p:cNvPr id="27" name="Text Placeholder 23">
            <a:extLst>
              <a:ext uri="{FF2B5EF4-FFF2-40B4-BE49-F238E27FC236}">
                <a16:creationId xmlns:a16="http://schemas.microsoft.com/office/drawing/2014/main" id="{DA2E51EC-3B36-0590-AB00-E45EC6E92BCF}"/>
              </a:ext>
            </a:extLst>
          </p:cNvPr>
          <p:cNvSpPr>
            <a:spLocks noGrp="1"/>
          </p:cNvSpPr>
          <p:nvPr>
            <p:ph type="body" sz="quarter" idx="26" hasCustomPrompt="1"/>
          </p:nvPr>
        </p:nvSpPr>
        <p:spPr>
          <a:xfrm>
            <a:off x="4559687" y="1867654"/>
            <a:ext cx="3874629"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in no more than 2 lines of text</a:t>
            </a:r>
          </a:p>
        </p:txBody>
      </p:sp>
      <p:sp>
        <p:nvSpPr>
          <p:cNvPr id="9" name="Title 1">
            <a:extLst>
              <a:ext uri="{FF2B5EF4-FFF2-40B4-BE49-F238E27FC236}">
                <a16:creationId xmlns:a16="http://schemas.microsoft.com/office/drawing/2014/main" id="{3A8771AB-23E6-B24D-A20F-781526D19D52}"/>
              </a:ext>
            </a:extLst>
          </p:cNvPr>
          <p:cNvSpPr>
            <a:spLocks noGrp="1"/>
          </p:cNvSpPr>
          <p:nvPr>
            <p:ph type="title" hasCustomPrompt="1"/>
          </p:nvPr>
        </p:nvSpPr>
        <p:spPr>
          <a:xfrm>
            <a:off x="365760" y="365760"/>
            <a:ext cx="8068556" cy="914400"/>
          </a:xfrm>
        </p:spPr>
        <p:txBody>
          <a:bodyPr/>
          <a:lstStyle>
            <a:lvl1pPr>
              <a:defRPr>
                <a:latin typeface="Aptos Light" panose="020B0004020202020204" pitchFamily="34" charset="0"/>
              </a:defRPr>
            </a:lvl1pPr>
          </a:lstStyle>
          <a:p>
            <a:r>
              <a:rPr lang="en-US"/>
              <a:t>[Slide title]</a:t>
            </a:r>
          </a:p>
        </p:txBody>
      </p:sp>
      <p:sp>
        <p:nvSpPr>
          <p:cNvPr id="5" name="UST" descr="UST">
            <a:extLst>
              <a:ext uri="{FF2B5EF4-FFF2-40B4-BE49-F238E27FC236}">
                <a16:creationId xmlns:a16="http://schemas.microsoft.com/office/drawing/2014/main" id="{399C3DBC-3336-D9B5-A00C-DDAA67E0E848}"/>
              </a:ext>
            </a:extLst>
          </p:cNvPr>
          <p:cNvSpPr>
            <a:spLocks noChangeAspect="1" noEditPoints="1"/>
          </p:cNvSpPr>
          <p:nvPr/>
        </p:nvSpPr>
        <p:spPr bwMode="black">
          <a:xfrm>
            <a:off x="365760" y="6238277"/>
            <a:ext cx="320040" cy="354090"/>
          </a:xfrm>
          <a:custGeom>
            <a:avLst/>
            <a:gdLst>
              <a:gd name="T0" fmla="*/ 3605 w 4000"/>
              <a:gd name="T1" fmla="*/ 485 h 4419"/>
              <a:gd name="T2" fmla="*/ 3605 w 4000"/>
              <a:gd name="T3" fmla="*/ 485 h 4419"/>
              <a:gd name="T4" fmla="*/ 2969 w 4000"/>
              <a:gd name="T5" fmla="*/ 485 h 4419"/>
              <a:gd name="T6" fmla="*/ 2969 w 4000"/>
              <a:gd name="T7" fmla="*/ 1120 h 4419"/>
              <a:gd name="T8" fmla="*/ 3605 w 4000"/>
              <a:gd name="T9" fmla="*/ 1120 h 4419"/>
              <a:gd name="T10" fmla="*/ 3605 w 4000"/>
              <a:gd name="T11" fmla="*/ 485 h 4419"/>
              <a:gd name="T12" fmla="*/ 4000 w 4000"/>
              <a:gd name="T13" fmla="*/ 2730 h 4419"/>
              <a:gd name="T14" fmla="*/ 4000 w 4000"/>
              <a:gd name="T15" fmla="*/ 2730 h 4419"/>
              <a:gd name="T16" fmla="*/ 2574 w 4000"/>
              <a:gd name="T17" fmla="*/ 2730 h 4419"/>
              <a:gd name="T18" fmla="*/ 2574 w 4000"/>
              <a:gd name="T19" fmla="*/ 3120 h 4419"/>
              <a:gd name="T20" fmla="*/ 3062 w 4000"/>
              <a:gd name="T21" fmla="*/ 3120 h 4419"/>
              <a:gd name="T22" fmla="*/ 3062 w 4000"/>
              <a:gd name="T23" fmla="*/ 4367 h 4419"/>
              <a:gd name="T24" fmla="*/ 3512 w 4000"/>
              <a:gd name="T25" fmla="*/ 4367 h 4419"/>
              <a:gd name="T26" fmla="*/ 3512 w 4000"/>
              <a:gd name="T27" fmla="*/ 3120 h 4419"/>
              <a:gd name="T28" fmla="*/ 4000 w 4000"/>
              <a:gd name="T29" fmla="*/ 3120 h 4419"/>
              <a:gd name="T30" fmla="*/ 4000 w 4000"/>
              <a:gd name="T31" fmla="*/ 2730 h 4419"/>
              <a:gd name="T32" fmla="*/ 903 w 4000"/>
              <a:gd name="T33" fmla="*/ 3385 h 4419"/>
              <a:gd name="T34" fmla="*/ 903 w 4000"/>
              <a:gd name="T35" fmla="*/ 3385 h 4419"/>
              <a:gd name="T36" fmla="*/ 760 w 4000"/>
              <a:gd name="T37" fmla="*/ 3351 h 4419"/>
              <a:gd name="T38" fmla="*/ 530 w 4000"/>
              <a:gd name="T39" fmla="*/ 3188 h 4419"/>
              <a:gd name="T40" fmla="*/ 760 w 4000"/>
              <a:gd name="T41" fmla="*/ 3065 h 4419"/>
              <a:gd name="T42" fmla="*/ 1114 w 4000"/>
              <a:gd name="T43" fmla="*/ 3213 h 4419"/>
              <a:gd name="T44" fmla="*/ 1392 w 4000"/>
              <a:gd name="T45" fmla="*/ 2988 h 4419"/>
              <a:gd name="T46" fmla="*/ 763 w 4000"/>
              <a:gd name="T47" fmla="*/ 2683 h 4419"/>
              <a:gd name="T48" fmla="*/ 82 w 4000"/>
              <a:gd name="T49" fmla="*/ 3199 h 4419"/>
              <a:gd name="T50" fmla="*/ 635 w 4000"/>
              <a:gd name="T51" fmla="*/ 3739 h 4419"/>
              <a:gd name="T52" fmla="*/ 784 w 4000"/>
              <a:gd name="T53" fmla="*/ 3776 h 4419"/>
              <a:gd name="T54" fmla="*/ 984 w 4000"/>
              <a:gd name="T55" fmla="*/ 3912 h 4419"/>
              <a:gd name="T56" fmla="*/ 718 w 4000"/>
              <a:gd name="T57" fmla="*/ 4050 h 4419"/>
              <a:gd name="T58" fmla="*/ 307 w 4000"/>
              <a:gd name="T59" fmla="*/ 3867 h 4419"/>
              <a:gd name="T60" fmla="*/ 29 w 4000"/>
              <a:gd name="T61" fmla="*/ 4092 h 4419"/>
              <a:gd name="T62" fmla="*/ 721 w 4000"/>
              <a:gd name="T63" fmla="*/ 4419 h 4419"/>
              <a:gd name="T64" fmla="*/ 1451 w 4000"/>
              <a:gd name="T65" fmla="*/ 3900 h 4419"/>
              <a:gd name="T66" fmla="*/ 903 w 4000"/>
              <a:gd name="T67" fmla="*/ 3385 h 4419"/>
              <a:gd name="T68" fmla="*/ 1026 w 4000"/>
              <a:gd name="T69" fmla="*/ 0 h 4419"/>
              <a:gd name="T70" fmla="*/ 1026 w 4000"/>
              <a:gd name="T71" fmla="*/ 0 h 4419"/>
              <a:gd name="T72" fmla="*/ 1475 w 4000"/>
              <a:gd name="T73" fmla="*/ 0 h 4419"/>
              <a:gd name="T74" fmla="*/ 1475 w 4000"/>
              <a:gd name="T75" fmla="*/ 967 h 4419"/>
              <a:gd name="T76" fmla="*/ 741 w 4000"/>
              <a:gd name="T77" fmla="*/ 1688 h 4419"/>
              <a:gd name="T78" fmla="*/ 0 w 4000"/>
              <a:gd name="T79" fmla="*/ 967 h 4419"/>
              <a:gd name="T80" fmla="*/ 0 w 4000"/>
              <a:gd name="T81" fmla="*/ 0 h 4419"/>
              <a:gd name="T82" fmla="*/ 449 w 4000"/>
              <a:gd name="T83" fmla="*/ 0 h 4419"/>
              <a:gd name="T84" fmla="*/ 449 w 4000"/>
              <a:gd name="T85" fmla="*/ 970 h 4419"/>
              <a:gd name="T86" fmla="*/ 739 w 4000"/>
              <a:gd name="T87" fmla="*/ 1273 h 4419"/>
              <a:gd name="T88" fmla="*/ 1026 w 4000"/>
              <a:gd name="T89" fmla="*/ 970 h 4419"/>
              <a:gd name="T90" fmla="*/ 1026 w 4000"/>
              <a:gd name="T91" fmla="*/ 0 h 4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000" h="4419">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tx1"/>
              </a:solidFill>
              <a:latin typeface="Aptos Light" panose="020B0004020202020204" pitchFamily="34" charset="0"/>
            </a:endParaRPr>
          </a:p>
        </p:txBody>
      </p:sp>
      <p:sp>
        <p:nvSpPr>
          <p:cNvPr id="7" name="Legal">
            <a:extLst>
              <a:ext uri="{FF2B5EF4-FFF2-40B4-BE49-F238E27FC236}">
                <a16:creationId xmlns:a16="http://schemas.microsoft.com/office/drawing/2014/main" id="{EB083E04-0EEE-3DD4-C226-8403698D4F5A}"/>
              </a:ext>
            </a:extLst>
          </p:cNvPr>
          <p:cNvSpPr txBox="1"/>
          <p:nvPr/>
        </p:nvSpPr>
        <p:spPr>
          <a:xfrm>
            <a:off x="8223294" y="6402070"/>
            <a:ext cx="3142698" cy="182880"/>
          </a:xfrm>
          <a:prstGeom prst="rect">
            <a:avLst/>
          </a:prstGeom>
          <a:noFill/>
        </p:spPr>
        <p:txBody>
          <a:bodyPr wrap="none" lIns="0" tIns="0" rIns="0" bIns="0" rtlCol="0" anchor="b" anchorCtr="0">
            <a:noAutofit/>
          </a:bodyPr>
          <a:lstStyle/>
          <a:p>
            <a:pPr marL="0" indent="0" algn="r">
              <a:lnSpc>
                <a:spcPct val="100000"/>
              </a:lnSpc>
              <a:spcBef>
                <a:spcPts val="0"/>
              </a:spcBef>
              <a:buSzPct val="100000"/>
              <a:buFontTx/>
              <a:buNone/>
            </a:pPr>
            <a:r>
              <a:rPr lang="en-US" sz="800" b="0">
                <a:latin typeface="Aptos Light" panose="020B0004020202020204" pitchFamily="34" charset="0"/>
              </a:rPr>
              <a:t>Confidential and Proprietary. © 2026 UST Global Inc</a:t>
            </a:r>
          </a:p>
        </p:txBody>
      </p:sp>
      <p:sp>
        <p:nvSpPr>
          <p:cNvPr id="8" name="Slide Number Placeholder 10">
            <a:extLst>
              <a:ext uri="{FF2B5EF4-FFF2-40B4-BE49-F238E27FC236}">
                <a16:creationId xmlns:a16="http://schemas.microsoft.com/office/drawing/2014/main" id="{AF04846F-E740-D03D-0922-CB8448F8C686}"/>
              </a:ext>
            </a:extLst>
          </p:cNvPr>
          <p:cNvSpPr txBox="1">
            <a:spLocks/>
          </p:cNvSpPr>
          <p:nvPr/>
        </p:nvSpPr>
        <p:spPr>
          <a:xfrm>
            <a:off x="11365992" y="6317730"/>
            <a:ext cx="457200" cy="274637"/>
          </a:xfrm>
          <a:prstGeom prst="rect">
            <a:avLst/>
          </a:prstGeom>
        </p:spPr>
        <p:txBody>
          <a:bodyPr vert="horz" lIns="0" tIns="0" rIns="0" bIns="0" rtlCol="0" anchor="b" anchorCtr="0"/>
          <a:lstStyle>
            <a:defPPr>
              <a:defRPr lang="en-US"/>
            </a:defPPr>
            <a:lvl1pPr marL="0" algn="r" defTabSz="892894" rtl="0" eaLnBrk="1" latinLnBrk="0" hangingPunct="1">
              <a:defRPr sz="1000" kern="1200">
                <a:solidFill>
                  <a:schemeClr val="accent3"/>
                </a:solidFill>
                <a:latin typeface="Helvetica"/>
                <a:ea typeface="+mn-ea"/>
                <a:cs typeface="Helvetica"/>
              </a:defRPr>
            </a:lvl1pPr>
            <a:lvl2pPr marL="446447" algn="l" defTabSz="892894" rtl="0" eaLnBrk="1" latinLnBrk="0" hangingPunct="1">
              <a:defRPr sz="1700" kern="1200">
                <a:solidFill>
                  <a:schemeClr val="tx1"/>
                </a:solidFill>
                <a:latin typeface="+mn-lt"/>
                <a:ea typeface="+mn-ea"/>
                <a:cs typeface="+mn-cs"/>
              </a:defRPr>
            </a:lvl2pPr>
            <a:lvl3pPr marL="892894" algn="l" defTabSz="892894" rtl="0" eaLnBrk="1" latinLnBrk="0" hangingPunct="1">
              <a:defRPr sz="1700" kern="1200">
                <a:solidFill>
                  <a:schemeClr val="tx1"/>
                </a:solidFill>
                <a:latin typeface="+mn-lt"/>
                <a:ea typeface="+mn-ea"/>
                <a:cs typeface="+mn-cs"/>
              </a:defRPr>
            </a:lvl3pPr>
            <a:lvl4pPr marL="1339340" algn="l" defTabSz="892894" rtl="0" eaLnBrk="1" latinLnBrk="0" hangingPunct="1">
              <a:defRPr sz="1700" kern="1200">
                <a:solidFill>
                  <a:schemeClr val="tx1"/>
                </a:solidFill>
                <a:latin typeface="+mn-lt"/>
                <a:ea typeface="+mn-ea"/>
                <a:cs typeface="+mn-cs"/>
              </a:defRPr>
            </a:lvl4pPr>
            <a:lvl5pPr marL="1785787" algn="l" defTabSz="892894" rtl="0" eaLnBrk="1" latinLnBrk="0" hangingPunct="1">
              <a:defRPr sz="1700" kern="1200">
                <a:solidFill>
                  <a:schemeClr val="tx1"/>
                </a:solidFill>
                <a:latin typeface="+mn-lt"/>
                <a:ea typeface="+mn-ea"/>
                <a:cs typeface="+mn-cs"/>
              </a:defRPr>
            </a:lvl5pPr>
            <a:lvl6pPr marL="2232234" algn="l" defTabSz="892894" rtl="0" eaLnBrk="1" latinLnBrk="0" hangingPunct="1">
              <a:defRPr sz="1700" kern="1200">
                <a:solidFill>
                  <a:schemeClr val="tx1"/>
                </a:solidFill>
                <a:latin typeface="+mn-lt"/>
                <a:ea typeface="+mn-ea"/>
                <a:cs typeface="+mn-cs"/>
              </a:defRPr>
            </a:lvl6pPr>
            <a:lvl7pPr marL="2678681" algn="l" defTabSz="892894" rtl="0" eaLnBrk="1" latinLnBrk="0" hangingPunct="1">
              <a:defRPr sz="1700" kern="1200">
                <a:solidFill>
                  <a:schemeClr val="tx1"/>
                </a:solidFill>
                <a:latin typeface="+mn-lt"/>
                <a:ea typeface="+mn-ea"/>
                <a:cs typeface="+mn-cs"/>
              </a:defRPr>
            </a:lvl7pPr>
            <a:lvl8pPr marL="3125127" algn="l" defTabSz="892894" rtl="0" eaLnBrk="1" latinLnBrk="0" hangingPunct="1">
              <a:defRPr sz="1700" kern="1200">
                <a:solidFill>
                  <a:schemeClr val="tx1"/>
                </a:solidFill>
                <a:latin typeface="+mn-lt"/>
                <a:ea typeface="+mn-ea"/>
                <a:cs typeface="+mn-cs"/>
              </a:defRPr>
            </a:lvl8pPr>
            <a:lvl9pPr marL="3571574" algn="l" defTabSz="892894" rtl="0" eaLnBrk="1" latinLnBrk="0" hangingPunct="1">
              <a:defRPr sz="1700" kern="1200">
                <a:solidFill>
                  <a:schemeClr val="tx1"/>
                </a:solidFill>
                <a:latin typeface="+mn-lt"/>
                <a:ea typeface="+mn-ea"/>
                <a:cs typeface="+mn-cs"/>
              </a:defRPr>
            </a:lvl9pPr>
          </a:lstStyle>
          <a:p>
            <a:pPr algn="r"/>
            <a:r>
              <a:rPr lang="en-US" sz="800">
                <a:solidFill>
                  <a:schemeClr val="tx1"/>
                </a:solidFill>
                <a:latin typeface="Aptos Light" panose="020B0004020202020204" pitchFamily="34" charset="0"/>
                <a:cs typeface="Trebuchet MS"/>
              </a:rPr>
              <a:t> </a:t>
            </a:r>
            <a:fld id="{110FD68B-4EE4-9D43-89F2-B87D6C9CEE3A}" type="slidenum">
              <a:rPr lang="en-US" sz="800" smtClean="0">
                <a:solidFill>
                  <a:schemeClr val="tx1"/>
                </a:solidFill>
                <a:latin typeface="Aptos Light" panose="020B0004020202020204" pitchFamily="34" charset="0"/>
                <a:cs typeface="Trebuchet MS"/>
              </a:rPr>
              <a:pPr algn="r"/>
              <a:t>‹#›</a:t>
            </a:fld>
            <a:endParaRPr lang="en-US" sz="800">
              <a:solidFill>
                <a:schemeClr val="tx1"/>
              </a:solidFill>
              <a:latin typeface="Aptos Light" panose="020B0004020202020204" pitchFamily="34" charset="0"/>
              <a:cs typeface="Trebuchet MS"/>
            </a:endParaRPr>
          </a:p>
        </p:txBody>
      </p:sp>
    </p:spTree>
    <p:extLst>
      <p:ext uri="{BB962C8B-B14F-4D97-AF65-F5344CB8AC3E}">
        <p14:creationId xmlns:p14="http://schemas.microsoft.com/office/powerpoint/2010/main" val="9870737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683" userDrawn="1">
          <p15:clr>
            <a:srgbClr val="FBAE40"/>
          </p15:clr>
        </p15:guide>
        <p15:guide id="2" pos="2506" userDrawn="1">
          <p15:clr>
            <a:srgbClr val="FBAE40"/>
          </p15:clr>
        </p15:guide>
        <p15:guide id="3" pos="4978" userDrawn="1">
          <p15:clr>
            <a:srgbClr val="FBAE40"/>
          </p15:clr>
        </p15:guide>
        <p15:guide id="4" pos="5155" userDrawn="1">
          <p15:clr>
            <a:srgbClr val="FBAE40"/>
          </p15:clr>
        </p15:guide>
        <p15:guide id="5" orient="horz" pos="1152" userDrawn="1">
          <p15:clr>
            <a:srgbClr val="FBAE40"/>
          </p15:clr>
        </p15:guide>
        <p15:guide id="6" orient="horz" pos="3832" userDrawn="1">
          <p15:clr>
            <a:srgbClr val="FBAE40"/>
          </p15:clr>
        </p15:guide>
        <p15:guide id="7" orient="horz" pos="4148" userDrawn="1">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Three Content with chart and icons">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F38A127C-C71C-410F-8BEA-B1AA4E4DB590}"/>
              </a:ext>
            </a:extLst>
          </p:cNvPr>
          <p:cNvSpPr>
            <a:spLocks noGrp="1"/>
          </p:cNvSpPr>
          <p:nvPr>
            <p:ph sz="half" idx="2" hasCustomPrompt="1"/>
          </p:nvPr>
        </p:nvSpPr>
        <p:spPr>
          <a:xfrm>
            <a:off x="4288536" y="3200400"/>
            <a:ext cx="2340000" cy="20574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Add a sub-copy. The recommendation is to use short and concise text in no more than 10 lines.</a:t>
            </a:r>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hasCustomPrompt="1"/>
          </p:nvPr>
        </p:nvSpPr>
        <p:spPr>
          <a:xfrm>
            <a:off x="9483192" y="3200400"/>
            <a:ext cx="2340000" cy="20574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Add a sub-copy. The recommendation is to use short and concise text in no more than 10 lines.</a:t>
            </a:r>
          </a:p>
        </p:txBody>
      </p:sp>
      <p:sp>
        <p:nvSpPr>
          <p:cNvPr id="20" name="Content Placeholder 2">
            <a:extLst>
              <a:ext uri="{FF2B5EF4-FFF2-40B4-BE49-F238E27FC236}">
                <a16:creationId xmlns:a16="http://schemas.microsoft.com/office/drawing/2014/main" id="{5CD5656A-1AE2-C177-6694-60B5643A5155}"/>
              </a:ext>
            </a:extLst>
          </p:cNvPr>
          <p:cNvSpPr>
            <a:spLocks noGrp="1"/>
          </p:cNvSpPr>
          <p:nvPr>
            <p:ph sz="half" idx="23" hasCustomPrompt="1"/>
          </p:nvPr>
        </p:nvSpPr>
        <p:spPr>
          <a:xfrm>
            <a:off x="365760" y="5554277"/>
            <a:ext cx="8914624" cy="526483"/>
          </a:xfrm>
        </p:spPr>
        <p:txBody>
          <a:bodyPr>
            <a:noAutofit/>
          </a:bodyPr>
          <a:lstStyle>
            <a:lvl1pPr marL="0" indent="0">
              <a:buFontTx/>
              <a:buNone/>
              <a:defRPr sz="18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00% Here you can add an important metric</a:t>
            </a:r>
          </a:p>
        </p:txBody>
      </p:sp>
      <p:sp>
        <p:nvSpPr>
          <p:cNvPr id="24" name="Text Placeholder 23">
            <a:extLst>
              <a:ext uri="{FF2B5EF4-FFF2-40B4-BE49-F238E27FC236}">
                <a16:creationId xmlns:a16="http://schemas.microsoft.com/office/drawing/2014/main" id="{99151199-89C4-C469-2508-71FDE0F98C11}"/>
              </a:ext>
            </a:extLst>
          </p:cNvPr>
          <p:cNvSpPr>
            <a:spLocks noGrp="1"/>
          </p:cNvSpPr>
          <p:nvPr>
            <p:ph type="body" sz="quarter" idx="24" hasCustomPrompt="1"/>
          </p:nvPr>
        </p:nvSpPr>
        <p:spPr>
          <a:xfrm>
            <a:off x="4288853" y="1619954"/>
            <a:ext cx="7534339" cy="567655"/>
          </a:xfrm>
        </p:spPr>
        <p:txBody>
          <a:bodyPr>
            <a:noAutofit/>
          </a:bodyPr>
          <a:lstStyle>
            <a:lvl1pPr marL="0" indent="0">
              <a:buFontTx/>
              <a:buNone/>
              <a:defRPr sz="1600" b="0"/>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Add a sub-copy.  Please use  a concise text in no more than 2lines.</a:t>
            </a:r>
          </a:p>
        </p:txBody>
      </p:sp>
      <p:sp>
        <p:nvSpPr>
          <p:cNvPr id="5" name="Title 1">
            <a:extLst>
              <a:ext uri="{FF2B5EF4-FFF2-40B4-BE49-F238E27FC236}">
                <a16:creationId xmlns:a16="http://schemas.microsoft.com/office/drawing/2014/main" id="{9582BF1F-6798-244E-6B8B-41ABB5EE69C8}"/>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a:t>[Slide title]</a:t>
            </a:r>
          </a:p>
        </p:txBody>
      </p:sp>
      <p:sp>
        <p:nvSpPr>
          <p:cNvPr id="9" name="Content Placeholder 4">
            <a:extLst>
              <a:ext uri="{FF2B5EF4-FFF2-40B4-BE49-F238E27FC236}">
                <a16:creationId xmlns:a16="http://schemas.microsoft.com/office/drawing/2014/main" id="{726EED03-A762-2DAD-DD3F-E81CF2FD5BFF}"/>
              </a:ext>
            </a:extLst>
          </p:cNvPr>
          <p:cNvSpPr>
            <a:spLocks noGrp="1"/>
          </p:cNvSpPr>
          <p:nvPr>
            <p:ph sz="quarter" idx="30" hasCustomPrompt="1"/>
          </p:nvPr>
        </p:nvSpPr>
        <p:spPr>
          <a:xfrm>
            <a:off x="6940384" y="3200400"/>
            <a:ext cx="2340000" cy="20574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Add a sub-copy. The recommendation is to use short and concise text in no more than 10 lines.</a:t>
            </a:r>
          </a:p>
        </p:txBody>
      </p:sp>
      <p:sp>
        <p:nvSpPr>
          <p:cNvPr id="11" name="Picture Placeholder 15">
            <a:extLst>
              <a:ext uri="{FF2B5EF4-FFF2-40B4-BE49-F238E27FC236}">
                <a16:creationId xmlns:a16="http://schemas.microsoft.com/office/drawing/2014/main" id="{8B5E2858-A924-EDA4-FB7B-E191EDFCA122}"/>
              </a:ext>
            </a:extLst>
          </p:cNvPr>
          <p:cNvSpPr>
            <a:spLocks noGrp="1"/>
          </p:cNvSpPr>
          <p:nvPr>
            <p:ph type="pic" sz="quarter" idx="33" hasCustomPrompt="1"/>
          </p:nvPr>
        </p:nvSpPr>
        <p:spPr>
          <a:xfrm>
            <a:off x="4288536" y="2544377"/>
            <a:ext cx="526483" cy="526483"/>
          </a:xfrm>
        </p:spPr>
        <p:txBody>
          <a:bodyPr>
            <a:normAutofit/>
          </a:bodyPr>
          <a:lstStyle>
            <a:lvl1pPr marL="0" indent="0">
              <a:buFontTx/>
              <a:buNone/>
              <a:defRPr sz="1000"/>
            </a:lvl1pPr>
          </a:lstStyle>
          <a:p>
            <a:r>
              <a:rPr lang="en-US"/>
              <a:t>ICONS</a:t>
            </a:r>
          </a:p>
        </p:txBody>
      </p:sp>
      <p:sp>
        <p:nvSpPr>
          <p:cNvPr id="12" name="Picture Placeholder 15">
            <a:extLst>
              <a:ext uri="{FF2B5EF4-FFF2-40B4-BE49-F238E27FC236}">
                <a16:creationId xmlns:a16="http://schemas.microsoft.com/office/drawing/2014/main" id="{4B824EB2-EC9F-EE0A-2FA6-604FBCDA6CBF}"/>
              </a:ext>
            </a:extLst>
          </p:cNvPr>
          <p:cNvSpPr>
            <a:spLocks noGrp="1"/>
          </p:cNvSpPr>
          <p:nvPr>
            <p:ph type="pic" sz="quarter" idx="34" hasCustomPrompt="1"/>
          </p:nvPr>
        </p:nvSpPr>
        <p:spPr>
          <a:xfrm>
            <a:off x="6940384" y="2544377"/>
            <a:ext cx="526483" cy="526483"/>
          </a:xfrm>
        </p:spPr>
        <p:txBody>
          <a:bodyPr>
            <a:normAutofit/>
          </a:bodyPr>
          <a:lstStyle>
            <a:lvl1pPr marL="0" indent="0">
              <a:buFontTx/>
              <a:buNone/>
              <a:defRPr sz="1000"/>
            </a:lvl1pPr>
          </a:lstStyle>
          <a:p>
            <a:r>
              <a:rPr lang="en-US"/>
              <a:t>ICONS</a:t>
            </a:r>
          </a:p>
        </p:txBody>
      </p:sp>
      <p:sp>
        <p:nvSpPr>
          <p:cNvPr id="13" name="Picture Placeholder 15">
            <a:extLst>
              <a:ext uri="{FF2B5EF4-FFF2-40B4-BE49-F238E27FC236}">
                <a16:creationId xmlns:a16="http://schemas.microsoft.com/office/drawing/2014/main" id="{ED0CDC29-DAFE-A98E-0003-DFC109D40540}"/>
              </a:ext>
            </a:extLst>
          </p:cNvPr>
          <p:cNvSpPr>
            <a:spLocks noGrp="1"/>
          </p:cNvSpPr>
          <p:nvPr>
            <p:ph type="pic" sz="quarter" idx="35" hasCustomPrompt="1"/>
          </p:nvPr>
        </p:nvSpPr>
        <p:spPr>
          <a:xfrm>
            <a:off x="9483192" y="2544377"/>
            <a:ext cx="526483" cy="526483"/>
          </a:xfrm>
        </p:spPr>
        <p:txBody>
          <a:bodyPr>
            <a:normAutofit/>
          </a:bodyPr>
          <a:lstStyle>
            <a:lvl1pPr marL="0" indent="0">
              <a:buFontTx/>
              <a:buNone/>
              <a:defRPr sz="1000"/>
            </a:lvl1pPr>
          </a:lstStyle>
          <a:p>
            <a:r>
              <a:rPr lang="en-US"/>
              <a:t>ICONS</a:t>
            </a:r>
          </a:p>
        </p:txBody>
      </p:sp>
      <p:sp>
        <p:nvSpPr>
          <p:cNvPr id="3" name="Picture Placeholder 2">
            <a:extLst>
              <a:ext uri="{FF2B5EF4-FFF2-40B4-BE49-F238E27FC236}">
                <a16:creationId xmlns:a16="http://schemas.microsoft.com/office/drawing/2014/main" id="{12498F86-8473-31F9-5785-3E5C9CE98C8E}"/>
              </a:ext>
            </a:extLst>
          </p:cNvPr>
          <p:cNvSpPr>
            <a:spLocks noGrp="1"/>
          </p:cNvSpPr>
          <p:nvPr>
            <p:ph type="pic" sz="quarter" idx="16" hasCustomPrompt="1"/>
          </p:nvPr>
        </p:nvSpPr>
        <p:spPr>
          <a:xfrm>
            <a:off x="365125" y="1619954"/>
            <a:ext cx="3611564" cy="3637845"/>
          </a:xfrm>
          <a:solidFill>
            <a:schemeClr val="bg1"/>
          </a:solidFill>
        </p:spPr>
        <p:txBody>
          <a:bodyPr anchor="ctr" anchorCtr="0">
            <a:normAutofit/>
          </a:bodyPr>
          <a:lstStyle>
            <a:lvl1pPr marL="0" indent="0" algn="ctr">
              <a:buNone/>
              <a:defRPr sz="1200">
                <a:latin typeface="Aptos Light" panose="020B0004020202020204" pitchFamily="34" charset="0"/>
              </a:defRPr>
            </a:lvl1pPr>
          </a:lstStyle>
          <a:p>
            <a:r>
              <a:rPr lang="en-US"/>
              <a:t>[Click icon to insert photo]</a:t>
            </a:r>
          </a:p>
        </p:txBody>
      </p:sp>
    </p:spTree>
    <p:extLst>
      <p:ext uri="{BB962C8B-B14F-4D97-AF65-F5344CB8AC3E}">
        <p14:creationId xmlns:p14="http://schemas.microsoft.com/office/powerpoint/2010/main" val="23106527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userDrawn="1">
          <p15:clr>
            <a:srgbClr val="FBAE40"/>
          </p15:clr>
        </p15:guide>
        <p15:guide id="2" pos="2506" userDrawn="1">
          <p15:clr>
            <a:srgbClr val="FBAE40"/>
          </p15:clr>
        </p15:guide>
        <p15:guide id="3" pos="4978" userDrawn="1">
          <p15:clr>
            <a:srgbClr val="FBAE40"/>
          </p15:clr>
        </p15:guide>
        <p15:guide id="4" pos="5172" userDrawn="1">
          <p15:clr>
            <a:srgbClr val="FBAE40"/>
          </p15:clr>
        </p15:guide>
        <p15:guide id="5" orient="horz" pos="1152" userDrawn="1">
          <p15:clr>
            <a:srgbClr val="FBAE40"/>
          </p15:clr>
        </p15:guide>
        <p15:guide id="6" orient="horz" pos="3832" userDrawn="1">
          <p15:clr>
            <a:srgbClr val="FBAE40"/>
          </p15:clr>
        </p15:guide>
        <p15:guide id="7" orient="horz" pos="4148" userDrawn="1">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Two Content/Table with Image">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F38A127C-C71C-410F-8BEA-B1AA4E4DB590}"/>
              </a:ext>
            </a:extLst>
          </p:cNvPr>
          <p:cNvSpPr>
            <a:spLocks noGrp="1"/>
          </p:cNvSpPr>
          <p:nvPr>
            <p:ph sz="half" idx="2" hasCustomPrompt="1"/>
          </p:nvPr>
        </p:nvSpPr>
        <p:spPr>
          <a:xfrm>
            <a:off x="2828925" y="2314574"/>
            <a:ext cx="5657850" cy="2943225"/>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Add a sub-copy. The recommendation is to use short and concise text in no more than 10 lines.</a:t>
            </a:r>
          </a:p>
        </p:txBody>
      </p:sp>
      <p:sp>
        <p:nvSpPr>
          <p:cNvPr id="20" name="Content Placeholder 2">
            <a:extLst>
              <a:ext uri="{FF2B5EF4-FFF2-40B4-BE49-F238E27FC236}">
                <a16:creationId xmlns:a16="http://schemas.microsoft.com/office/drawing/2014/main" id="{5CD5656A-1AE2-C177-6694-60B5643A5155}"/>
              </a:ext>
            </a:extLst>
          </p:cNvPr>
          <p:cNvSpPr>
            <a:spLocks noGrp="1"/>
          </p:cNvSpPr>
          <p:nvPr>
            <p:ph sz="half" idx="23" hasCustomPrompt="1"/>
          </p:nvPr>
        </p:nvSpPr>
        <p:spPr>
          <a:xfrm>
            <a:off x="365760" y="5554277"/>
            <a:ext cx="8121015" cy="526483"/>
          </a:xfrm>
        </p:spPr>
        <p:txBody>
          <a:bodyPr>
            <a:noAutofit/>
          </a:bodyPr>
          <a:lstStyle>
            <a:lvl1pPr marL="0" indent="0">
              <a:buFontTx/>
              <a:buNone/>
              <a:defRPr sz="18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00% Here you can add an important metric</a:t>
            </a:r>
          </a:p>
        </p:txBody>
      </p:sp>
      <p:sp>
        <p:nvSpPr>
          <p:cNvPr id="5" name="Title 1">
            <a:extLst>
              <a:ext uri="{FF2B5EF4-FFF2-40B4-BE49-F238E27FC236}">
                <a16:creationId xmlns:a16="http://schemas.microsoft.com/office/drawing/2014/main" id="{9582BF1F-6798-244E-6B8B-41ABB5EE69C8}"/>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a:t>[Slide title]</a:t>
            </a:r>
          </a:p>
        </p:txBody>
      </p:sp>
      <p:sp>
        <p:nvSpPr>
          <p:cNvPr id="18" name="Picture Placeholder 2">
            <a:extLst>
              <a:ext uri="{FF2B5EF4-FFF2-40B4-BE49-F238E27FC236}">
                <a16:creationId xmlns:a16="http://schemas.microsoft.com/office/drawing/2014/main" id="{204027CF-899E-166B-C324-E8BE2DA5E83A}"/>
              </a:ext>
            </a:extLst>
          </p:cNvPr>
          <p:cNvSpPr>
            <a:spLocks noGrp="1"/>
          </p:cNvSpPr>
          <p:nvPr>
            <p:ph type="pic" sz="quarter" idx="16" hasCustomPrompt="1"/>
          </p:nvPr>
        </p:nvSpPr>
        <p:spPr>
          <a:xfrm>
            <a:off x="365125" y="1619954"/>
            <a:ext cx="2178050" cy="3637845"/>
          </a:xfrm>
          <a:solidFill>
            <a:schemeClr val="bg1"/>
          </a:solidFill>
        </p:spPr>
        <p:txBody>
          <a:bodyPr anchor="ctr" anchorCtr="0">
            <a:normAutofit/>
          </a:bodyPr>
          <a:lstStyle>
            <a:lvl1pPr marL="0" indent="0" algn="ctr">
              <a:buNone/>
              <a:defRPr sz="1200">
                <a:latin typeface="Aptos Light" panose="020B0004020202020204" pitchFamily="34" charset="0"/>
              </a:defRPr>
            </a:lvl1pPr>
          </a:lstStyle>
          <a:p>
            <a:r>
              <a:rPr lang="en-US"/>
              <a:t>[Click icon to insert photo]</a:t>
            </a:r>
          </a:p>
        </p:txBody>
      </p:sp>
      <p:sp>
        <p:nvSpPr>
          <p:cNvPr id="19" name="Text Placeholder 23">
            <a:extLst>
              <a:ext uri="{FF2B5EF4-FFF2-40B4-BE49-F238E27FC236}">
                <a16:creationId xmlns:a16="http://schemas.microsoft.com/office/drawing/2014/main" id="{5B071885-DBF9-E035-E833-5927C802B76E}"/>
              </a:ext>
            </a:extLst>
          </p:cNvPr>
          <p:cNvSpPr>
            <a:spLocks noGrp="1"/>
          </p:cNvSpPr>
          <p:nvPr>
            <p:ph type="body" sz="quarter" idx="24" hasCustomPrompt="1"/>
          </p:nvPr>
        </p:nvSpPr>
        <p:spPr>
          <a:xfrm>
            <a:off x="2828925" y="1619954"/>
            <a:ext cx="8994267" cy="526483"/>
          </a:xfrm>
        </p:spPr>
        <p:txBody>
          <a:bodyPr>
            <a:noAutofit/>
          </a:bodyPr>
          <a:lstStyle>
            <a:lvl1pPr marL="0" indent="0">
              <a:buFontTx/>
              <a:buNone/>
              <a:defRPr sz="1600" b="0"/>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Add a sub-copy.  Please use  a concise text in no more than 2lines.</a:t>
            </a:r>
          </a:p>
        </p:txBody>
      </p:sp>
      <p:sp>
        <p:nvSpPr>
          <p:cNvPr id="21" name="Content Placeholder 4">
            <a:extLst>
              <a:ext uri="{FF2B5EF4-FFF2-40B4-BE49-F238E27FC236}">
                <a16:creationId xmlns:a16="http://schemas.microsoft.com/office/drawing/2014/main" id="{0DE0A2E2-ABA6-874A-4396-56EF0D43B92B}"/>
              </a:ext>
            </a:extLst>
          </p:cNvPr>
          <p:cNvSpPr>
            <a:spLocks noGrp="1"/>
          </p:cNvSpPr>
          <p:nvPr>
            <p:ph sz="quarter" idx="13" hasCustomPrompt="1"/>
          </p:nvPr>
        </p:nvSpPr>
        <p:spPr>
          <a:xfrm>
            <a:off x="8877300" y="2314574"/>
            <a:ext cx="2945892" cy="3766186"/>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Add a sub-copy. The recommendation is to use short and concise text in no more than 10 lines.</a:t>
            </a:r>
          </a:p>
        </p:txBody>
      </p:sp>
    </p:spTree>
    <p:extLst>
      <p:ext uri="{BB962C8B-B14F-4D97-AF65-F5344CB8AC3E}">
        <p14:creationId xmlns:p14="http://schemas.microsoft.com/office/powerpoint/2010/main" val="27561499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userDrawn="1">
          <p15:clr>
            <a:srgbClr val="FBAE40"/>
          </p15:clr>
        </p15:guide>
        <p15:guide id="2" pos="2506" userDrawn="1">
          <p15:clr>
            <a:srgbClr val="FBAE40"/>
          </p15:clr>
        </p15:guide>
        <p15:guide id="3" pos="4978" userDrawn="1">
          <p15:clr>
            <a:srgbClr val="FBAE40"/>
          </p15:clr>
        </p15:guide>
        <p15:guide id="4" pos="5172" userDrawn="1">
          <p15:clr>
            <a:srgbClr val="FBAE40"/>
          </p15:clr>
        </p15:guide>
        <p15:guide id="5" orient="horz" pos="1152" userDrawn="1">
          <p15:clr>
            <a:srgbClr val="FBAE40"/>
          </p15:clr>
        </p15:guide>
        <p15:guide id="6" orient="horz" pos="3832" userDrawn="1">
          <p15:clr>
            <a:srgbClr val="FBAE40"/>
          </p15:clr>
        </p15:guide>
        <p15:guide id="7" orient="horz" pos="4148" userDrawn="1">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Content/Table layout">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76A51823-0A0E-6B74-DF99-30DC7CF78F08}"/>
              </a:ext>
            </a:extLst>
          </p:cNvPr>
          <p:cNvSpPr>
            <a:spLocks/>
          </p:cNvSpPr>
          <p:nvPr/>
        </p:nvSpPr>
        <p:spPr>
          <a:xfrm>
            <a:off x="8734741" y="0"/>
            <a:ext cx="3457259" cy="6858000"/>
          </a:xfrm>
          <a:prstGeom prst="rect">
            <a:avLst/>
          </a:prstGeom>
          <a:solidFill>
            <a:srgbClr val="F2F7F8"/>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3" name="Legal">
            <a:extLst>
              <a:ext uri="{FF2B5EF4-FFF2-40B4-BE49-F238E27FC236}">
                <a16:creationId xmlns:a16="http://schemas.microsoft.com/office/drawing/2014/main" id="{FB61353C-1C41-FF98-EFB3-30FB9F3B99D5}"/>
              </a:ext>
            </a:extLst>
          </p:cNvPr>
          <p:cNvSpPr txBox="1">
            <a:spLocks/>
          </p:cNvSpPr>
          <p:nvPr/>
        </p:nvSpPr>
        <p:spPr>
          <a:xfrm>
            <a:off x="8223294" y="6402070"/>
            <a:ext cx="3142698" cy="182880"/>
          </a:xfrm>
          <a:prstGeom prst="rect">
            <a:avLst/>
          </a:prstGeom>
          <a:noFill/>
        </p:spPr>
        <p:txBody>
          <a:bodyPr wrap="none" lIns="0" tIns="0" rIns="0" bIns="0" rtlCol="0" anchor="b" anchorCtr="0">
            <a:noAutofit/>
          </a:bodyPr>
          <a:lstStyle/>
          <a:p>
            <a:pPr marL="0" indent="0" algn="r">
              <a:lnSpc>
                <a:spcPct val="100000"/>
              </a:lnSpc>
              <a:spcBef>
                <a:spcPts val="0"/>
              </a:spcBef>
              <a:buSzPct val="100000"/>
              <a:buFontTx/>
              <a:buNone/>
            </a:pPr>
            <a:r>
              <a:rPr lang="en-US" sz="800" b="0">
                <a:latin typeface="Aptos Light" panose="020B0004020202020204" pitchFamily="34" charset="0"/>
              </a:rPr>
              <a:t>Confidential and Proprietary. © 2026 UST Global Inc</a:t>
            </a:r>
          </a:p>
        </p:txBody>
      </p:sp>
      <p:sp>
        <p:nvSpPr>
          <p:cNvPr id="6" name="Slide Number Placeholder 10">
            <a:extLst>
              <a:ext uri="{FF2B5EF4-FFF2-40B4-BE49-F238E27FC236}">
                <a16:creationId xmlns:a16="http://schemas.microsoft.com/office/drawing/2014/main" id="{DC1F637D-61C4-74B5-3BF1-6130B7646506}"/>
              </a:ext>
            </a:extLst>
          </p:cNvPr>
          <p:cNvSpPr txBox="1">
            <a:spLocks/>
          </p:cNvSpPr>
          <p:nvPr/>
        </p:nvSpPr>
        <p:spPr>
          <a:xfrm>
            <a:off x="11365992" y="6317730"/>
            <a:ext cx="457200" cy="274637"/>
          </a:xfrm>
          <a:prstGeom prst="rect">
            <a:avLst/>
          </a:prstGeom>
        </p:spPr>
        <p:txBody>
          <a:bodyPr vert="horz" lIns="0" tIns="0" rIns="0" bIns="0" rtlCol="0" anchor="b" anchorCtr="0"/>
          <a:lstStyle>
            <a:defPPr>
              <a:defRPr lang="en-US"/>
            </a:defPPr>
            <a:lvl1pPr marL="0" algn="r" defTabSz="892894" rtl="0" eaLnBrk="1" latinLnBrk="0" hangingPunct="1">
              <a:defRPr sz="1000" kern="1200">
                <a:solidFill>
                  <a:schemeClr val="accent3"/>
                </a:solidFill>
                <a:latin typeface="Helvetica"/>
                <a:ea typeface="+mn-ea"/>
                <a:cs typeface="Helvetica"/>
              </a:defRPr>
            </a:lvl1pPr>
            <a:lvl2pPr marL="446447" algn="l" defTabSz="892894" rtl="0" eaLnBrk="1" latinLnBrk="0" hangingPunct="1">
              <a:defRPr sz="1700" kern="1200">
                <a:solidFill>
                  <a:schemeClr val="tx1"/>
                </a:solidFill>
                <a:latin typeface="+mn-lt"/>
                <a:ea typeface="+mn-ea"/>
                <a:cs typeface="+mn-cs"/>
              </a:defRPr>
            </a:lvl2pPr>
            <a:lvl3pPr marL="892894" algn="l" defTabSz="892894" rtl="0" eaLnBrk="1" latinLnBrk="0" hangingPunct="1">
              <a:defRPr sz="1700" kern="1200">
                <a:solidFill>
                  <a:schemeClr val="tx1"/>
                </a:solidFill>
                <a:latin typeface="+mn-lt"/>
                <a:ea typeface="+mn-ea"/>
                <a:cs typeface="+mn-cs"/>
              </a:defRPr>
            </a:lvl3pPr>
            <a:lvl4pPr marL="1339340" algn="l" defTabSz="892894" rtl="0" eaLnBrk="1" latinLnBrk="0" hangingPunct="1">
              <a:defRPr sz="1700" kern="1200">
                <a:solidFill>
                  <a:schemeClr val="tx1"/>
                </a:solidFill>
                <a:latin typeface="+mn-lt"/>
                <a:ea typeface="+mn-ea"/>
                <a:cs typeface="+mn-cs"/>
              </a:defRPr>
            </a:lvl4pPr>
            <a:lvl5pPr marL="1785787" algn="l" defTabSz="892894" rtl="0" eaLnBrk="1" latinLnBrk="0" hangingPunct="1">
              <a:defRPr sz="1700" kern="1200">
                <a:solidFill>
                  <a:schemeClr val="tx1"/>
                </a:solidFill>
                <a:latin typeface="+mn-lt"/>
                <a:ea typeface="+mn-ea"/>
                <a:cs typeface="+mn-cs"/>
              </a:defRPr>
            </a:lvl5pPr>
            <a:lvl6pPr marL="2232234" algn="l" defTabSz="892894" rtl="0" eaLnBrk="1" latinLnBrk="0" hangingPunct="1">
              <a:defRPr sz="1700" kern="1200">
                <a:solidFill>
                  <a:schemeClr val="tx1"/>
                </a:solidFill>
                <a:latin typeface="+mn-lt"/>
                <a:ea typeface="+mn-ea"/>
                <a:cs typeface="+mn-cs"/>
              </a:defRPr>
            </a:lvl6pPr>
            <a:lvl7pPr marL="2678681" algn="l" defTabSz="892894" rtl="0" eaLnBrk="1" latinLnBrk="0" hangingPunct="1">
              <a:defRPr sz="1700" kern="1200">
                <a:solidFill>
                  <a:schemeClr val="tx1"/>
                </a:solidFill>
                <a:latin typeface="+mn-lt"/>
                <a:ea typeface="+mn-ea"/>
                <a:cs typeface="+mn-cs"/>
              </a:defRPr>
            </a:lvl7pPr>
            <a:lvl8pPr marL="3125127" algn="l" defTabSz="892894" rtl="0" eaLnBrk="1" latinLnBrk="0" hangingPunct="1">
              <a:defRPr sz="1700" kern="1200">
                <a:solidFill>
                  <a:schemeClr val="tx1"/>
                </a:solidFill>
                <a:latin typeface="+mn-lt"/>
                <a:ea typeface="+mn-ea"/>
                <a:cs typeface="+mn-cs"/>
              </a:defRPr>
            </a:lvl8pPr>
            <a:lvl9pPr marL="3571574" algn="l" defTabSz="892894" rtl="0" eaLnBrk="1" latinLnBrk="0" hangingPunct="1">
              <a:defRPr sz="1700" kern="1200">
                <a:solidFill>
                  <a:schemeClr val="tx1"/>
                </a:solidFill>
                <a:latin typeface="+mn-lt"/>
                <a:ea typeface="+mn-ea"/>
                <a:cs typeface="+mn-cs"/>
              </a:defRPr>
            </a:lvl9pPr>
          </a:lstStyle>
          <a:p>
            <a:pPr algn="r"/>
            <a:r>
              <a:rPr lang="en-US" sz="800">
                <a:solidFill>
                  <a:schemeClr val="tx1"/>
                </a:solidFill>
                <a:latin typeface="Aptos Light" panose="020B0004020202020204" pitchFamily="34" charset="0"/>
                <a:cs typeface="Trebuchet MS"/>
              </a:rPr>
              <a:t> </a:t>
            </a:r>
            <a:fld id="{110FD68B-4EE4-9D43-89F2-B87D6C9CEE3A}" type="slidenum">
              <a:rPr lang="en-US" sz="800" smtClean="0">
                <a:solidFill>
                  <a:schemeClr val="tx1"/>
                </a:solidFill>
                <a:latin typeface="Aptos Light" panose="020B0004020202020204" pitchFamily="34" charset="0"/>
                <a:cs typeface="Trebuchet MS"/>
              </a:rPr>
              <a:pPr algn="r"/>
              <a:t>‹#›</a:t>
            </a:fld>
            <a:endParaRPr lang="en-US" sz="800">
              <a:solidFill>
                <a:schemeClr val="tx1"/>
              </a:solidFill>
              <a:latin typeface="Aptos Light" panose="020B0004020202020204" pitchFamily="34" charset="0"/>
              <a:cs typeface="Trebuchet MS"/>
            </a:endParaRPr>
          </a:p>
        </p:txBody>
      </p:sp>
      <p:sp>
        <p:nvSpPr>
          <p:cNvPr id="7" name="Content Placeholder 2">
            <a:extLst>
              <a:ext uri="{FF2B5EF4-FFF2-40B4-BE49-F238E27FC236}">
                <a16:creationId xmlns:a16="http://schemas.microsoft.com/office/drawing/2014/main" id="{5669CB96-92D2-4A53-7760-8A6196161E38}"/>
              </a:ext>
            </a:extLst>
          </p:cNvPr>
          <p:cNvSpPr>
            <a:spLocks noGrp="1"/>
          </p:cNvSpPr>
          <p:nvPr>
            <p:ph sz="half" idx="1" hasCustomPrompt="1"/>
          </p:nvPr>
        </p:nvSpPr>
        <p:spPr>
          <a:xfrm>
            <a:off x="9025992" y="2410416"/>
            <a:ext cx="2797200" cy="3672884"/>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Designated space to input the body text for your content. Use it to convey your message, share information, or express your ideas effectively.</a:t>
            </a:r>
          </a:p>
        </p:txBody>
      </p:sp>
      <p:sp>
        <p:nvSpPr>
          <p:cNvPr id="8" name="Text Placeholder 23">
            <a:extLst>
              <a:ext uri="{FF2B5EF4-FFF2-40B4-BE49-F238E27FC236}">
                <a16:creationId xmlns:a16="http://schemas.microsoft.com/office/drawing/2014/main" id="{FDA57737-95D1-C96B-59E6-05BA512C00CC}"/>
              </a:ext>
            </a:extLst>
          </p:cNvPr>
          <p:cNvSpPr>
            <a:spLocks noGrp="1"/>
          </p:cNvSpPr>
          <p:nvPr>
            <p:ph type="body" sz="quarter" idx="24" hasCustomPrompt="1"/>
          </p:nvPr>
        </p:nvSpPr>
        <p:spPr>
          <a:xfrm>
            <a:off x="9025992" y="1755097"/>
            <a:ext cx="27972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in no more than 2 lines of text</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hasCustomPrompt="1"/>
          </p:nvPr>
        </p:nvSpPr>
        <p:spPr>
          <a:xfrm>
            <a:off x="365125" y="1619954"/>
            <a:ext cx="8121650" cy="3637845"/>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Add a sub-copy. The recommendation is to use short and concise text in no more than 10 lines.</a:t>
            </a:r>
          </a:p>
        </p:txBody>
      </p:sp>
      <p:sp>
        <p:nvSpPr>
          <p:cNvPr id="20" name="Content Placeholder 2">
            <a:extLst>
              <a:ext uri="{FF2B5EF4-FFF2-40B4-BE49-F238E27FC236}">
                <a16:creationId xmlns:a16="http://schemas.microsoft.com/office/drawing/2014/main" id="{5CD5656A-1AE2-C177-6694-60B5643A5155}"/>
              </a:ext>
            </a:extLst>
          </p:cNvPr>
          <p:cNvSpPr>
            <a:spLocks noGrp="1"/>
          </p:cNvSpPr>
          <p:nvPr>
            <p:ph sz="half" idx="23" hasCustomPrompt="1"/>
          </p:nvPr>
        </p:nvSpPr>
        <p:spPr>
          <a:xfrm>
            <a:off x="365760" y="5554277"/>
            <a:ext cx="8121015" cy="526483"/>
          </a:xfrm>
        </p:spPr>
        <p:txBody>
          <a:bodyPr>
            <a:noAutofit/>
          </a:bodyPr>
          <a:lstStyle>
            <a:lvl1pPr marL="0" indent="0">
              <a:buFontTx/>
              <a:buNone/>
              <a:defRPr sz="18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00% Here you can add an important metric</a:t>
            </a:r>
          </a:p>
        </p:txBody>
      </p:sp>
      <p:sp>
        <p:nvSpPr>
          <p:cNvPr id="5" name="Title 1">
            <a:extLst>
              <a:ext uri="{FF2B5EF4-FFF2-40B4-BE49-F238E27FC236}">
                <a16:creationId xmlns:a16="http://schemas.microsoft.com/office/drawing/2014/main" id="{9582BF1F-6798-244E-6B8B-41ABB5EE69C8}"/>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a:t>[Slide title]</a:t>
            </a:r>
          </a:p>
        </p:txBody>
      </p:sp>
    </p:spTree>
    <p:extLst>
      <p:ext uri="{BB962C8B-B14F-4D97-AF65-F5344CB8AC3E}">
        <p14:creationId xmlns:p14="http://schemas.microsoft.com/office/powerpoint/2010/main" val="31254715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userDrawn="1">
          <p15:clr>
            <a:srgbClr val="FBAE40"/>
          </p15:clr>
        </p15:guide>
        <p15:guide id="2" pos="2506" userDrawn="1">
          <p15:clr>
            <a:srgbClr val="FBAE40"/>
          </p15:clr>
        </p15:guide>
        <p15:guide id="3" pos="4978" userDrawn="1">
          <p15:clr>
            <a:srgbClr val="FBAE40"/>
          </p15:clr>
        </p15:guide>
        <p15:guide id="4" pos="5172" userDrawn="1">
          <p15:clr>
            <a:srgbClr val="FBAE40"/>
          </p15:clr>
        </p15:guide>
        <p15:guide id="5" orient="horz" pos="1152" userDrawn="1">
          <p15:clr>
            <a:srgbClr val="FBAE40"/>
          </p15:clr>
        </p15:guide>
        <p15:guide id="6" orient="horz" pos="3832" userDrawn="1">
          <p15:clr>
            <a:srgbClr val="FBAE40"/>
          </p15:clr>
        </p15:guide>
        <p15:guide id="7" orient="horz" pos="4148" userDrawn="1">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Four Content with Icons">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48742422-6537-1397-FC9C-2281DCB667AA}"/>
              </a:ext>
            </a:extLst>
          </p:cNvPr>
          <p:cNvSpPr/>
          <p:nvPr/>
        </p:nvSpPr>
        <p:spPr>
          <a:xfrm>
            <a:off x="365125" y="1828800"/>
            <a:ext cx="2635200" cy="3714750"/>
          </a:xfrm>
          <a:prstGeom prst="rect">
            <a:avLst/>
          </a:prstGeom>
          <a:solidFill>
            <a:srgbClr val="F2F7F8"/>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11" name="Rectangle">
            <a:extLst>
              <a:ext uri="{FF2B5EF4-FFF2-40B4-BE49-F238E27FC236}">
                <a16:creationId xmlns:a16="http://schemas.microsoft.com/office/drawing/2014/main" id="{92085AB4-0821-EC77-6B6E-D700A6464A9A}"/>
              </a:ext>
            </a:extLst>
          </p:cNvPr>
          <p:cNvSpPr/>
          <p:nvPr/>
        </p:nvSpPr>
        <p:spPr>
          <a:xfrm>
            <a:off x="3306292" y="1828800"/>
            <a:ext cx="2635200" cy="3714750"/>
          </a:xfrm>
          <a:prstGeom prst="rect">
            <a:avLst/>
          </a:prstGeom>
          <a:solidFill>
            <a:srgbClr val="F2F7F8"/>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12" name="Rectangle">
            <a:extLst>
              <a:ext uri="{FF2B5EF4-FFF2-40B4-BE49-F238E27FC236}">
                <a16:creationId xmlns:a16="http://schemas.microsoft.com/office/drawing/2014/main" id="{452A60C8-A3F6-A3AA-7C25-A59E6169A420}"/>
              </a:ext>
            </a:extLst>
          </p:cNvPr>
          <p:cNvSpPr/>
          <p:nvPr/>
        </p:nvSpPr>
        <p:spPr>
          <a:xfrm>
            <a:off x="6247142" y="1828800"/>
            <a:ext cx="2635200" cy="3714750"/>
          </a:xfrm>
          <a:prstGeom prst="rect">
            <a:avLst/>
          </a:prstGeom>
          <a:solidFill>
            <a:srgbClr val="F2F7F8"/>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13" name="Rectangle">
            <a:extLst>
              <a:ext uri="{FF2B5EF4-FFF2-40B4-BE49-F238E27FC236}">
                <a16:creationId xmlns:a16="http://schemas.microsoft.com/office/drawing/2014/main" id="{84DE45D0-0C9F-BEB2-7B47-656E34356562}"/>
              </a:ext>
            </a:extLst>
          </p:cNvPr>
          <p:cNvSpPr/>
          <p:nvPr/>
        </p:nvSpPr>
        <p:spPr>
          <a:xfrm>
            <a:off x="9187992" y="1828800"/>
            <a:ext cx="2635200" cy="3714750"/>
          </a:xfrm>
          <a:prstGeom prst="rect">
            <a:avLst/>
          </a:prstGeom>
          <a:solidFill>
            <a:srgbClr val="F2F7F8"/>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hasCustomPrompt="1"/>
          </p:nvPr>
        </p:nvSpPr>
        <p:spPr>
          <a:xfrm>
            <a:off x="512725" y="3285489"/>
            <a:ext cx="2340000" cy="21240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Designated space to input the body text for your content. Use it to convey your message, share information, or express your ideas effectively.</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hasCustomPrompt="1"/>
          </p:nvPr>
        </p:nvSpPr>
        <p:spPr>
          <a:xfrm>
            <a:off x="3453892" y="3285489"/>
            <a:ext cx="2340000" cy="21240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Designated space to input the body text for your content. Use it to convey your message, share information, or express your ideas effectively.</a:t>
            </a:r>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hasCustomPrompt="1"/>
          </p:nvPr>
        </p:nvSpPr>
        <p:spPr>
          <a:xfrm>
            <a:off x="6394742" y="3285489"/>
            <a:ext cx="2340000" cy="21240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Designated space to input the body text for your content. Use it to convey your message, share information, or express your ideas effectively.</a:t>
            </a:r>
          </a:p>
        </p:txBody>
      </p:sp>
      <p:sp>
        <p:nvSpPr>
          <p:cNvPr id="24" name="Text Placeholder 23">
            <a:extLst>
              <a:ext uri="{FF2B5EF4-FFF2-40B4-BE49-F238E27FC236}">
                <a16:creationId xmlns:a16="http://schemas.microsoft.com/office/drawing/2014/main" id="{99151199-89C4-C469-2508-71FDE0F98C11}"/>
              </a:ext>
            </a:extLst>
          </p:cNvPr>
          <p:cNvSpPr>
            <a:spLocks noGrp="1"/>
          </p:cNvSpPr>
          <p:nvPr>
            <p:ph type="body" sz="quarter" idx="24" hasCustomPrompt="1"/>
          </p:nvPr>
        </p:nvSpPr>
        <p:spPr>
          <a:xfrm>
            <a:off x="512725" y="2630170"/>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in no more than 2 lines of text</a:t>
            </a:r>
          </a:p>
        </p:txBody>
      </p:sp>
      <p:sp>
        <p:nvSpPr>
          <p:cNvPr id="26" name="Text Placeholder 23">
            <a:extLst>
              <a:ext uri="{FF2B5EF4-FFF2-40B4-BE49-F238E27FC236}">
                <a16:creationId xmlns:a16="http://schemas.microsoft.com/office/drawing/2014/main" id="{E87AAFDC-C5F8-9863-E682-0FADD32F75E4}"/>
              </a:ext>
            </a:extLst>
          </p:cNvPr>
          <p:cNvSpPr>
            <a:spLocks noGrp="1"/>
          </p:cNvSpPr>
          <p:nvPr>
            <p:ph type="body" sz="quarter" idx="25" hasCustomPrompt="1"/>
          </p:nvPr>
        </p:nvSpPr>
        <p:spPr>
          <a:xfrm>
            <a:off x="3453892" y="2630170"/>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in no more than 2 lines of text</a:t>
            </a:r>
          </a:p>
        </p:txBody>
      </p:sp>
      <p:sp>
        <p:nvSpPr>
          <p:cNvPr id="27" name="Text Placeholder 23">
            <a:extLst>
              <a:ext uri="{FF2B5EF4-FFF2-40B4-BE49-F238E27FC236}">
                <a16:creationId xmlns:a16="http://schemas.microsoft.com/office/drawing/2014/main" id="{DA2E51EC-3B36-0590-AB00-E45EC6E92BCF}"/>
              </a:ext>
            </a:extLst>
          </p:cNvPr>
          <p:cNvSpPr>
            <a:spLocks noGrp="1"/>
          </p:cNvSpPr>
          <p:nvPr>
            <p:ph type="body" sz="quarter" idx="26" hasCustomPrompt="1"/>
          </p:nvPr>
        </p:nvSpPr>
        <p:spPr>
          <a:xfrm>
            <a:off x="6394742" y="2630170"/>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in no more than 2 lines of text</a:t>
            </a:r>
          </a:p>
        </p:txBody>
      </p:sp>
      <p:sp>
        <p:nvSpPr>
          <p:cNvPr id="5" name="Content Placeholder 4">
            <a:extLst>
              <a:ext uri="{FF2B5EF4-FFF2-40B4-BE49-F238E27FC236}">
                <a16:creationId xmlns:a16="http://schemas.microsoft.com/office/drawing/2014/main" id="{33C8ADA0-FEFD-CB94-296E-33B86FFC6397}"/>
              </a:ext>
            </a:extLst>
          </p:cNvPr>
          <p:cNvSpPr>
            <a:spLocks noGrp="1"/>
          </p:cNvSpPr>
          <p:nvPr>
            <p:ph sz="quarter" idx="30" hasCustomPrompt="1"/>
          </p:nvPr>
        </p:nvSpPr>
        <p:spPr>
          <a:xfrm>
            <a:off x="9335592" y="3285489"/>
            <a:ext cx="2340000" cy="21240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Designated space to input the body text for your content. Use it to convey your message, share information, or express your ideas effectively.</a:t>
            </a:r>
          </a:p>
        </p:txBody>
      </p:sp>
      <p:sp>
        <p:nvSpPr>
          <p:cNvPr id="6" name="Text Placeholder 23">
            <a:extLst>
              <a:ext uri="{FF2B5EF4-FFF2-40B4-BE49-F238E27FC236}">
                <a16:creationId xmlns:a16="http://schemas.microsoft.com/office/drawing/2014/main" id="{B52A09E6-D39A-1924-C131-FEED0A952766}"/>
              </a:ext>
            </a:extLst>
          </p:cNvPr>
          <p:cNvSpPr>
            <a:spLocks noGrp="1"/>
          </p:cNvSpPr>
          <p:nvPr>
            <p:ph type="body" sz="quarter" idx="31" hasCustomPrompt="1"/>
          </p:nvPr>
        </p:nvSpPr>
        <p:spPr>
          <a:xfrm>
            <a:off x="9335592" y="2630170"/>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in no more than 2 lines of text</a:t>
            </a:r>
          </a:p>
        </p:txBody>
      </p:sp>
      <p:sp>
        <p:nvSpPr>
          <p:cNvPr id="9" name="Title 1">
            <a:extLst>
              <a:ext uri="{FF2B5EF4-FFF2-40B4-BE49-F238E27FC236}">
                <a16:creationId xmlns:a16="http://schemas.microsoft.com/office/drawing/2014/main" id="{3A8771AB-23E6-B24D-A20F-781526D19D52}"/>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a:t>[Slide title]</a:t>
            </a:r>
          </a:p>
        </p:txBody>
      </p:sp>
      <p:sp>
        <p:nvSpPr>
          <p:cNvPr id="16" name="Picture Placeholder 15">
            <a:extLst>
              <a:ext uri="{FF2B5EF4-FFF2-40B4-BE49-F238E27FC236}">
                <a16:creationId xmlns:a16="http://schemas.microsoft.com/office/drawing/2014/main" id="{270353E4-7203-F007-2B7F-76E3536428CF}"/>
              </a:ext>
            </a:extLst>
          </p:cNvPr>
          <p:cNvSpPr>
            <a:spLocks noGrp="1"/>
          </p:cNvSpPr>
          <p:nvPr>
            <p:ph type="pic" sz="quarter" idx="32" hasCustomPrompt="1"/>
          </p:nvPr>
        </p:nvSpPr>
        <p:spPr>
          <a:xfrm>
            <a:off x="512725" y="1965325"/>
            <a:ext cx="539750" cy="539750"/>
          </a:xfrm>
        </p:spPr>
        <p:txBody>
          <a:bodyPr>
            <a:normAutofit/>
          </a:bodyPr>
          <a:lstStyle>
            <a:lvl1pPr marL="0" indent="0">
              <a:buFontTx/>
              <a:buNone/>
              <a:defRPr sz="1000"/>
            </a:lvl1pPr>
          </a:lstStyle>
          <a:p>
            <a:r>
              <a:rPr lang="en-US"/>
              <a:t>ICONS</a:t>
            </a:r>
          </a:p>
        </p:txBody>
      </p:sp>
      <p:sp>
        <p:nvSpPr>
          <p:cNvPr id="17" name="Picture Placeholder 15">
            <a:extLst>
              <a:ext uri="{FF2B5EF4-FFF2-40B4-BE49-F238E27FC236}">
                <a16:creationId xmlns:a16="http://schemas.microsoft.com/office/drawing/2014/main" id="{5B996097-C154-1646-7A44-B3F47471C8A9}"/>
              </a:ext>
            </a:extLst>
          </p:cNvPr>
          <p:cNvSpPr>
            <a:spLocks noGrp="1"/>
          </p:cNvSpPr>
          <p:nvPr>
            <p:ph type="pic" sz="quarter" idx="33" hasCustomPrompt="1"/>
          </p:nvPr>
        </p:nvSpPr>
        <p:spPr>
          <a:xfrm>
            <a:off x="3453892" y="1965325"/>
            <a:ext cx="539750" cy="539750"/>
          </a:xfrm>
        </p:spPr>
        <p:txBody>
          <a:bodyPr>
            <a:normAutofit/>
          </a:bodyPr>
          <a:lstStyle>
            <a:lvl1pPr marL="0" indent="0">
              <a:buFontTx/>
              <a:buNone/>
              <a:defRPr sz="1000"/>
            </a:lvl1pPr>
          </a:lstStyle>
          <a:p>
            <a:r>
              <a:rPr lang="en-US"/>
              <a:t>ICONS</a:t>
            </a:r>
          </a:p>
        </p:txBody>
      </p:sp>
      <p:sp>
        <p:nvSpPr>
          <p:cNvPr id="18" name="Picture Placeholder 15">
            <a:extLst>
              <a:ext uri="{FF2B5EF4-FFF2-40B4-BE49-F238E27FC236}">
                <a16:creationId xmlns:a16="http://schemas.microsoft.com/office/drawing/2014/main" id="{E10F9CFE-7DA6-67BF-B9F0-514C0EE73C55}"/>
              </a:ext>
            </a:extLst>
          </p:cNvPr>
          <p:cNvSpPr>
            <a:spLocks noGrp="1"/>
          </p:cNvSpPr>
          <p:nvPr>
            <p:ph type="pic" sz="quarter" idx="34" hasCustomPrompt="1"/>
          </p:nvPr>
        </p:nvSpPr>
        <p:spPr>
          <a:xfrm>
            <a:off x="6394742" y="1965325"/>
            <a:ext cx="539750" cy="539750"/>
          </a:xfrm>
        </p:spPr>
        <p:txBody>
          <a:bodyPr>
            <a:normAutofit/>
          </a:bodyPr>
          <a:lstStyle>
            <a:lvl1pPr marL="0" indent="0">
              <a:buFontTx/>
              <a:buNone/>
              <a:defRPr sz="1000"/>
            </a:lvl1pPr>
          </a:lstStyle>
          <a:p>
            <a:r>
              <a:rPr lang="en-US"/>
              <a:t>ICONS</a:t>
            </a:r>
          </a:p>
        </p:txBody>
      </p:sp>
      <p:sp>
        <p:nvSpPr>
          <p:cNvPr id="19" name="Picture Placeholder 15">
            <a:extLst>
              <a:ext uri="{FF2B5EF4-FFF2-40B4-BE49-F238E27FC236}">
                <a16:creationId xmlns:a16="http://schemas.microsoft.com/office/drawing/2014/main" id="{0B0AB8C9-1D20-7BE7-5898-41FAD8FF458A}"/>
              </a:ext>
            </a:extLst>
          </p:cNvPr>
          <p:cNvSpPr>
            <a:spLocks noGrp="1"/>
          </p:cNvSpPr>
          <p:nvPr>
            <p:ph type="pic" sz="quarter" idx="35" hasCustomPrompt="1"/>
          </p:nvPr>
        </p:nvSpPr>
        <p:spPr>
          <a:xfrm>
            <a:off x="9335592" y="1965325"/>
            <a:ext cx="539750" cy="539750"/>
          </a:xfrm>
        </p:spPr>
        <p:txBody>
          <a:bodyPr>
            <a:normAutofit/>
          </a:bodyPr>
          <a:lstStyle>
            <a:lvl1pPr marL="0" indent="0">
              <a:buFontTx/>
              <a:buNone/>
              <a:defRPr sz="1000"/>
            </a:lvl1pPr>
          </a:lstStyle>
          <a:p>
            <a:r>
              <a:rPr lang="en-US"/>
              <a:t>ICONS</a:t>
            </a:r>
          </a:p>
        </p:txBody>
      </p:sp>
    </p:spTree>
    <p:extLst>
      <p:ext uri="{BB962C8B-B14F-4D97-AF65-F5344CB8AC3E}">
        <p14:creationId xmlns:p14="http://schemas.microsoft.com/office/powerpoint/2010/main" val="17619866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userDrawn="1">
          <p15:clr>
            <a:srgbClr val="FBAE40"/>
          </p15:clr>
        </p15:guide>
        <p15:guide id="2" pos="2506" userDrawn="1">
          <p15:clr>
            <a:srgbClr val="FBAE40"/>
          </p15:clr>
        </p15:guide>
        <p15:guide id="3" pos="4978" userDrawn="1">
          <p15:clr>
            <a:srgbClr val="FBAE40"/>
          </p15:clr>
        </p15:guide>
        <p15:guide id="4" pos="5172" userDrawn="1">
          <p15:clr>
            <a:srgbClr val="FBAE40"/>
          </p15:clr>
        </p15:guide>
        <p15:guide id="5" orient="horz" pos="1152" userDrawn="1">
          <p15:clr>
            <a:srgbClr val="FBAE40"/>
          </p15:clr>
        </p15:guide>
        <p15:guide id="6" orient="horz" pos="3832" userDrawn="1">
          <p15:clr>
            <a:srgbClr val="FBAE40"/>
          </p15:clr>
        </p15:guide>
        <p15:guide id="7" orient="horz" pos="4148" userDrawn="1">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Four Content with Icons 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B4E91DC-7A19-189D-88BF-41FF649D90FA}"/>
              </a:ext>
            </a:extLst>
          </p:cNvPr>
          <p:cNvSpPr/>
          <p:nvPr/>
        </p:nvSpPr>
        <p:spPr>
          <a:xfrm>
            <a:off x="0" y="0"/>
            <a:ext cx="12192000" cy="6858000"/>
          </a:xfrm>
          <a:prstGeom prst="rect">
            <a:avLst/>
          </a:prstGeom>
          <a:solidFill>
            <a:srgbClr val="F2F7F8"/>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latin typeface="Aptos Light" panose="020B0004020202020204" pitchFamily="34" charset="0"/>
            </a:endParaRPr>
          </a:p>
        </p:txBody>
      </p:sp>
      <p:sp>
        <p:nvSpPr>
          <p:cNvPr id="7" name="UST" descr="UST">
            <a:extLst>
              <a:ext uri="{FF2B5EF4-FFF2-40B4-BE49-F238E27FC236}">
                <a16:creationId xmlns:a16="http://schemas.microsoft.com/office/drawing/2014/main" id="{98320D35-625B-42B1-0DAB-E0F735F519C0}"/>
              </a:ext>
            </a:extLst>
          </p:cNvPr>
          <p:cNvSpPr>
            <a:spLocks noChangeAspect="1" noEditPoints="1"/>
          </p:cNvSpPr>
          <p:nvPr/>
        </p:nvSpPr>
        <p:spPr bwMode="black">
          <a:xfrm>
            <a:off x="365760" y="6238277"/>
            <a:ext cx="320040" cy="354090"/>
          </a:xfrm>
          <a:custGeom>
            <a:avLst/>
            <a:gdLst>
              <a:gd name="T0" fmla="*/ 3605 w 4000"/>
              <a:gd name="T1" fmla="*/ 485 h 4419"/>
              <a:gd name="T2" fmla="*/ 3605 w 4000"/>
              <a:gd name="T3" fmla="*/ 485 h 4419"/>
              <a:gd name="T4" fmla="*/ 2969 w 4000"/>
              <a:gd name="T5" fmla="*/ 485 h 4419"/>
              <a:gd name="T6" fmla="*/ 2969 w 4000"/>
              <a:gd name="T7" fmla="*/ 1120 h 4419"/>
              <a:gd name="T8" fmla="*/ 3605 w 4000"/>
              <a:gd name="T9" fmla="*/ 1120 h 4419"/>
              <a:gd name="T10" fmla="*/ 3605 w 4000"/>
              <a:gd name="T11" fmla="*/ 485 h 4419"/>
              <a:gd name="T12" fmla="*/ 4000 w 4000"/>
              <a:gd name="T13" fmla="*/ 2730 h 4419"/>
              <a:gd name="T14" fmla="*/ 4000 w 4000"/>
              <a:gd name="T15" fmla="*/ 2730 h 4419"/>
              <a:gd name="T16" fmla="*/ 2574 w 4000"/>
              <a:gd name="T17" fmla="*/ 2730 h 4419"/>
              <a:gd name="T18" fmla="*/ 2574 w 4000"/>
              <a:gd name="T19" fmla="*/ 3120 h 4419"/>
              <a:gd name="T20" fmla="*/ 3062 w 4000"/>
              <a:gd name="T21" fmla="*/ 3120 h 4419"/>
              <a:gd name="T22" fmla="*/ 3062 w 4000"/>
              <a:gd name="T23" fmla="*/ 4367 h 4419"/>
              <a:gd name="T24" fmla="*/ 3512 w 4000"/>
              <a:gd name="T25" fmla="*/ 4367 h 4419"/>
              <a:gd name="T26" fmla="*/ 3512 w 4000"/>
              <a:gd name="T27" fmla="*/ 3120 h 4419"/>
              <a:gd name="T28" fmla="*/ 4000 w 4000"/>
              <a:gd name="T29" fmla="*/ 3120 h 4419"/>
              <a:gd name="T30" fmla="*/ 4000 w 4000"/>
              <a:gd name="T31" fmla="*/ 2730 h 4419"/>
              <a:gd name="T32" fmla="*/ 903 w 4000"/>
              <a:gd name="T33" fmla="*/ 3385 h 4419"/>
              <a:gd name="T34" fmla="*/ 903 w 4000"/>
              <a:gd name="T35" fmla="*/ 3385 h 4419"/>
              <a:gd name="T36" fmla="*/ 760 w 4000"/>
              <a:gd name="T37" fmla="*/ 3351 h 4419"/>
              <a:gd name="T38" fmla="*/ 530 w 4000"/>
              <a:gd name="T39" fmla="*/ 3188 h 4419"/>
              <a:gd name="T40" fmla="*/ 760 w 4000"/>
              <a:gd name="T41" fmla="*/ 3065 h 4419"/>
              <a:gd name="T42" fmla="*/ 1114 w 4000"/>
              <a:gd name="T43" fmla="*/ 3213 h 4419"/>
              <a:gd name="T44" fmla="*/ 1392 w 4000"/>
              <a:gd name="T45" fmla="*/ 2988 h 4419"/>
              <a:gd name="T46" fmla="*/ 763 w 4000"/>
              <a:gd name="T47" fmla="*/ 2683 h 4419"/>
              <a:gd name="T48" fmla="*/ 82 w 4000"/>
              <a:gd name="T49" fmla="*/ 3199 h 4419"/>
              <a:gd name="T50" fmla="*/ 635 w 4000"/>
              <a:gd name="T51" fmla="*/ 3739 h 4419"/>
              <a:gd name="T52" fmla="*/ 784 w 4000"/>
              <a:gd name="T53" fmla="*/ 3776 h 4419"/>
              <a:gd name="T54" fmla="*/ 984 w 4000"/>
              <a:gd name="T55" fmla="*/ 3912 h 4419"/>
              <a:gd name="T56" fmla="*/ 718 w 4000"/>
              <a:gd name="T57" fmla="*/ 4050 h 4419"/>
              <a:gd name="T58" fmla="*/ 307 w 4000"/>
              <a:gd name="T59" fmla="*/ 3867 h 4419"/>
              <a:gd name="T60" fmla="*/ 29 w 4000"/>
              <a:gd name="T61" fmla="*/ 4092 h 4419"/>
              <a:gd name="T62" fmla="*/ 721 w 4000"/>
              <a:gd name="T63" fmla="*/ 4419 h 4419"/>
              <a:gd name="T64" fmla="*/ 1451 w 4000"/>
              <a:gd name="T65" fmla="*/ 3900 h 4419"/>
              <a:gd name="T66" fmla="*/ 903 w 4000"/>
              <a:gd name="T67" fmla="*/ 3385 h 4419"/>
              <a:gd name="T68" fmla="*/ 1026 w 4000"/>
              <a:gd name="T69" fmla="*/ 0 h 4419"/>
              <a:gd name="T70" fmla="*/ 1026 w 4000"/>
              <a:gd name="T71" fmla="*/ 0 h 4419"/>
              <a:gd name="T72" fmla="*/ 1475 w 4000"/>
              <a:gd name="T73" fmla="*/ 0 h 4419"/>
              <a:gd name="T74" fmla="*/ 1475 w 4000"/>
              <a:gd name="T75" fmla="*/ 967 h 4419"/>
              <a:gd name="T76" fmla="*/ 741 w 4000"/>
              <a:gd name="T77" fmla="*/ 1688 h 4419"/>
              <a:gd name="T78" fmla="*/ 0 w 4000"/>
              <a:gd name="T79" fmla="*/ 967 h 4419"/>
              <a:gd name="T80" fmla="*/ 0 w 4000"/>
              <a:gd name="T81" fmla="*/ 0 h 4419"/>
              <a:gd name="T82" fmla="*/ 449 w 4000"/>
              <a:gd name="T83" fmla="*/ 0 h 4419"/>
              <a:gd name="T84" fmla="*/ 449 w 4000"/>
              <a:gd name="T85" fmla="*/ 970 h 4419"/>
              <a:gd name="T86" fmla="*/ 739 w 4000"/>
              <a:gd name="T87" fmla="*/ 1273 h 4419"/>
              <a:gd name="T88" fmla="*/ 1026 w 4000"/>
              <a:gd name="T89" fmla="*/ 970 h 4419"/>
              <a:gd name="T90" fmla="*/ 1026 w 4000"/>
              <a:gd name="T91" fmla="*/ 0 h 4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000" h="4419">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ptos Light" panose="020B0004020202020204" pitchFamily="34" charset="0"/>
            </a:endParaRPr>
          </a:p>
        </p:txBody>
      </p:sp>
      <p:sp>
        <p:nvSpPr>
          <p:cNvPr id="8" name="Legal">
            <a:extLst>
              <a:ext uri="{FF2B5EF4-FFF2-40B4-BE49-F238E27FC236}">
                <a16:creationId xmlns:a16="http://schemas.microsoft.com/office/drawing/2014/main" id="{2E24C0DE-F12D-16B1-CA73-3C659B596216}"/>
              </a:ext>
            </a:extLst>
          </p:cNvPr>
          <p:cNvSpPr txBox="1"/>
          <p:nvPr/>
        </p:nvSpPr>
        <p:spPr>
          <a:xfrm>
            <a:off x="8223294" y="6402070"/>
            <a:ext cx="3142698" cy="182880"/>
          </a:xfrm>
          <a:prstGeom prst="rect">
            <a:avLst/>
          </a:prstGeom>
          <a:noFill/>
        </p:spPr>
        <p:txBody>
          <a:bodyPr wrap="none" lIns="0" tIns="0" rIns="0" bIns="0" rtlCol="0" anchor="b" anchorCtr="0">
            <a:noAutofit/>
          </a:bodyPr>
          <a:lstStyle/>
          <a:p>
            <a:pPr marL="0" indent="0" algn="r">
              <a:lnSpc>
                <a:spcPct val="100000"/>
              </a:lnSpc>
              <a:spcBef>
                <a:spcPts val="0"/>
              </a:spcBef>
              <a:buSzPct val="100000"/>
              <a:buFontTx/>
              <a:buNone/>
            </a:pPr>
            <a:r>
              <a:rPr lang="en-US" sz="800" b="0">
                <a:latin typeface="Aptos Light" panose="020B0004020202020204" pitchFamily="34" charset="0"/>
              </a:rPr>
              <a:t>Confidential and Proprietary. © 2026 UST Global Inc</a:t>
            </a:r>
          </a:p>
        </p:txBody>
      </p:sp>
      <p:sp>
        <p:nvSpPr>
          <p:cNvPr id="15" name="Slide Number Placeholder 10">
            <a:extLst>
              <a:ext uri="{FF2B5EF4-FFF2-40B4-BE49-F238E27FC236}">
                <a16:creationId xmlns:a16="http://schemas.microsoft.com/office/drawing/2014/main" id="{7EBF936B-4A69-33A1-1F72-AFDC945BA0D0}"/>
              </a:ext>
            </a:extLst>
          </p:cNvPr>
          <p:cNvSpPr txBox="1">
            <a:spLocks/>
          </p:cNvSpPr>
          <p:nvPr/>
        </p:nvSpPr>
        <p:spPr>
          <a:xfrm>
            <a:off x="11365992" y="6317730"/>
            <a:ext cx="457200" cy="274637"/>
          </a:xfrm>
          <a:prstGeom prst="rect">
            <a:avLst/>
          </a:prstGeom>
        </p:spPr>
        <p:txBody>
          <a:bodyPr vert="horz" lIns="0" tIns="0" rIns="0" bIns="0" rtlCol="0" anchor="b" anchorCtr="0"/>
          <a:lstStyle>
            <a:defPPr>
              <a:defRPr lang="en-US"/>
            </a:defPPr>
            <a:lvl1pPr marL="0" algn="r" defTabSz="892894" rtl="0" eaLnBrk="1" latinLnBrk="0" hangingPunct="1">
              <a:defRPr sz="1000" kern="1200">
                <a:solidFill>
                  <a:schemeClr val="accent3"/>
                </a:solidFill>
                <a:latin typeface="Helvetica"/>
                <a:ea typeface="+mn-ea"/>
                <a:cs typeface="Helvetica"/>
              </a:defRPr>
            </a:lvl1pPr>
            <a:lvl2pPr marL="446447" algn="l" defTabSz="892894" rtl="0" eaLnBrk="1" latinLnBrk="0" hangingPunct="1">
              <a:defRPr sz="1700" kern="1200">
                <a:solidFill>
                  <a:schemeClr val="tx1"/>
                </a:solidFill>
                <a:latin typeface="+mn-lt"/>
                <a:ea typeface="+mn-ea"/>
                <a:cs typeface="+mn-cs"/>
              </a:defRPr>
            </a:lvl2pPr>
            <a:lvl3pPr marL="892894" algn="l" defTabSz="892894" rtl="0" eaLnBrk="1" latinLnBrk="0" hangingPunct="1">
              <a:defRPr sz="1700" kern="1200">
                <a:solidFill>
                  <a:schemeClr val="tx1"/>
                </a:solidFill>
                <a:latin typeface="+mn-lt"/>
                <a:ea typeface="+mn-ea"/>
                <a:cs typeface="+mn-cs"/>
              </a:defRPr>
            </a:lvl3pPr>
            <a:lvl4pPr marL="1339340" algn="l" defTabSz="892894" rtl="0" eaLnBrk="1" latinLnBrk="0" hangingPunct="1">
              <a:defRPr sz="1700" kern="1200">
                <a:solidFill>
                  <a:schemeClr val="tx1"/>
                </a:solidFill>
                <a:latin typeface="+mn-lt"/>
                <a:ea typeface="+mn-ea"/>
                <a:cs typeface="+mn-cs"/>
              </a:defRPr>
            </a:lvl4pPr>
            <a:lvl5pPr marL="1785787" algn="l" defTabSz="892894" rtl="0" eaLnBrk="1" latinLnBrk="0" hangingPunct="1">
              <a:defRPr sz="1700" kern="1200">
                <a:solidFill>
                  <a:schemeClr val="tx1"/>
                </a:solidFill>
                <a:latin typeface="+mn-lt"/>
                <a:ea typeface="+mn-ea"/>
                <a:cs typeface="+mn-cs"/>
              </a:defRPr>
            </a:lvl5pPr>
            <a:lvl6pPr marL="2232234" algn="l" defTabSz="892894" rtl="0" eaLnBrk="1" latinLnBrk="0" hangingPunct="1">
              <a:defRPr sz="1700" kern="1200">
                <a:solidFill>
                  <a:schemeClr val="tx1"/>
                </a:solidFill>
                <a:latin typeface="+mn-lt"/>
                <a:ea typeface="+mn-ea"/>
                <a:cs typeface="+mn-cs"/>
              </a:defRPr>
            </a:lvl6pPr>
            <a:lvl7pPr marL="2678681" algn="l" defTabSz="892894" rtl="0" eaLnBrk="1" latinLnBrk="0" hangingPunct="1">
              <a:defRPr sz="1700" kern="1200">
                <a:solidFill>
                  <a:schemeClr val="tx1"/>
                </a:solidFill>
                <a:latin typeface="+mn-lt"/>
                <a:ea typeface="+mn-ea"/>
                <a:cs typeface="+mn-cs"/>
              </a:defRPr>
            </a:lvl7pPr>
            <a:lvl8pPr marL="3125127" algn="l" defTabSz="892894" rtl="0" eaLnBrk="1" latinLnBrk="0" hangingPunct="1">
              <a:defRPr sz="1700" kern="1200">
                <a:solidFill>
                  <a:schemeClr val="tx1"/>
                </a:solidFill>
                <a:latin typeface="+mn-lt"/>
                <a:ea typeface="+mn-ea"/>
                <a:cs typeface="+mn-cs"/>
              </a:defRPr>
            </a:lvl8pPr>
            <a:lvl9pPr marL="3571574" algn="l" defTabSz="892894" rtl="0" eaLnBrk="1" latinLnBrk="0" hangingPunct="1">
              <a:defRPr sz="1700" kern="1200">
                <a:solidFill>
                  <a:schemeClr val="tx1"/>
                </a:solidFill>
                <a:latin typeface="+mn-lt"/>
                <a:ea typeface="+mn-ea"/>
                <a:cs typeface="+mn-cs"/>
              </a:defRPr>
            </a:lvl9pPr>
          </a:lstStyle>
          <a:p>
            <a:pPr algn="r"/>
            <a:r>
              <a:rPr lang="en-US" sz="800">
                <a:solidFill>
                  <a:schemeClr val="tx1"/>
                </a:solidFill>
                <a:latin typeface="Aptos Light" panose="020B0004020202020204" pitchFamily="34" charset="0"/>
                <a:cs typeface="Trebuchet MS"/>
              </a:rPr>
              <a:t> </a:t>
            </a:r>
            <a:fld id="{110FD68B-4EE4-9D43-89F2-B87D6C9CEE3A}" type="slidenum">
              <a:rPr lang="en-US" sz="800" smtClean="0">
                <a:solidFill>
                  <a:schemeClr val="tx1"/>
                </a:solidFill>
                <a:latin typeface="Aptos Light" panose="020B0004020202020204" pitchFamily="34" charset="0"/>
                <a:cs typeface="Trebuchet MS"/>
              </a:rPr>
              <a:pPr algn="r"/>
              <a:t>‹#›</a:t>
            </a:fld>
            <a:endParaRPr lang="en-US" sz="800">
              <a:solidFill>
                <a:schemeClr val="tx1"/>
              </a:solidFill>
              <a:latin typeface="Aptos Light" panose="020B0004020202020204" pitchFamily="34" charset="0"/>
              <a:cs typeface="Trebuchet MS"/>
            </a:endParaRPr>
          </a:p>
        </p:txBody>
      </p:sp>
      <p:sp>
        <p:nvSpPr>
          <p:cNvPr id="10" name="Rectangle">
            <a:extLst>
              <a:ext uri="{FF2B5EF4-FFF2-40B4-BE49-F238E27FC236}">
                <a16:creationId xmlns:a16="http://schemas.microsoft.com/office/drawing/2014/main" id="{48742422-6537-1397-FC9C-2281DCB667AA}"/>
              </a:ext>
            </a:extLst>
          </p:cNvPr>
          <p:cNvSpPr/>
          <p:nvPr/>
        </p:nvSpPr>
        <p:spPr>
          <a:xfrm>
            <a:off x="365125" y="1828800"/>
            <a:ext cx="2635200" cy="3714750"/>
          </a:xfrm>
          <a:prstGeom prst="rect">
            <a:avLst/>
          </a:prstGeom>
          <a:solidFill>
            <a:srgbClr val="D7E0E3"/>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11" name="Rectangle">
            <a:extLst>
              <a:ext uri="{FF2B5EF4-FFF2-40B4-BE49-F238E27FC236}">
                <a16:creationId xmlns:a16="http://schemas.microsoft.com/office/drawing/2014/main" id="{92085AB4-0821-EC77-6B6E-D700A6464A9A}"/>
              </a:ext>
            </a:extLst>
          </p:cNvPr>
          <p:cNvSpPr/>
          <p:nvPr/>
        </p:nvSpPr>
        <p:spPr>
          <a:xfrm>
            <a:off x="3306292" y="1828800"/>
            <a:ext cx="2635200" cy="3714750"/>
          </a:xfrm>
          <a:prstGeom prst="rect">
            <a:avLst/>
          </a:prstGeom>
          <a:solidFill>
            <a:srgbClr val="D7E0E3"/>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12" name="Rectangle">
            <a:extLst>
              <a:ext uri="{FF2B5EF4-FFF2-40B4-BE49-F238E27FC236}">
                <a16:creationId xmlns:a16="http://schemas.microsoft.com/office/drawing/2014/main" id="{452A60C8-A3F6-A3AA-7C25-A59E6169A420}"/>
              </a:ext>
            </a:extLst>
          </p:cNvPr>
          <p:cNvSpPr/>
          <p:nvPr/>
        </p:nvSpPr>
        <p:spPr>
          <a:xfrm>
            <a:off x="6247142" y="1828800"/>
            <a:ext cx="2635200" cy="3714750"/>
          </a:xfrm>
          <a:prstGeom prst="rect">
            <a:avLst/>
          </a:prstGeom>
          <a:solidFill>
            <a:srgbClr val="D7E0E3"/>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13" name="Rectangle">
            <a:extLst>
              <a:ext uri="{FF2B5EF4-FFF2-40B4-BE49-F238E27FC236}">
                <a16:creationId xmlns:a16="http://schemas.microsoft.com/office/drawing/2014/main" id="{84DE45D0-0C9F-BEB2-7B47-656E34356562}"/>
              </a:ext>
            </a:extLst>
          </p:cNvPr>
          <p:cNvSpPr/>
          <p:nvPr/>
        </p:nvSpPr>
        <p:spPr>
          <a:xfrm>
            <a:off x="9187992" y="1828800"/>
            <a:ext cx="2635200" cy="3714750"/>
          </a:xfrm>
          <a:prstGeom prst="rect">
            <a:avLst/>
          </a:prstGeom>
          <a:solidFill>
            <a:srgbClr val="D7E0E3"/>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9" name="Title 1">
            <a:extLst>
              <a:ext uri="{FF2B5EF4-FFF2-40B4-BE49-F238E27FC236}">
                <a16:creationId xmlns:a16="http://schemas.microsoft.com/office/drawing/2014/main" id="{3A8771AB-23E6-B24D-A20F-781526D19D52}"/>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a:t>[Slide title]</a:t>
            </a:r>
          </a:p>
        </p:txBody>
      </p:sp>
      <p:sp>
        <p:nvSpPr>
          <p:cNvPr id="21" name="Content Placeholder 2">
            <a:extLst>
              <a:ext uri="{FF2B5EF4-FFF2-40B4-BE49-F238E27FC236}">
                <a16:creationId xmlns:a16="http://schemas.microsoft.com/office/drawing/2014/main" id="{3AA5C671-3D69-9BA0-6A72-66479F973D14}"/>
              </a:ext>
            </a:extLst>
          </p:cNvPr>
          <p:cNvSpPr>
            <a:spLocks noGrp="1"/>
          </p:cNvSpPr>
          <p:nvPr>
            <p:ph sz="half" idx="1" hasCustomPrompt="1"/>
          </p:nvPr>
        </p:nvSpPr>
        <p:spPr>
          <a:xfrm>
            <a:off x="512725" y="3285489"/>
            <a:ext cx="2340000" cy="21240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Designated space to input the body text for your content. Use it to convey your message, share information, or express your ideas effectively.</a:t>
            </a:r>
          </a:p>
        </p:txBody>
      </p:sp>
      <p:sp>
        <p:nvSpPr>
          <p:cNvPr id="22" name="Content Placeholder 3">
            <a:extLst>
              <a:ext uri="{FF2B5EF4-FFF2-40B4-BE49-F238E27FC236}">
                <a16:creationId xmlns:a16="http://schemas.microsoft.com/office/drawing/2014/main" id="{B252075D-9496-78FE-B65E-43EDAAB9AB3B}"/>
              </a:ext>
            </a:extLst>
          </p:cNvPr>
          <p:cNvSpPr>
            <a:spLocks noGrp="1"/>
          </p:cNvSpPr>
          <p:nvPr>
            <p:ph sz="half" idx="2" hasCustomPrompt="1"/>
          </p:nvPr>
        </p:nvSpPr>
        <p:spPr>
          <a:xfrm>
            <a:off x="3453892" y="3285489"/>
            <a:ext cx="2340000" cy="21240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Designated space to input the body text for your content. Use it to convey your message, share information, or express your ideas effectively.</a:t>
            </a:r>
          </a:p>
        </p:txBody>
      </p:sp>
      <p:sp>
        <p:nvSpPr>
          <p:cNvPr id="23" name="Content Placeholder 4">
            <a:extLst>
              <a:ext uri="{FF2B5EF4-FFF2-40B4-BE49-F238E27FC236}">
                <a16:creationId xmlns:a16="http://schemas.microsoft.com/office/drawing/2014/main" id="{A9E64215-D1F4-DD33-4BCA-06BC662E6EA2}"/>
              </a:ext>
            </a:extLst>
          </p:cNvPr>
          <p:cNvSpPr>
            <a:spLocks noGrp="1"/>
          </p:cNvSpPr>
          <p:nvPr>
            <p:ph sz="quarter" idx="13" hasCustomPrompt="1"/>
          </p:nvPr>
        </p:nvSpPr>
        <p:spPr>
          <a:xfrm>
            <a:off x="6394742" y="3285489"/>
            <a:ext cx="2340000" cy="21240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Designated space to input the body text for your content. Use it to convey your message, share information, or express your ideas effectively.</a:t>
            </a:r>
          </a:p>
        </p:txBody>
      </p:sp>
      <p:sp>
        <p:nvSpPr>
          <p:cNvPr id="25" name="Text Placeholder 23">
            <a:extLst>
              <a:ext uri="{FF2B5EF4-FFF2-40B4-BE49-F238E27FC236}">
                <a16:creationId xmlns:a16="http://schemas.microsoft.com/office/drawing/2014/main" id="{1685D53D-9872-2E05-F67B-F789AD538602}"/>
              </a:ext>
            </a:extLst>
          </p:cNvPr>
          <p:cNvSpPr>
            <a:spLocks noGrp="1"/>
          </p:cNvSpPr>
          <p:nvPr>
            <p:ph type="body" sz="quarter" idx="24" hasCustomPrompt="1"/>
          </p:nvPr>
        </p:nvSpPr>
        <p:spPr>
          <a:xfrm>
            <a:off x="512725" y="2630170"/>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in no more than 2 lines of text</a:t>
            </a:r>
          </a:p>
        </p:txBody>
      </p:sp>
      <p:sp>
        <p:nvSpPr>
          <p:cNvPr id="28" name="Text Placeholder 23">
            <a:extLst>
              <a:ext uri="{FF2B5EF4-FFF2-40B4-BE49-F238E27FC236}">
                <a16:creationId xmlns:a16="http://schemas.microsoft.com/office/drawing/2014/main" id="{F0F2594D-4B08-E96D-88C7-83D5B59DDA55}"/>
              </a:ext>
            </a:extLst>
          </p:cNvPr>
          <p:cNvSpPr>
            <a:spLocks noGrp="1"/>
          </p:cNvSpPr>
          <p:nvPr>
            <p:ph type="body" sz="quarter" idx="25" hasCustomPrompt="1"/>
          </p:nvPr>
        </p:nvSpPr>
        <p:spPr>
          <a:xfrm>
            <a:off x="3453892" y="2630170"/>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in no more than 2 lines of text</a:t>
            </a:r>
          </a:p>
        </p:txBody>
      </p:sp>
      <p:sp>
        <p:nvSpPr>
          <p:cNvPr id="29" name="Text Placeholder 23">
            <a:extLst>
              <a:ext uri="{FF2B5EF4-FFF2-40B4-BE49-F238E27FC236}">
                <a16:creationId xmlns:a16="http://schemas.microsoft.com/office/drawing/2014/main" id="{A8C45A16-F6AF-79E4-ABE4-980985D6E88D}"/>
              </a:ext>
            </a:extLst>
          </p:cNvPr>
          <p:cNvSpPr>
            <a:spLocks noGrp="1"/>
          </p:cNvSpPr>
          <p:nvPr>
            <p:ph type="body" sz="quarter" idx="26" hasCustomPrompt="1"/>
          </p:nvPr>
        </p:nvSpPr>
        <p:spPr>
          <a:xfrm>
            <a:off x="6394742" y="2630170"/>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in no more than 2 lines of text</a:t>
            </a:r>
          </a:p>
        </p:txBody>
      </p:sp>
      <p:sp>
        <p:nvSpPr>
          <p:cNvPr id="30" name="Content Placeholder 4">
            <a:extLst>
              <a:ext uri="{FF2B5EF4-FFF2-40B4-BE49-F238E27FC236}">
                <a16:creationId xmlns:a16="http://schemas.microsoft.com/office/drawing/2014/main" id="{A9467270-0EF8-A7E2-B6B1-F5C43D1F8AC4}"/>
              </a:ext>
            </a:extLst>
          </p:cNvPr>
          <p:cNvSpPr>
            <a:spLocks noGrp="1"/>
          </p:cNvSpPr>
          <p:nvPr>
            <p:ph sz="quarter" idx="30" hasCustomPrompt="1"/>
          </p:nvPr>
        </p:nvSpPr>
        <p:spPr>
          <a:xfrm>
            <a:off x="9335592" y="3285489"/>
            <a:ext cx="2340000" cy="21240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Designated space to input the body text for your content. Use it to convey your message, share information, or express your ideas effectively.</a:t>
            </a:r>
          </a:p>
        </p:txBody>
      </p:sp>
      <p:sp>
        <p:nvSpPr>
          <p:cNvPr id="31" name="Text Placeholder 23">
            <a:extLst>
              <a:ext uri="{FF2B5EF4-FFF2-40B4-BE49-F238E27FC236}">
                <a16:creationId xmlns:a16="http://schemas.microsoft.com/office/drawing/2014/main" id="{743D0181-5483-3441-362F-466023E6F418}"/>
              </a:ext>
            </a:extLst>
          </p:cNvPr>
          <p:cNvSpPr>
            <a:spLocks noGrp="1"/>
          </p:cNvSpPr>
          <p:nvPr>
            <p:ph type="body" sz="quarter" idx="31" hasCustomPrompt="1"/>
          </p:nvPr>
        </p:nvSpPr>
        <p:spPr>
          <a:xfrm>
            <a:off x="9335592" y="2630170"/>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in no more than 2 lines of text</a:t>
            </a:r>
          </a:p>
        </p:txBody>
      </p:sp>
      <p:sp>
        <p:nvSpPr>
          <p:cNvPr id="32" name="Picture Placeholder 15">
            <a:extLst>
              <a:ext uri="{FF2B5EF4-FFF2-40B4-BE49-F238E27FC236}">
                <a16:creationId xmlns:a16="http://schemas.microsoft.com/office/drawing/2014/main" id="{0419E103-77EB-7D50-C2B7-BB9A49372C81}"/>
              </a:ext>
            </a:extLst>
          </p:cNvPr>
          <p:cNvSpPr>
            <a:spLocks noGrp="1"/>
          </p:cNvSpPr>
          <p:nvPr>
            <p:ph type="pic" sz="quarter" idx="32" hasCustomPrompt="1"/>
          </p:nvPr>
        </p:nvSpPr>
        <p:spPr>
          <a:xfrm>
            <a:off x="512725" y="1965325"/>
            <a:ext cx="539750" cy="539750"/>
          </a:xfrm>
        </p:spPr>
        <p:txBody>
          <a:bodyPr>
            <a:normAutofit/>
          </a:bodyPr>
          <a:lstStyle>
            <a:lvl1pPr marL="0" indent="0">
              <a:buFontTx/>
              <a:buNone/>
              <a:defRPr sz="1000"/>
            </a:lvl1pPr>
          </a:lstStyle>
          <a:p>
            <a:r>
              <a:rPr lang="en-US"/>
              <a:t>ICONS</a:t>
            </a:r>
          </a:p>
        </p:txBody>
      </p:sp>
      <p:sp>
        <p:nvSpPr>
          <p:cNvPr id="33" name="Picture Placeholder 15">
            <a:extLst>
              <a:ext uri="{FF2B5EF4-FFF2-40B4-BE49-F238E27FC236}">
                <a16:creationId xmlns:a16="http://schemas.microsoft.com/office/drawing/2014/main" id="{4CE07DAA-BBB0-10C2-D400-C1EA56893018}"/>
              </a:ext>
            </a:extLst>
          </p:cNvPr>
          <p:cNvSpPr>
            <a:spLocks noGrp="1"/>
          </p:cNvSpPr>
          <p:nvPr>
            <p:ph type="pic" sz="quarter" idx="33" hasCustomPrompt="1"/>
          </p:nvPr>
        </p:nvSpPr>
        <p:spPr>
          <a:xfrm>
            <a:off x="3453892" y="1965325"/>
            <a:ext cx="539750" cy="539750"/>
          </a:xfrm>
        </p:spPr>
        <p:txBody>
          <a:bodyPr>
            <a:normAutofit/>
          </a:bodyPr>
          <a:lstStyle>
            <a:lvl1pPr marL="0" indent="0">
              <a:buFontTx/>
              <a:buNone/>
              <a:defRPr sz="1000"/>
            </a:lvl1pPr>
          </a:lstStyle>
          <a:p>
            <a:r>
              <a:rPr lang="en-US"/>
              <a:t>ICONS</a:t>
            </a:r>
          </a:p>
        </p:txBody>
      </p:sp>
      <p:sp>
        <p:nvSpPr>
          <p:cNvPr id="34" name="Picture Placeholder 15">
            <a:extLst>
              <a:ext uri="{FF2B5EF4-FFF2-40B4-BE49-F238E27FC236}">
                <a16:creationId xmlns:a16="http://schemas.microsoft.com/office/drawing/2014/main" id="{357E1D4C-7741-CE2E-5049-4F0E67490A05}"/>
              </a:ext>
            </a:extLst>
          </p:cNvPr>
          <p:cNvSpPr>
            <a:spLocks noGrp="1"/>
          </p:cNvSpPr>
          <p:nvPr>
            <p:ph type="pic" sz="quarter" idx="34" hasCustomPrompt="1"/>
          </p:nvPr>
        </p:nvSpPr>
        <p:spPr>
          <a:xfrm>
            <a:off x="6394742" y="1965325"/>
            <a:ext cx="539750" cy="539750"/>
          </a:xfrm>
        </p:spPr>
        <p:txBody>
          <a:bodyPr>
            <a:normAutofit/>
          </a:bodyPr>
          <a:lstStyle>
            <a:lvl1pPr marL="0" indent="0">
              <a:buFontTx/>
              <a:buNone/>
              <a:defRPr sz="1000"/>
            </a:lvl1pPr>
          </a:lstStyle>
          <a:p>
            <a:r>
              <a:rPr lang="en-US"/>
              <a:t>ICONS</a:t>
            </a:r>
          </a:p>
        </p:txBody>
      </p:sp>
      <p:sp>
        <p:nvSpPr>
          <p:cNvPr id="35" name="Picture Placeholder 15">
            <a:extLst>
              <a:ext uri="{FF2B5EF4-FFF2-40B4-BE49-F238E27FC236}">
                <a16:creationId xmlns:a16="http://schemas.microsoft.com/office/drawing/2014/main" id="{392105B4-F615-0097-2247-1AF2C932EB48}"/>
              </a:ext>
            </a:extLst>
          </p:cNvPr>
          <p:cNvSpPr>
            <a:spLocks noGrp="1"/>
          </p:cNvSpPr>
          <p:nvPr>
            <p:ph type="pic" sz="quarter" idx="35" hasCustomPrompt="1"/>
          </p:nvPr>
        </p:nvSpPr>
        <p:spPr>
          <a:xfrm>
            <a:off x="9335592" y="1965325"/>
            <a:ext cx="539750" cy="539750"/>
          </a:xfrm>
        </p:spPr>
        <p:txBody>
          <a:bodyPr>
            <a:normAutofit/>
          </a:bodyPr>
          <a:lstStyle>
            <a:lvl1pPr marL="0" indent="0">
              <a:buFontTx/>
              <a:buNone/>
              <a:defRPr sz="1000"/>
            </a:lvl1pPr>
          </a:lstStyle>
          <a:p>
            <a:r>
              <a:rPr lang="en-US"/>
              <a:t>ICONS</a:t>
            </a:r>
          </a:p>
        </p:txBody>
      </p:sp>
    </p:spTree>
    <p:extLst>
      <p:ext uri="{BB962C8B-B14F-4D97-AF65-F5344CB8AC3E}">
        <p14:creationId xmlns:p14="http://schemas.microsoft.com/office/powerpoint/2010/main" val="16661409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userDrawn="1">
          <p15:clr>
            <a:srgbClr val="FBAE40"/>
          </p15:clr>
        </p15:guide>
        <p15:guide id="2" pos="2506" userDrawn="1">
          <p15:clr>
            <a:srgbClr val="FBAE40"/>
          </p15:clr>
        </p15:guide>
        <p15:guide id="3" pos="4978" userDrawn="1">
          <p15:clr>
            <a:srgbClr val="FBAE40"/>
          </p15:clr>
        </p15:guide>
        <p15:guide id="4" pos="5172" userDrawn="1">
          <p15:clr>
            <a:srgbClr val="FBAE40"/>
          </p15:clr>
        </p15:guide>
        <p15:guide id="5" orient="horz" pos="1152" userDrawn="1">
          <p15:clr>
            <a:srgbClr val="FBAE40"/>
          </p15:clr>
        </p15:guide>
        <p15:guide id="6" orient="horz" pos="3832" userDrawn="1">
          <p15:clr>
            <a:srgbClr val="FBAE40"/>
          </p15:clr>
        </p15:guide>
        <p15:guide id="7" orient="horz" pos="4148" userDrawn="1">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Three Content with numbering and Image">
    <p:spTree>
      <p:nvGrpSpPr>
        <p:cNvPr id="1" name=""/>
        <p:cNvGrpSpPr/>
        <p:nvPr/>
      </p:nvGrpSpPr>
      <p:grpSpPr>
        <a:xfrm>
          <a:off x="0" y="0"/>
          <a:ext cx="0" cy="0"/>
          <a:chOff x="0" y="0"/>
          <a:chExt cx="0" cy="0"/>
        </a:xfrm>
      </p:grpSpPr>
      <p:sp>
        <p:nvSpPr>
          <p:cNvPr id="2" name="Picture Placeholder 2">
            <a:extLst>
              <a:ext uri="{FF2B5EF4-FFF2-40B4-BE49-F238E27FC236}">
                <a16:creationId xmlns:a16="http://schemas.microsoft.com/office/drawing/2014/main" id="{FD1411E7-651A-C39D-A51D-32CDA27B147D}"/>
              </a:ext>
            </a:extLst>
          </p:cNvPr>
          <p:cNvSpPr>
            <a:spLocks noGrp="1"/>
          </p:cNvSpPr>
          <p:nvPr>
            <p:ph type="pic" sz="quarter" idx="16" hasCustomPrompt="1"/>
          </p:nvPr>
        </p:nvSpPr>
        <p:spPr>
          <a:xfrm>
            <a:off x="9187992" y="1828800"/>
            <a:ext cx="2635200" cy="3714750"/>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a:t>[Click icon to insert photo]</a:t>
            </a:r>
          </a:p>
        </p:txBody>
      </p:sp>
      <p:sp>
        <p:nvSpPr>
          <p:cNvPr id="10" name="Rectangle">
            <a:extLst>
              <a:ext uri="{FF2B5EF4-FFF2-40B4-BE49-F238E27FC236}">
                <a16:creationId xmlns:a16="http://schemas.microsoft.com/office/drawing/2014/main" id="{48742422-6537-1397-FC9C-2281DCB667AA}"/>
              </a:ext>
            </a:extLst>
          </p:cNvPr>
          <p:cNvSpPr/>
          <p:nvPr/>
        </p:nvSpPr>
        <p:spPr>
          <a:xfrm>
            <a:off x="365125" y="1828800"/>
            <a:ext cx="2635200" cy="3714750"/>
          </a:xfrm>
          <a:prstGeom prst="rect">
            <a:avLst/>
          </a:prstGeom>
          <a:solidFill>
            <a:srgbClr val="F2F7F8"/>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11" name="Rectangle">
            <a:extLst>
              <a:ext uri="{FF2B5EF4-FFF2-40B4-BE49-F238E27FC236}">
                <a16:creationId xmlns:a16="http://schemas.microsoft.com/office/drawing/2014/main" id="{92085AB4-0821-EC77-6B6E-D700A6464A9A}"/>
              </a:ext>
            </a:extLst>
          </p:cNvPr>
          <p:cNvSpPr/>
          <p:nvPr/>
        </p:nvSpPr>
        <p:spPr>
          <a:xfrm>
            <a:off x="3306292" y="1828800"/>
            <a:ext cx="2635200" cy="3714750"/>
          </a:xfrm>
          <a:prstGeom prst="rect">
            <a:avLst/>
          </a:prstGeom>
          <a:solidFill>
            <a:srgbClr val="F2F7F8"/>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12" name="Rectangle">
            <a:extLst>
              <a:ext uri="{FF2B5EF4-FFF2-40B4-BE49-F238E27FC236}">
                <a16:creationId xmlns:a16="http://schemas.microsoft.com/office/drawing/2014/main" id="{452A60C8-A3F6-A3AA-7C25-A59E6169A420}"/>
              </a:ext>
            </a:extLst>
          </p:cNvPr>
          <p:cNvSpPr/>
          <p:nvPr/>
        </p:nvSpPr>
        <p:spPr>
          <a:xfrm>
            <a:off x="6247142" y="1828800"/>
            <a:ext cx="2635200" cy="3714750"/>
          </a:xfrm>
          <a:prstGeom prst="rect">
            <a:avLst/>
          </a:prstGeom>
          <a:solidFill>
            <a:srgbClr val="F2F7F8"/>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hasCustomPrompt="1"/>
          </p:nvPr>
        </p:nvSpPr>
        <p:spPr>
          <a:xfrm>
            <a:off x="512725" y="3285489"/>
            <a:ext cx="2340000" cy="21240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Designated space to input the body text for your content. Use it to convey your message, share information, or express your ideas effectively.</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hasCustomPrompt="1"/>
          </p:nvPr>
        </p:nvSpPr>
        <p:spPr>
          <a:xfrm>
            <a:off x="3453892" y="3285489"/>
            <a:ext cx="2340000" cy="21240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Designated space to input the body text for your content. Use it to convey your message, share information, or express your ideas effectively.</a:t>
            </a:r>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hasCustomPrompt="1"/>
          </p:nvPr>
        </p:nvSpPr>
        <p:spPr>
          <a:xfrm>
            <a:off x="6394742" y="3285489"/>
            <a:ext cx="2340000" cy="21240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Designated space to input the body text for your content. Use it to convey your message, share information, or express your ideas effectively.</a:t>
            </a:r>
          </a:p>
        </p:txBody>
      </p:sp>
      <p:sp>
        <p:nvSpPr>
          <p:cNvPr id="24" name="Text Placeholder 23">
            <a:extLst>
              <a:ext uri="{FF2B5EF4-FFF2-40B4-BE49-F238E27FC236}">
                <a16:creationId xmlns:a16="http://schemas.microsoft.com/office/drawing/2014/main" id="{99151199-89C4-C469-2508-71FDE0F98C11}"/>
              </a:ext>
            </a:extLst>
          </p:cNvPr>
          <p:cNvSpPr>
            <a:spLocks noGrp="1"/>
          </p:cNvSpPr>
          <p:nvPr>
            <p:ph type="body" sz="quarter" idx="24" hasCustomPrompt="1"/>
          </p:nvPr>
        </p:nvSpPr>
        <p:spPr>
          <a:xfrm>
            <a:off x="512725" y="2630170"/>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in no more than 2 lines of text</a:t>
            </a:r>
          </a:p>
        </p:txBody>
      </p:sp>
      <p:sp>
        <p:nvSpPr>
          <p:cNvPr id="26" name="Text Placeholder 23">
            <a:extLst>
              <a:ext uri="{FF2B5EF4-FFF2-40B4-BE49-F238E27FC236}">
                <a16:creationId xmlns:a16="http://schemas.microsoft.com/office/drawing/2014/main" id="{E87AAFDC-C5F8-9863-E682-0FADD32F75E4}"/>
              </a:ext>
            </a:extLst>
          </p:cNvPr>
          <p:cNvSpPr>
            <a:spLocks noGrp="1"/>
          </p:cNvSpPr>
          <p:nvPr>
            <p:ph type="body" sz="quarter" idx="25" hasCustomPrompt="1"/>
          </p:nvPr>
        </p:nvSpPr>
        <p:spPr>
          <a:xfrm>
            <a:off x="3453892" y="2630170"/>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in no more than 2 lines of text</a:t>
            </a:r>
          </a:p>
        </p:txBody>
      </p:sp>
      <p:sp>
        <p:nvSpPr>
          <p:cNvPr id="27" name="Text Placeholder 23">
            <a:extLst>
              <a:ext uri="{FF2B5EF4-FFF2-40B4-BE49-F238E27FC236}">
                <a16:creationId xmlns:a16="http://schemas.microsoft.com/office/drawing/2014/main" id="{DA2E51EC-3B36-0590-AB00-E45EC6E92BCF}"/>
              </a:ext>
            </a:extLst>
          </p:cNvPr>
          <p:cNvSpPr>
            <a:spLocks noGrp="1"/>
          </p:cNvSpPr>
          <p:nvPr>
            <p:ph type="body" sz="quarter" idx="26" hasCustomPrompt="1"/>
          </p:nvPr>
        </p:nvSpPr>
        <p:spPr>
          <a:xfrm>
            <a:off x="6394742" y="2630170"/>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in no more than 2 lines of text</a:t>
            </a:r>
          </a:p>
        </p:txBody>
      </p:sp>
      <p:sp>
        <p:nvSpPr>
          <p:cNvPr id="9" name="Title 1">
            <a:extLst>
              <a:ext uri="{FF2B5EF4-FFF2-40B4-BE49-F238E27FC236}">
                <a16:creationId xmlns:a16="http://schemas.microsoft.com/office/drawing/2014/main" id="{3A8771AB-23E6-B24D-A20F-781526D19D52}"/>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a:t>[Slide title]</a:t>
            </a:r>
          </a:p>
        </p:txBody>
      </p:sp>
      <p:sp>
        <p:nvSpPr>
          <p:cNvPr id="7" name="Text Placeholder 23">
            <a:extLst>
              <a:ext uri="{FF2B5EF4-FFF2-40B4-BE49-F238E27FC236}">
                <a16:creationId xmlns:a16="http://schemas.microsoft.com/office/drawing/2014/main" id="{0E8A22B5-D8FA-AC94-6A88-926A4D268ED8}"/>
              </a:ext>
            </a:extLst>
          </p:cNvPr>
          <p:cNvSpPr>
            <a:spLocks noGrp="1"/>
          </p:cNvSpPr>
          <p:nvPr>
            <p:ph type="body" sz="quarter" idx="27" hasCustomPrompt="1"/>
          </p:nvPr>
        </p:nvSpPr>
        <p:spPr>
          <a:xfrm>
            <a:off x="512725" y="1990090"/>
            <a:ext cx="508978" cy="516889"/>
          </a:xfrm>
        </p:spPr>
        <p:txBody>
          <a:bodyPr>
            <a:noAutofit/>
          </a:bodyPr>
          <a:lstStyle>
            <a:lvl1pPr marL="0" indent="0">
              <a:buFontTx/>
              <a:buNone/>
              <a:defRPr sz="28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01</a:t>
            </a:r>
          </a:p>
        </p:txBody>
      </p:sp>
      <p:sp>
        <p:nvSpPr>
          <p:cNvPr id="8" name="Text Placeholder 23">
            <a:extLst>
              <a:ext uri="{FF2B5EF4-FFF2-40B4-BE49-F238E27FC236}">
                <a16:creationId xmlns:a16="http://schemas.microsoft.com/office/drawing/2014/main" id="{74339A3B-427E-47EB-1B5C-C0731E675121}"/>
              </a:ext>
            </a:extLst>
          </p:cNvPr>
          <p:cNvSpPr>
            <a:spLocks noGrp="1"/>
          </p:cNvSpPr>
          <p:nvPr>
            <p:ph type="body" sz="quarter" idx="28" hasCustomPrompt="1"/>
          </p:nvPr>
        </p:nvSpPr>
        <p:spPr>
          <a:xfrm>
            <a:off x="3453892" y="1990090"/>
            <a:ext cx="508978" cy="516889"/>
          </a:xfrm>
        </p:spPr>
        <p:txBody>
          <a:bodyPr>
            <a:noAutofit/>
          </a:bodyPr>
          <a:lstStyle>
            <a:lvl1pPr marL="0" indent="0">
              <a:buFontTx/>
              <a:buNone/>
              <a:defRPr sz="28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02</a:t>
            </a:r>
          </a:p>
        </p:txBody>
      </p:sp>
      <p:sp>
        <p:nvSpPr>
          <p:cNvPr id="15" name="Text Placeholder 23">
            <a:extLst>
              <a:ext uri="{FF2B5EF4-FFF2-40B4-BE49-F238E27FC236}">
                <a16:creationId xmlns:a16="http://schemas.microsoft.com/office/drawing/2014/main" id="{7899FE24-A5C4-23E3-47FE-433C39AE6324}"/>
              </a:ext>
            </a:extLst>
          </p:cNvPr>
          <p:cNvSpPr>
            <a:spLocks noGrp="1"/>
          </p:cNvSpPr>
          <p:nvPr>
            <p:ph type="body" sz="quarter" idx="29" hasCustomPrompt="1"/>
          </p:nvPr>
        </p:nvSpPr>
        <p:spPr>
          <a:xfrm>
            <a:off x="6394742" y="1990090"/>
            <a:ext cx="508978" cy="516889"/>
          </a:xfrm>
        </p:spPr>
        <p:txBody>
          <a:bodyPr>
            <a:noAutofit/>
          </a:bodyPr>
          <a:lstStyle>
            <a:lvl1pPr marL="0" indent="0">
              <a:buFontTx/>
              <a:buNone/>
              <a:defRPr sz="28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03</a:t>
            </a:r>
          </a:p>
        </p:txBody>
      </p:sp>
    </p:spTree>
    <p:extLst>
      <p:ext uri="{BB962C8B-B14F-4D97-AF65-F5344CB8AC3E}">
        <p14:creationId xmlns:p14="http://schemas.microsoft.com/office/powerpoint/2010/main" val="41916310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userDrawn="1">
          <p15:clr>
            <a:srgbClr val="FBAE40"/>
          </p15:clr>
        </p15:guide>
        <p15:guide id="2" pos="2506" userDrawn="1">
          <p15:clr>
            <a:srgbClr val="FBAE40"/>
          </p15:clr>
        </p15:guide>
        <p15:guide id="3" pos="4978" userDrawn="1">
          <p15:clr>
            <a:srgbClr val="FBAE40"/>
          </p15:clr>
        </p15:guide>
        <p15:guide id="4" pos="5172" userDrawn="1">
          <p15:clr>
            <a:srgbClr val="FBAE40"/>
          </p15:clr>
        </p15:guide>
        <p15:guide id="5" orient="horz" pos="1152" userDrawn="1">
          <p15:clr>
            <a:srgbClr val="FBAE40"/>
          </p15:clr>
        </p15:guide>
        <p15:guide id="6" orient="horz" pos="3832" userDrawn="1">
          <p15:clr>
            <a:srgbClr val="FBAE40"/>
          </p15:clr>
        </p15:guide>
        <p15:guide id="7" orient="horz" pos="4148" userDrawn="1">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Three Content with numbering and Image 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4500828-6071-0889-65BB-0FC3655E2D09}"/>
              </a:ext>
            </a:extLst>
          </p:cNvPr>
          <p:cNvSpPr/>
          <p:nvPr/>
        </p:nvSpPr>
        <p:spPr>
          <a:xfrm>
            <a:off x="0" y="0"/>
            <a:ext cx="12192000" cy="6858000"/>
          </a:xfrm>
          <a:prstGeom prst="rect">
            <a:avLst/>
          </a:prstGeom>
          <a:solidFill>
            <a:srgbClr val="F2F7F8"/>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latin typeface="Aptos Light" panose="020B0004020202020204" pitchFamily="34" charset="0"/>
            </a:endParaRPr>
          </a:p>
        </p:txBody>
      </p:sp>
      <p:sp>
        <p:nvSpPr>
          <p:cNvPr id="6" name="UST" descr="UST">
            <a:extLst>
              <a:ext uri="{FF2B5EF4-FFF2-40B4-BE49-F238E27FC236}">
                <a16:creationId xmlns:a16="http://schemas.microsoft.com/office/drawing/2014/main" id="{63BDAF2E-DD6E-72F0-91D7-FCD33F705716}"/>
              </a:ext>
            </a:extLst>
          </p:cNvPr>
          <p:cNvSpPr>
            <a:spLocks noChangeAspect="1" noEditPoints="1"/>
          </p:cNvSpPr>
          <p:nvPr/>
        </p:nvSpPr>
        <p:spPr bwMode="black">
          <a:xfrm>
            <a:off x="365760" y="6238277"/>
            <a:ext cx="320040" cy="354090"/>
          </a:xfrm>
          <a:custGeom>
            <a:avLst/>
            <a:gdLst>
              <a:gd name="T0" fmla="*/ 3605 w 4000"/>
              <a:gd name="T1" fmla="*/ 485 h 4419"/>
              <a:gd name="T2" fmla="*/ 3605 w 4000"/>
              <a:gd name="T3" fmla="*/ 485 h 4419"/>
              <a:gd name="T4" fmla="*/ 2969 w 4000"/>
              <a:gd name="T5" fmla="*/ 485 h 4419"/>
              <a:gd name="T6" fmla="*/ 2969 w 4000"/>
              <a:gd name="T7" fmla="*/ 1120 h 4419"/>
              <a:gd name="T8" fmla="*/ 3605 w 4000"/>
              <a:gd name="T9" fmla="*/ 1120 h 4419"/>
              <a:gd name="T10" fmla="*/ 3605 w 4000"/>
              <a:gd name="T11" fmla="*/ 485 h 4419"/>
              <a:gd name="T12" fmla="*/ 4000 w 4000"/>
              <a:gd name="T13" fmla="*/ 2730 h 4419"/>
              <a:gd name="T14" fmla="*/ 4000 w 4000"/>
              <a:gd name="T15" fmla="*/ 2730 h 4419"/>
              <a:gd name="T16" fmla="*/ 2574 w 4000"/>
              <a:gd name="T17" fmla="*/ 2730 h 4419"/>
              <a:gd name="T18" fmla="*/ 2574 w 4000"/>
              <a:gd name="T19" fmla="*/ 3120 h 4419"/>
              <a:gd name="T20" fmla="*/ 3062 w 4000"/>
              <a:gd name="T21" fmla="*/ 3120 h 4419"/>
              <a:gd name="T22" fmla="*/ 3062 w 4000"/>
              <a:gd name="T23" fmla="*/ 4367 h 4419"/>
              <a:gd name="T24" fmla="*/ 3512 w 4000"/>
              <a:gd name="T25" fmla="*/ 4367 h 4419"/>
              <a:gd name="T26" fmla="*/ 3512 w 4000"/>
              <a:gd name="T27" fmla="*/ 3120 h 4419"/>
              <a:gd name="T28" fmla="*/ 4000 w 4000"/>
              <a:gd name="T29" fmla="*/ 3120 h 4419"/>
              <a:gd name="T30" fmla="*/ 4000 w 4000"/>
              <a:gd name="T31" fmla="*/ 2730 h 4419"/>
              <a:gd name="T32" fmla="*/ 903 w 4000"/>
              <a:gd name="T33" fmla="*/ 3385 h 4419"/>
              <a:gd name="T34" fmla="*/ 903 w 4000"/>
              <a:gd name="T35" fmla="*/ 3385 h 4419"/>
              <a:gd name="T36" fmla="*/ 760 w 4000"/>
              <a:gd name="T37" fmla="*/ 3351 h 4419"/>
              <a:gd name="T38" fmla="*/ 530 w 4000"/>
              <a:gd name="T39" fmla="*/ 3188 h 4419"/>
              <a:gd name="T40" fmla="*/ 760 w 4000"/>
              <a:gd name="T41" fmla="*/ 3065 h 4419"/>
              <a:gd name="T42" fmla="*/ 1114 w 4000"/>
              <a:gd name="T43" fmla="*/ 3213 h 4419"/>
              <a:gd name="T44" fmla="*/ 1392 w 4000"/>
              <a:gd name="T45" fmla="*/ 2988 h 4419"/>
              <a:gd name="T46" fmla="*/ 763 w 4000"/>
              <a:gd name="T47" fmla="*/ 2683 h 4419"/>
              <a:gd name="T48" fmla="*/ 82 w 4000"/>
              <a:gd name="T49" fmla="*/ 3199 h 4419"/>
              <a:gd name="T50" fmla="*/ 635 w 4000"/>
              <a:gd name="T51" fmla="*/ 3739 h 4419"/>
              <a:gd name="T52" fmla="*/ 784 w 4000"/>
              <a:gd name="T53" fmla="*/ 3776 h 4419"/>
              <a:gd name="T54" fmla="*/ 984 w 4000"/>
              <a:gd name="T55" fmla="*/ 3912 h 4419"/>
              <a:gd name="T56" fmla="*/ 718 w 4000"/>
              <a:gd name="T57" fmla="*/ 4050 h 4419"/>
              <a:gd name="T58" fmla="*/ 307 w 4000"/>
              <a:gd name="T59" fmla="*/ 3867 h 4419"/>
              <a:gd name="T60" fmla="*/ 29 w 4000"/>
              <a:gd name="T61" fmla="*/ 4092 h 4419"/>
              <a:gd name="T62" fmla="*/ 721 w 4000"/>
              <a:gd name="T63" fmla="*/ 4419 h 4419"/>
              <a:gd name="T64" fmla="*/ 1451 w 4000"/>
              <a:gd name="T65" fmla="*/ 3900 h 4419"/>
              <a:gd name="T66" fmla="*/ 903 w 4000"/>
              <a:gd name="T67" fmla="*/ 3385 h 4419"/>
              <a:gd name="T68" fmla="*/ 1026 w 4000"/>
              <a:gd name="T69" fmla="*/ 0 h 4419"/>
              <a:gd name="T70" fmla="*/ 1026 w 4000"/>
              <a:gd name="T71" fmla="*/ 0 h 4419"/>
              <a:gd name="T72" fmla="*/ 1475 w 4000"/>
              <a:gd name="T73" fmla="*/ 0 h 4419"/>
              <a:gd name="T74" fmla="*/ 1475 w 4000"/>
              <a:gd name="T75" fmla="*/ 967 h 4419"/>
              <a:gd name="T76" fmla="*/ 741 w 4000"/>
              <a:gd name="T77" fmla="*/ 1688 h 4419"/>
              <a:gd name="T78" fmla="*/ 0 w 4000"/>
              <a:gd name="T79" fmla="*/ 967 h 4419"/>
              <a:gd name="T80" fmla="*/ 0 w 4000"/>
              <a:gd name="T81" fmla="*/ 0 h 4419"/>
              <a:gd name="T82" fmla="*/ 449 w 4000"/>
              <a:gd name="T83" fmla="*/ 0 h 4419"/>
              <a:gd name="T84" fmla="*/ 449 w 4000"/>
              <a:gd name="T85" fmla="*/ 970 h 4419"/>
              <a:gd name="T86" fmla="*/ 739 w 4000"/>
              <a:gd name="T87" fmla="*/ 1273 h 4419"/>
              <a:gd name="T88" fmla="*/ 1026 w 4000"/>
              <a:gd name="T89" fmla="*/ 970 h 4419"/>
              <a:gd name="T90" fmla="*/ 1026 w 4000"/>
              <a:gd name="T91" fmla="*/ 0 h 4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000" h="4419">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ptos Light" panose="020B0004020202020204" pitchFamily="34" charset="0"/>
            </a:endParaRPr>
          </a:p>
        </p:txBody>
      </p:sp>
      <p:sp>
        <p:nvSpPr>
          <p:cNvPr id="13" name="Legal">
            <a:extLst>
              <a:ext uri="{FF2B5EF4-FFF2-40B4-BE49-F238E27FC236}">
                <a16:creationId xmlns:a16="http://schemas.microsoft.com/office/drawing/2014/main" id="{6E56E1E6-6F65-0611-37E8-798096A1F5DC}"/>
              </a:ext>
            </a:extLst>
          </p:cNvPr>
          <p:cNvSpPr txBox="1"/>
          <p:nvPr/>
        </p:nvSpPr>
        <p:spPr>
          <a:xfrm>
            <a:off x="8223294" y="6402070"/>
            <a:ext cx="3142698" cy="182880"/>
          </a:xfrm>
          <a:prstGeom prst="rect">
            <a:avLst/>
          </a:prstGeom>
          <a:noFill/>
        </p:spPr>
        <p:txBody>
          <a:bodyPr wrap="none" lIns="0" tIns="0" rIns="0" bIns="0" rtlCol="0" anchor="b" anchorCtr="0">
            <a:noAutofit/>
          </a:bodyPr>
          <a:lstStyle/>
          <a:p>
            <a:pPr marL="0" indent="0" algn="r">
              <a:lnSpc>
                <a:spcPct val="100000"/>
              </a:lnSpc>
              <a:spcBef>
                <a:spcPts val="0"/>
              </a:spcBef>
              <a:buSzPct val="100000"/>
              <a:buFontTx/>
              <a:buNone/>
            </a:pPr>
            <a:r>
              <a:rPr lang="en-US" sz="800" b="0">
                <a:latin typeface="Aptos Light" panose="020B0004020202020204" pitchFamily="34" charset="0"/>
              </a:rPr>
              <a:t>Confidential and Proprietary. © 2026 UST Global Inc</a:t>
            </a:r>
          </a:p>
        </p:txBody>
      </p:sp>
      <p:sp>
        <p:nvSpPr>
          <p:cNvPr id="16" name="Slide Number Placeholder 10">
            <a:extLst>
              <a:ext uri="{FF2B5EF4-FFF2-40B4-BE49-F238E27FC236}">
                <a16:creationId xmlns:a16="http://schemas.microsoft.com/office/drawing/2014/main" id="{2C462018-605C-661D-7350-F489E2879743}"/>
              </a:ext>
            </a:extLst>
          </p:cNvPr>
          <p:cNvSpPr txBox="1">
            <a:spLocks/>
          </p:cNvSpPr>
          <p:nvPr/>
        </p:nvSpPr>
        <p:spPr>
          <a:xfrm>
            <a:off x="11365992" y="6317730"/>
            <a:ext cx="457200" cy="274637"/>
          </a:xfrm>
          <a:prstGeom prst="rect">
            <a:avLst/>
          </a:prstGeom>
        </p:spPr>
        <p:txBody>
          <a:bodyPr vert="horz" lIns="0" tIns="0" rIns="0" bIns="0" rtlCol="0" anchor="b" anchorCtr="0"/>
          <a:lstStyle>
            <a:defPPr>
              <a:defRPr lang="en-US"/>
            </a:defPPr>
            <a:lvl1pPr marL="0" algn="r" defTabSz="892894" rtl="0" eaLnBrk="1" latinLnBrk="0" hangingPunct="1">
              <a:defRPr sz="1000" kern="1200">
                <a:solidFill>
                  <a:schemeClr val="accent3"/>
                </a:solidFill>
                <a:latin typeface="Helvetica"/>
                <a:ea typeface="+mn-ea"/>
                <a:cs typeface="Helvetica"/>
              </a:defRPr>
            </a:lvl1pPr>
            <a:lvl2pPr marL="446447" algn="l" defTabSz="892894" rtl="0" eaLnBrk="1" latinLnBrk="0" hangingPunct="1">
              <a:defRPr sz="1700" kern="1200">
                <a:solidFill>
                  <a:schemeClr val="tx1"/>
                </a:solidFill>
                <a:latin typeface="+mn-lt"/>
                <a:ea typeface="+mn-ea"/>
                <a:cs typeface="+mn-cs"/>
              </a:defRPr>
            </a:lvl2pPr>
            <a:lvl3pPr marL="892894" algn="l" defTabSz="892894" rtl="0" eaLnBrk="1" latinLnBrk="0" hangingPunct="1">
              <a:defRPr sz="1700" kern="1200">
                <a:solidFill>
                  <a:schemeClr val="tx1"/>
                </a:solidFill>
                <a:latin typeface="+mn-lt"/>
                <a:ea typeface="+mn-ea"/>
                <a:cs typeface="+mn-cs"/>
              </a:defRPr>
            </a:lvl3pPr>
            <a:lvl4pPr marL="1339340" algn="l" defTabSz="892894" rtl="0" eaLnBrk="1" latinLnBrk="0" hangingPunct="1">
              <a:defRPr sz="1700" kern="1200">
                <a:solidFill>
                  <a:schemeClr val="tx1"/>
                </a:solidFill>
                <a:latin typeface="+mn-lt"/>
                <a:ea typeface="+mn-ea"/>
                <a:cs typeface="+mn-cs"/>
              </a:defRPr>
            </a:lvl4pPr>
            <a:lvl5pPr marL="1785787" algn="l" defTabSz="892894" rtl="0" eaLnBrk="1" latinLnBrk="0" hangingPunct="1">
              <a:defRPr sz="1700" kern="1200">
                <a:solidFill>
                  <a:schemeClr val="tx1"/>
                </a:solidFill>
                <a:latin typeface="+mn-lt"/>
                <a:ea typeface="+mn-ea"/>
                <a:cs typeface="+mn-cs"/>
              </a:defRPr>
            </a:lvl5pPr>
            <a:lvl6pPr marL="2232234" algn="l" defTabSz="892894" rtl="0" eaLnBrk="1" latinLnBrk="0" hangingPunct="1">
              <a:defRPr sz="1700" kern="1200">
                <a:solidFill>
                  <a:schemeClr val="tx1"/>
                </a:solidFill>
                <a:latin typeface="+mn-lt"/>
                <a:ea typeface="+mn-ea"/>
                <a:cs typeface="+mn-cs"/>
              </a:defRPr>
            </a:lvl6pPr>
            <a:lvl7pPr marL="2678681" algn="l" defTabSz="892894" rtl="0" eaLnBrk="1" latinLnBrk="0" hangingPunct="1">
              <a:defRPr sz="1700" kern="1200">
                <a:solidFill>
                  <a:schemeClr val="tx1"/>
                </a:solidFill>
                <a:latin typeface="+mn-lt"/>
                <a:ea typeface="+mn-ea"/>
                <a:cs typeface="+mn-cs"/>
              </a:defRPr>
            </a:lvl7pPr>
            <a:lvl8pPr marL="3125127" algn="l" defTabSz="892894" rtl="0" eaLnBrk="1" latinLnBrk="0" hangingPunct="1">
              <a:defRPr sz="1700" kern="1200">
                <a:solidFill>
                  <a:schemeClr val="tx1"/>
                </a:solidFill>
                <a:latin typeface="+mn-lt"/>
                <a:ea typeface="+mn-ea"/>
                <a:cs typeface="+mn-cs"/>
              </a:defRPr>
            </a:lvl8pPr>
            <a:lvl9pPr marL="3571574" algn="l" defTabSz="892894" rtl="0" eaLnBrk="1" latinLnBrk="0" hangingPunct="1">
              <a:defRPr sz="1700" kern="1200">
                <a:solidFill>
                  <a:schemeClr val="tx1"/>
                </a:solidFill>
                <a:latin typeface="+mn-lt"/>
                <a:ea typeface="+mn-ea"/>
                <a:cs typeface="+mn-cs"/>
              </a:defRPr>
            </a:lvl9pPr>
          </a:lstStyle>
          <a:p>
            <a:pPr algn="r"/>
            <a:r>
              <a:rPr lang="en-US" sz="800">
                <a:solidFill>
                  <a:schemeClr val="tx1"/>
                </a:solidFill>
                <a:latin typeface="Aptos Light" panose="020B0004020202020204" pitchFamily="34" charset="0"/>
                <a:cs typeface="Trebuchet MS"/>
              </a:rPr>
              <a:t> </a:t>
            </a:r>
            <a:fld id="{110FD68B-4EE4-9D43-89F2-B87D6C9CEE3A}" type="slidenum">
              <a:rPr lang="en-US" sz="800" smtClean="0">
                <a:solidFill>
                  <a:schemeClr val="tx1"/>
                </a:solidFill>
                <a:latin typeface="Aptos Light" panose="020B0004020202020204" pitchFamily="34" charset="0"/>
                <a:cs typeface="Trebuchet MS"/>
              </a:rPr>
              <a:pPr algn="r"/>
              <a:t>‹#›</a:t>
            </a:fld>
            <a:endParaRPr lang="en-US" sz="800">
              <a:solidFill>
                <a:schemeClr val="tx1"/>
              </a:solidFill>
              <a:latin typeface="Aptos Light" panose="020B0004020202020204" pitchFamily="34" charset="0"/>
              <a:cs typeface="Trebuchet MS"/>
            </a:endParaRPr>
          </a:p>
        </p:txBody>
      </p:sp>
      <p:sp>
        <p:nvSpPr>
          <p:cNvPr id="2" name="Picture Placeholder 2">
            <a:extLst>
              <a:ext uri="{FF2B5EF4-FFF2-40B4-BE49-F238E27FC236}">
                <a16:creationId xmlns:a16="http://schemas.microsoft.com/office/drawing/2014/main" id="{FD1411E7-651A-C39D-A51D-32CDA27B147D}"/>
              </a:ext>
            </a:extLst>
          </p:cNvPr>
          <p:cNvSpPr>
            <a:spLocks noGrp="1"/>
          </p:cNvSpPr>
          <p:nvPr>
            <p:ph type="pic" sz="quarter" idx="16" hasCustomPrompt="1"/>
          </p:nvPr>
        </p:nvSpPr>
        <p:spPr>
          <a:xfrm>
            <a:off x="9187992" y="1828800"/>
            <a:ext cx="2635200" cy="3714750"/>
          </a:xfrm>
          <a:solidFill>
            <a:schemeClr val="bg1"/>
          </a:solidFill>
        </p:spPr>
        <p:txBody>
          <a:bodyPr anchor="ctr" anchorCtr="0">
            <a:normAutofit/>
          </a:bodyPr>
          <a:lstStyle>
            <a:lvl1pPr marL="0" indent="0" algn="ctr">
              <a:buNone/>
              <a:defRPr sz="1200">
                <a:latin typeface="Aptos Light" panose="020B0004020202020204" pitchFamily="34" charset="0"/>
              </a:defRPr>
            </a:lvl1pPr>
          </a:lstStyle>
          <a:p>
            <a:r>
              <a:rPr lang="en-US"/>
              <a:t>[Click icon to insert photo]</a:t>
            </a:r>
          </a:p>
        </p:txBody>
      </p:sp>
      <p:sp>
        <p:nvSpPr>
          <p:cNvPr id="10" name="Rectangle">
            <a:extLst>
              <a:ext uri="{FF2B5EF4-FFF2-40B4-BE49-F238E27FC236}">
                <a16:creationId xmlns:a16="http://schemas.microsoft.com/office/drawing/2014/main" id="{48742422-6537-1397-FC9C-2281DCB667AA}"/>
              </a:ext>
            </a:extLst>
          </p:cNvPr>
          <p:cNvSpPr/>
          <p:nvPr/>
        </p:nvSpPr>
        <p:spPr>
          <a:xfrm>
            <a:off x="365125" y="1828800"/>
            <a:ext cx="2635200" cy="3714750"/>
          </a:xfrm>
          <a:prstGeom prst="rect">
            <a:avLst/>
          </a:prstGeom>
          <a:solidFill>
            <a:srgbClr val="D7E0E3"/>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11" name="Rectangle">
            <a:extLst>
              <a:ext uri="{FF2B5EF4-FFF2-40B4-BE49-F238E27FC236}">
                <a16:creationId xmlns:a16="http://schemas.microsoft.com/office/drawing/2014/main" id="{92085AB4-0821-EC77-6B6E-D700A6464A9A}"/>
              </a:ext>
            </a:extLst>
          </p:cNvPr>
          <p:cNvSpPr/>
          <p:nvPr/>
        </p:nvSpPr>
        <p:spPr>
          <a:xfrm>
            <a:off x="3306292" y="1828800"/>
            <a:ext cx="2635200" cy="3714750"/>
          </a:xfrm>
          <a:prstGeom prst="rect">
            <a:avLst/>
          </a:prstGeom>
          <a:solidFill>
            <a:srgbClr val="D7E0E3"/>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12" name="Rectangle">
            <a:extLst>
              <a:ext uri="{FF2B5EF4-FFF2-40B4-BE49-F238E27FC236}">
                <a16:creationId xmlns:a16="http://schemas.microsoft.com/office/drawing/2014/main" id="{452A60C8-A3F6-A3AA-7C25-A59E6169A420}"/>
              </a:ext>
            </a:extLst>
          </p:cNvPr>
          <p:cNvSpPr/>
          <p:nvPr/>
        </p:nvSpPr>
        <p:spPr>
          <a:xfrm>
            <a:off x="6247142" y="1828800"/>
            <a:ext cx="2635200" cy="3714750"/>
          </a:xfrm>
          <a:prstGeom prst="rect">
            <a:avLst/>
          </a:prstGeom>
          <a:solidFill>
            <a:srgbClr val="D7E0E3"/>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hasCustomPrompt="1"/>
          </p:nvPr>
        </p:nvSpPr>
        <p:spPr>
          <a:xfrm>
            <a:off x="512725" y="3285489"/>
            <a:ext cx="2340000" cy="21240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Designated space to input the body text for your content. Use it to convey your message, share information, or express your ideas effectively.</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hasCustomPrompt="1"/>
          </p:nvPr>
        </p:nvSpPr>
        <p:spPr>
          <a:xfrm>
            <a:off x="3453892" y="3285489"/>
            <a:ext cx="2340000" cy="21240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Designated space to input the body text for your content. Use it to convey your message, share information, or express your ideas effectively.</a:t>
            </a:r>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hasCustomPrompt="1"/>
          </p:nvPr>
        </p:nvSpPr>
        <p:spPr>
          <a:xfrm>
            <a:off x="6394742" y="3285489"/>
            <a:ext cx="2340000" cy="21240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Designated space to input the body text for your content. Use it to convey your message, share information, or express your ideas effectively.</a:t>
            </a:r>
          </a:p>
        </p:txBody>
      </p:sp>
      <p:sp>
        <p:nvSpPr>
          <p:cNvPr id="24" name="Text Placeholder 23">
            <a:extLst>
              <a:ext uri="{FF2B5EF4-FFF2-40B4-BE49-F238E27FC236}">
                <a16:creationId xmlns:a16="http://schemas.microsoft.com/office/drawing/2014/main" id="{99151199-89C4-C469-2508-71FDE0F98C11}"/>
              </a:ext>
            </a:extLst>
          </p:cNvPr>
          <p:cNvSpPr>
            <a:spLocks noGrp="1"/>
          </p:cNvSpPr>
          <p:nvPr>
            <p:ph type="body" sz="quarter" idx="24" hasCustomPrompt="1"/>
          </p:nvPr>
        </p:nvSpPr>
        <p:spPr>
          <a:xfrm>
            <a:off x="512725" y="2630170"/>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in no more than 2 lines of text</a:t>
            </a:r>
          </a:p>
        </p:txBody>
      </p:sp>
      <p:sp>
        <p:nvSpPr>
          <p:cNvPr id="26" name="Text Placeholder 23">
            <a:extLst>
              <a:ext uri="{FF2B5EF4-FFF2-40B4-BE49-F238E27FC236}">
                <a16:creationId xmlns:a16="http://schemas.microsoft.com/office/drawing/2014/main" id="{E87AAFDC-C5F8-9863-E682-0FADD32F75E4}"/>
              </a:ext>
            </a:extLst>
          </p:cNvPr>
          <p:cNvSpPr>
            <a:spLocks noGrp="1"/>
          </p:cNvSpPr>
          <p:nvPr>
            <p:ph type="body" sz="quarter" idx="25" hasCustomPrompt="1"/>
          </p:nvPr>
        </p:nvSpPr>
        <p:spPr>
          <a:xfrm>
            <a:off x="3453892" y="2630170"/>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in no more than 2 lines of text</a:t>
            </a:r>
          </a:p>
        </p:txBody>
      </p:sp>
      <p:sp>
        <p:nvSpPr>
          <p:cNvPr id="27" name="Text Placeholder 23">
            <a:extLst>
              <a:ext uri="{FF2B5EF4-FFF2-40B4-BE49-F238E27FC236}">
                <a16:creationId xmlns:a16="http://schemas.microsoft.com/office/drawing/2014/main" id="{DA2E51EC-3B36-0590-AB00-E45EC6E92BCF}"/>
              </a:ext>
            </a:extLst>
          </p:cNvPr>
          <p:cNvSpPr>
            <a:spLocks noGrp="1"/>
          </p:cNvSpPr>
          <p:nvPr>
            <p:ph type="body" sz="quarter" idx="26" hasCustomPrompt="1"/>
          </p:nvPr>
        </p:nvSpPr>
        <p:spPr>
          <a:xfrm>
            <a:off x="6394742" y="2630170"/>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in no more than 2 lines of text</a:t>
            </a:r>
          </a:p>
        </p:txBody>
      </p:sp>
      <p:sp>
        <p:nvSpPr>
          <p:cNvPr id="9" name="Title 1">
            <a:extLst>
              <a:ext uri="{FF2B5EF4-FFF2-40B4-BE49-F238E27FC236}">
                <a16:creationId xmlns:a16="http://schemas.microsoft.com/office/drawing/2014/main" id="{3A8771AB-23E6-B24D-A20F-781526D19D52}"/>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a:t>[Slide title]</a:t>
            </a:r>
          </a:p>
        </p:txBody>
      </p:sp>
      <p:sp>
        <p:nvSpPr>
          <p:cNvPr id="7" name="Text Placeholder 23">
            <a:extLst>
              <a:ext uri="{FF2B5EF4-FFF2-40B4-BE49-F238E27FC236}">
                <a16:creationId xmlns:a16="http://schemas.microsoft.com/office/drawing/2014/main" id="{0E8A22B5-D8FA-AC94-6A88-926A4D268ED8}"/>
              </a:ext>
            </a:extLst>
          </p:cNvPr>
          <p:cNvSpPr>
            <a:spLocks noGrp="1"/>
          </p:cNvSpPr>
          <p:nvPr>
            <p:ph type="body" sz="quarter" idx="27" hasCustomPrompt="1"/>
          </p:nvPr>
        </p:nvSpPr>
        <p:spPr>
          <a:xfrm>
            <a:off x="512725" y="1990090"/>
            <a:ext cx="508978" cy="516889"/>
          </a:xfrm>
        </p:spPr>
        <p:txBody>
          <a:bodyPr>
            <a:noAutofit/>
          </a:bodyPr>
          <a:lstStyle>
            <a:lvl1pPr marL="0" indent="0">
              <a:buFontTx/>
              <a:buNone/>
              <a:defRPr sz="28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01</a:t>
            </a:r>
          </a:p>
        </p:txBody>
      </p:sp>
      <p:sp>
        <p:nvSpPr>
          <p:cNvPr id="8" name="Text Placeholder 23">
            <a:extLst>
              <a:ext uri="{FF2B5EF4-FFF2-40B4-BE49-F238E27FC236}">
                <a16:creationId xmlns:a16="http://schemas.microsoft.com/office/drawing/2014/main" id="{74339A3B-427E-47EB-1B5C-C0731E675121}"/>
              </a:ext>
            </a:extLst>
          </p:cNvPr>
          <p:cNvSpPr>
            <a:spLocks noGrp="1"/>
          </p:cNvSpPr>
          <p:nvPr>
            <p:ph type="body" sz="quarter" idx="28" hasCustomPrompt="1"/>
          </p:nvPr>
        </p:nvSpPr>
        <p:spPr>
          <a:xfrm>
            <a:off x="3453892" y="1990090"/>
            <a:ext cx="508978" cy="516889"/>
          </a:xfrm>
        </p:spPr>
        <p:txBody>
          <a:bodyPr>
            <a:noAutofit/>
          </a:bodyPr>
          <a:lstStyle>
            <a:lvl1pPr marL="0" indent="0">
              <a:buFontTx/>
              <a:buNone/>
              <a:defRPr sz="28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02</a:t>
            </a:r>
          </a:p>
        </p:txBody>
      </p:sp>
      <p:sp>
        <p:nvSpPr>
          <p:cNvPr id="15" name="Text Placeholder 23">
            <a:extLst>
              <a:ext uri="{FF2B5EF4-FFF2-40B4-BE49-F238E27FC236}">
                <a16:creationId xmlns:a16="http://schemas.microsoft.com/office/drawing/2014/main" id="{7899FE24-A5C4-23E3-47FE-433C39AE6324}"/>
              </a:ext>
            </a:extLst>
          </p:cNvPr>
          <p:cNvSpPr>
            <a:spLocks noGrp="1"/>
          </p:cNvSpPr>
          <p:nvPr>
            <p:ph type="body" sz="quarter" idx="29" hasCustomPrompt="1"/>
          </p:nvPr>
        </p:nvSpPr>
        <p:spPr>
          <a:xfrm>
            <a:off x="6394742" y="1990090"/>
            <a:ext cx="508978" cy="516889"/>
          </a:xfrm>
        </p:spPr>
        <p:txBody>
          <a:bodyPr>
            <a:noAutofit/>
          </a:bodyPr>
          <a:lstStyle>
            <a:lvl1pPr marL="0" indent="0">
              <a:buFontTx/>
              <a:buNone/>
              <a:defRPr sz="28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03</a:t>
            </a:r>
          </a:p>
        </p:txBody>
      </p:sp>
    </p:spTree>
    <p:extLst>
      <p:ext uri="{BB962C8B-B14F-4D97-AF65-F5344CB8AC3E}">
        <p14:creationId xmlns:p14="http://schemas.microsoft.com/office/powerpoint/2010/main" val="29068134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userDrawn="1">
          <p15:clr>
            <a:srgbClr val="FBAE40"/>
          </p15:clr>
        </p15:guide>
        <p15:guide id="2" pos="2506" userDrawn="1">
          <p15:clr>
            <a:srgbClr val="FBAE40"/>
          </p15:clr>
        </p15:guide>
        <p15:guide id="3" pos="4978" userDrawn="1">
          <p15:clr>
            <a:srgbClr val="FBAE40"/>
          </p15:clr>
        </p15:guide>
        <p15:guide id="4" pos="5172" userDrawn="1">
          <p15:clr>
            <a:srgbClr val="FBAE40"/>
          </p15:clr>
        </p15:guide>
        <p15:guide id="5" orient="horz" pos="1152" userDrawn="1">
          <p15:clr>
            <a:srgbClr val="FBAE40"/>
          </p15:clr>
        </p15:guide>
        <p15:guide id="6" orient="horz" pos="3832" userDrawn="1">
          <p15:clr>
            <a:srgbClr val="FBAE40"/>
          </p15:clr>
        </p15:guide>
        <p15:guide id="7" orient="horz" pos="4148" userDrawn="1">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Three Content with numbering and Image B">
    <p:bg>
      <p:bgPr>
        <a:solidFill>
          <a:srgbClr val="231F20"/>
        </a:solidFill>
        <a:effectLst/>
      </p:bgPr>
    </p:bg>
    <p:spTree>
      <p:nvGrpSpPr>
        <p:cNvPr id="1" name=""/>
        <p:cNvGrpSpPr/>
        <p:nvPr/>
      </p:nvGrpSpPr>
      <p:grpSpPr>
        <a:xfrm>
          <a:off x="0" y="0"/>
          <a:ext cx="0" cy="0"/>
          <a:chOff x="0" y="0"/>
          <a:chExt cx="0" cy="0"/>
        </a:xfrm>
      </p:grpSpPr>
      <p:sp>
        <p:nvSpPr>
          <p:cNvPr id="2" name="Picture Placeholder 2">
            <a:extLst>
              <a:ext uri="{FF2B5EF4-FFF2-40B4-BE49-F238E27FC236}">
                <a16:creationId xmlns:a16="http://schemas.microsoft.com/office/drawing/2014/main" id="{8B4A6D51-0ECE-1508-082B-74183E57491A}"/>
              </a:ext>
            </a:extLst>
          </p:cNvPr>
          <p:cNvSpPr>
            <a:spLocks noGrp="1"/>
          </p:cNvSpPr>
          <p:nvPr>
            <p:ph type="pic" sz="quarter" idx="16" hasCustomPrompt="1"/>
          </p:nvPr>
        </p:nvSpPr>
        <p:spPr>
          <a:xfrm>
            <a:off x="9187992" y="1828800"/>
            <a:ext cx="2635200" cy="3714750"/>
          </a:xfrm>
          <a:solidFill>
            <a:schemeClr val="tx1"/>
          </a:solidFill>
        </p:spPr>
        <p:txBody>
          <a:bodyPr anchor="ctr" anchorCtr="0">
            <a:normAutofit/>
          </a:bodyPr>
          <a:lstStyle>
            <a:lvl1pPr marL="0" indent="0" algn="ctr">
              <a:buNone/>
              <a:defRPr sz="1200">
                <a:latin typeface="Aptos Light" panose="020B0004020202020204" pitchFamily="34" charset="0"/>
              </a:defRPr>
            </a:lvl1pPr>
          </a:lstStyle>
          <a:p>
            <a:r>
              <a:rPr lang="en-US"/>
              <a:t>[Click icon to insert photo]</a:t>
            </a:r>
          </a:p>
        </p:txBody>
      </p:sp>
      <p:sp>
        <p:nvSpPr>
          <p:cNvPr id="3" name="Rectangle">
            <a:extLst>
              <a:ext uri="{FF2B5EF4-FFF2-40B4-BE49-F238E27FC236}">
                <a16:creationId xmlns:a16="http://schemas.microsoft.com/office/drawing/2014/main" id="{033E8A50-B66E-182E-DF12-37DB1488F935}"/>
              </a:ext>
            </a:extLst>
          </p:cNvPr>
          <p:cNvSpPr/>
          <p:nvPr/>
        </p:nvSpPr>
        <p:spPr>
          <a:xfrm>
            <a:off x="365125" y="1828800"/>
            <a:ext cx="2635200" cy="3714750"/>
          </a:xfrm>
          <a:prstGeom prst="rect">
            <a:avLst/>
          </a:prstGeom>
          <a:solidFill>
            <a:schemeClr val="accent5"/>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solidFill>
                <a:schemeClr val="tx1"/>
              </a:solidFill>
            </a:endParaRPr>
          </a:p>
        </p:txBody>
      </p:sp>
      <p:sp>
        <p:nvSpPr>
          <p:cNvPr id="4" name="Rectangle">
            <a:extLst>
              <a:ext uri="{FF2B5EF4-FFF2-40B4-BE49-F238E27FC236}">
                <a16:creationId xmlns:a16="http://schemas.microsoft.com/office/drawing/2014/main" id="{853A4EE3-F8CD-12D1-1633-8C6E7A7612D9}"/>
              </a:ext>
            </a:extLst>
          </p:cNvPr>
          <p:cNvSpPr/>
          <p:nvPr/>
        </p:nvSpPr>
        <p:spPr>
          <a:xfrm>
            <a:off x="3306292" y="1828800"/>
            <a:ext cx="2635200" cy="3714750"/>
          </a:xfrm>
          <a:prstGeom prst="rect">
            <a:avLst/>
          </a:prstGeom>
          <a:solidFill>
            <a:schemeClr val="accent5"/>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solidFill>
                <a:schemeClr val="tx1"/>
              </a:solidFill>
            </a:endParaRPr>
          </a:p>
        </p:txBody>
      </p:sp>
      <p:sp>
        <p:nvSpPr>
          <p:cNvPr id="5" name="Rectangle">
            <a:extLst>
              <a:ext uri="{FF2B5EF4-FFF2-40B4-BE49-F238E27FC236}">
                <a16:creationId xmlns:a16="http://schemas.microsoft.com/office/drawing/2014/main" id="{0D9A3108-F2E2-EC14-41C0-BA4F107860F8}"/>
              </a:ext>
            </a:extLst>
          </p:cNvPr>
          <p:cNvSpPr/>
          <p:nvPr/>
        </p:nvSpPr>
        <p:spPr>
          <a:xfrm>
            <a:off x="6247142" y="1828800"/>
            <a:ext cx="2635200" cy="3714750"/>
          </a:xfrm>
          <a:prstGeom prst="rect">
            <a:avLst/>
          </a:prstGeom>
          <a:solidFill>
            <a:schemeClr val="accent5"/>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solidFill>
                <a:schemeClr val="tx1"/>
              </a:solidFill>
            </a:endParaRPr>
          </a:p>
        </p:txBody>
      </p:sp>
      <p:sp>
        <p:nvSpPr>
          <p:cNvPr id="6" name="Content Placeholder 2">
            <a:extLst>
              <a:ext uri="{FF2B5EF4-FFF2-40B4-BE49-F238E27FC236}">
                <a16:creationId xmlns:a16="http://schemas.microsoft.com/office/drawing/2014/main" id="{8E900DCB-53B8-B843-155B-6365EA82E65A}"/>
              </a:ext>
            </a:extLst>
          </p:cNvPr>
          <p:cNvSpPr>
            <a:spLocks noGrp="1"/>
          </p:cNvSpPr>
          <p:nvPr>
            <p:ph sz="half" idx="1" hasCustomPrompt="1"/>
          </p:nvPr>
        </p:nvSpPr>
        <p:spPr>
          <a:xfrm>
            <a:off x="512725" y="3285489"/>
            <a:ext cx="2340000" cy="2124000"/>
          </a:xfrm>
        </p:spPr>
        <p:txBody>
          <a:bodyPr/>
          <a:lstStyle>
            <a:lvl1pPr marL="0" indent="0">
              <a:spcBef>
                <a:spcPts val="600"/>
              </a:spcBef>
              <a:buFontTx/>
              <a:buNone/>
              <a:defRPr sz="1200">
                <a:solidFill>
                  <a:schemeClr val="tx1"/>
                </a:solidFill>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Designated space to input the body text for your content. Use it to convey your message, share information, or express your ideas effectively.</a:t>
            </a:r>
          </a:p>
        </p:txBody>
      </p:sp>
      <p:sp>
        <p:nvSpPr>
          <p:cNvPr id="7" name="Content Placeholder 3">
            <a:extLst>
              <a:ext uri="{FF2B5EF4-FFF2-40B4-BE49-F238E27FC236}">
                <a16:creationId xmlns:a16="http://schemas.microsoft.com/office/drawing/2014/main" id="{6C32CF81-40DF-6231-15DC-F553CEE5D224}"/>
              </a:ext>
            </a:extLst>
          </p:cNvPr>
          <p:cNvSpPr>
            <a:spLocks noGrp="1"/>
          </p:cNvSpPr>
          <p:nvPr>
            <p:ph sz="half" idx="2" hasCustomPrompt="1"/>
          </p:nvPr>
        </p:nvSpPr>
        <p:spPr>
          <a:xfrm>
            <a:off x="3453892" y="3285489"/>
            <a:ext cx="2340000" cy="2124000"/>
          </a:xfrm>
        </p:spPr>
        <p:txBody>
          <a:bodyPr/>
          <a:lstStyle>
            <a:lvl1pPr marL="0" indent="0">
              <a:spcBef>
                <a:spcPts val="600"/>
              </a:spcBef>
              <a:buFontTx/>
              <a:buNone/>
              <a:defRPr sz="1200">
                <a:solidFill>
                  <a:schemeClr val="tx1"/>
                </a:solidFill>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Designated space to input the body text for your content. Use it to convey your message, share information, or express your ideas effectively.</a:t>
            </a:r>
          </a:p>
        </p:txBody>
      </p:sp>
      <p:sp>
        <p:nvSpPr>
          <p:cNvPr id="8" name="Content Placeholder 4">
            <a:extLst>
              <a:ext uri="{FF2B5EF4-FFF2-40B4-BE49-F238E27FC236}">
                <a16:creationId xmlns:a16="http://schemas.microsoft.com/office/drawing/2014/main" id="{DC4A2E89-D5BA-E9DA-4410-342939BD0465}"/>
              </a:ext>
            </a:extLst>
          </p:cNvPr>
          <p:cNvSpPr>
            <a:spLocks noGrp="1"/>
          </p:cNvSpPr>
          <p:nvPr>
            <p:ph sz="quarter" idx="13" hasCustomPrompt="1"/>
          </p:nvPr>
        </p:nvSpPr>
        <p:spPr>
          <a:xfrm>
            <a:off x="6394742" y="3285489"/>
            <a:ext cx="2340000" cy="2124000"/>
          </a:xfrm>
        </p:spPr>
        <p:txBody>
          <a:bodyPr/>
          <a:lstStyle>
            <a:lvl1pPr marL="0" indent="0">
              <a:spcBef>
                <a:spcPts val="600"/>
              </a:spcBef>
              <a:buFontTx/>
              <a:buNone/>
              <a:defRPr sz="1200">
                <a:solidFill>
                  <a:schemeClr val="tx1"/>
                </a:solidFill>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Designated space to input the body text for your content. Use it to convey your message, share information, or express your ideas effectively.</a:t>
            </a:r>
          </a:p>
        </p:txBody>
      </p:sp>
      <p:sp>
        <p:nvSpPr>
          <p:cNvPr id="10" name="Text Placeholder 23">
            <a:extLst>
              <a:ext uri="{FF2B5EF4-FFF2-40B4-BE49-F238E27FC236}">
                <a16:creationId xmlns:a16="http://schemas.microsoft.com/office/drawing/2014/main" id="{2450CC90-F356-A855-4F14-24E0CF0DC9A1}"/>
              </a:ext>
            </a:extLst>
          </p:cNvPr>
          <p:cNvSpPr>
            <a:spLocks noGrp="1"/>
          </p:cNvSpPr>
          <p:nvPr>
            <p:ph type="body" sz="quarter" idx="24" hasCustomPrompt="1"/>
          </p:nvPr>
        </p:nvSpPr>
        <p:spPr>
          <a:xfrm>
            <a:off x="512725" y="2630170"/>
            <a:ext cx="2340000" cy="516889"/>
          </a:xfrm>
        </p:spPr>
        <p:txBody>
          <a:bodyPr>
            <a:noAutofit/>
          </a:bodyPr>
          <a:lstStyle>
            <a:lvl1pPr marL="0" indent="0">
              <a:buFontTx/>
              <a:buNone/>
              <a:defRPr sz="1600" b="1">
                <a:solidFill>
                  <a:schemeClr val="tx1"/>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in no more than 2 lines of text</a:t>
            </a:r>
          </a:p>
        </p:txBody>
      </p:sp>
      <p:sp>
        <p:nvSpPr>
          <p:cNvPr id="11" name="Text Placeholder 23">
            <a:extLst>
              <a:ext uri="{FF2B5EF4-FFF2-40B4-BE49-F238E27FC236}">
                <a16:creationId xmlns:a16="http://schemas.microsoft.com/office/drawing/2014/main" id="{64B5BDE5-182D-FEF7-9B09-BDBC36C5D1F0}"/>
              </a:ext>
            </a:extLst>
          </p:cNvPr>
          <p:cNvSpPr>
            <a:spLocks noGrp="1"/>
          </p:cNvSpPr>
          <p:nvPr>
            <p:ph type="body" sz="quarter" idx="25" hasCustomPrompt="1"/>
          </p:nvPr>
        </p:nvSpPr>
        <p:spPr>
          <a:xfrm>
            <a:off x="3453892" y="2630170"/>
            <a:ext cx="2340000" cy="516889"/>
          </a:xfrm>
        </p:spPr>
        <p:txBody>
          <a:bodyPr>
            <a:noAutofit/>
          </a:bodyPr>
          <a:lstStyle>
            <a:lvl1pPr marL="0" indent="0">
              <a:buFontTx/>
              <a:buNone/>
              <a:defRPr sz="1600" b="1">
                <a:solidFill>
                  <a:schemeClr val="tx1"/>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in no more than 2 lines of text</a:t>
            </a:r>
          </a:p>
        </p:txBody>
      </p:sp>
      <p:sp>
        <p:nvSpPr>
          <p:cNvPr id="12" name="Text Placeholder 23">
            <a:extLst>
              <a:ext uri="{FF2B5EF4-FFF2-40B4-BE49-F238E27FC236}">
                <a16:creationId xmlns:a16="http://schemas.microsoft.com/office/drawing/2014/main" id="{EA5AB929-D518-8327-70AD-2CC6DB4CCD55}"/>
              </a:ext>
            </a:extLst>
          </p:cNvPr>
          <p:cNvSpPr>
            <a:spLocks noGrp="1"/>
          </p:cNvSpPr>
          <p:nvPr>
            <p:ph type="body" sz="quarter" idx="26" hasCustomPrompt="1"/>
          </p:nvPr>
        </p:nvSpPr>
        <p:spPr>
          <a:xfrm>
            <a:off x="6394742" y="2630170"/>
            <a:ext cx="2340000" cy="516889"/>
          </a:xfrm>
        </p:spPr>
        <p:txBody>
          <a:bodyPr>
            <a:noAutofit/>
          </a:bodyPr>
          <a:lstStyle>
            <a:lvl1pPr marL="0" indent="0">
              <a:buFontTx/>
              <a:buNone/>
              <a:defRPr sz="1600" b="1">
                <a:solidFill>
                  <a:schemeClr val="tx1"/>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in no more than 2 lines of text</a:t>
            </a:r>
          </a:p>
        </p:txBody>
      </p:sp>
      <p:sp>
        <p:nvSpPr>
          <p:cNvPr id="13" name="Title 1">
            <a:extLst>
              <a:ext uri="{FF2B5EF4-FFF2-40B4-BE49-F238E27FC236}">
                <a16:creationId xmlns:a16="http://schemas.microsoft.com/office/drawing/2014/main" id="{CA4C7341-6A9E-B882-C754-AC87CFCC15CA}"/>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a:t>[Slide title]</a:t>
            </a:r>
          </a:p>
        </p:txBody>
      </p:sp>
      <p:sp>
        <p:nvSpPr>
          <p:cNvPr id="14" name="Text Placeholder 23">
            <a:extLst>
              <a:ext uri="{FF2B5EF4-FFF2-40B4-BE49-F238E27FC236}">
                <a16:creationId xmlns:a16="http://schemas.microsoft.com/office/drawing/2014/main" id="{D89ABCC6-09D1-44B5-7718-09418D58E74E}"/>
              </a:ext>
            </a:extLst>
          </p:cNvPr>
          <p:cNvSpPr>
            <a:spLocks noGrp="1"/>
          </p:cNvSpPr>
          <p:nvPr>
            <p:ph type="body" sz="quarter" idx="27" hasCustomPrompt="1"/>
          </p:nvPr>
        </p:nvSpPr>
        <p:spPr>
          <a:xfrm>
            <a:off x="512725" y="1990090"/>
            <a:ext cx="508978" cy="516889"/>
          </a:xfrm>
        </p:spPr>
        <p:txBody>
          <a:bodyPr>
            <a:noAutofit/>
          </a:bodyPr>
          <a:lstStyle>
            <a:lvl1pPr marL="0" indent="0">
              <a:buFontTx/>
              <a:buNone/>
              <a:defRPr sz="2800" b="1">
                <a:solidFill>
                  <a:schemeClr val="tx1"/>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01</a:t>
            </a:r>
          </a:p>
        </p:txBody>
      </p:sp>
      <p:sp>
        <p:nvSpPr>
          <p:cNvPr id="27" name="Text Placeholder 23">
            <a:extLst>
              <a:ext uri="{FF2B5EF4-FFF2-40B4-BE49-F238E27FC236}">
                <a16:creationId xmlns:a16="http://schemas.microsoft.com/office/drawing/2014/main" id="{2CEFAD42-6CC3-30B0-1CEF-B7A24BB50EED}"/>
              </a:ext>
            </a:extLst>
          </p:cNvPr>
          <p:cNvSpPr>
            <a:spLocks noGrp="1"/>
          </p:cNvSpPr>
          <p:nvPr>
            <p:ph type="body" sz="quarter" idx="28" hasCustomPrompt="1"/>
          </p:nvPr>
        </p:nvSpPr>
        <p:spPr>
          <a:xfrm>
            <a:off x="3453892" y="1990090"/>
            <a:ext cx="508978" cy="516889"/>
          </a:xfrm>
        </p:spPr>
        <p:txBody>
          <a:bodyPr>
            <a:noAutofit/>
          </a:bodyPr>
          <a:lstStyle>
            <a:lvl1pPr marL="0" indent="0">
              <a:buFontTx/>
              <a:buNone/>
              <a:defRPr sz="2800" b="1">
                <a:solidFill>
                  <a:schemeClr val="tx1"/>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02</a:t>
            </a:r>
          </a:p>
        </p:txBody>
      </p:sp>
      <p:sp>
        <p:nvSpPr>
          <p:cNvPr id="28" name="Text Placeholder 23">
            <a:extLst>
              <a:ext uri="{FF2B5EF4-FFF2-40B4-BE49-F238E27FC236}">
                <a16:creationId xmlns:a16="http://schemas.microsoft.com/office/drawing/2014/main" id="{7F919A03-3F72-30C4-9950-8C5CC5FBEFE2}"/>
              </a:ext>
            </a:extLst>
          </p:cNvPr>
          <p:cNvSpPr>
            <a:spLocks noGrp="1"/>
          </p:cNvSpPr>
          <p:nvPr>
            <p:ph type="body" sz="quarter" idx="29" hasCustomPrompt="1"/>
          </p:nvPr>
        </p:nvSpPr>
        <p:spPr>
          <a:xfrm>
            <a:off x="6394742" y="1990090"/>
            <a:ext cx="508978" cy="516889"/>
          </a:xfrm>
        </p:spPr>
        <p:txBody>
          <a:bodyPr>
            <a:noAutofit/>
          </a:bodyPr>
          <a:lstStyle>
            <a:lvl1pPr marL="0" indent="0">
              <a:buFontTx/>
              <a:buNone/>
              <a:defRPr sz="2800" b="1">
                <a:solidFill>
                  <a:schemeClr val="tx1"/>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03</a:t>
            </a:r>
          </a:p>
        </p:txBody>
      </p:sp>
    </p:spTree>
    <p:extLst>
      <p:ext uri="{BB962C8B-B14F-4D97-AF65-F5344CB8AC3E}">
        <p14:creationId xmlns:p14="http://schemas.microsoft.com/office/powerpoint/2010/main" val="176804486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832" userDrawn="1">
          <p15:clr>
            <a:srgbClr val="FBAE40"/>
          </p15:clr>
        </p15:guide>
        <p15:guide id="4" orient="horz" pos="4148" userDrawn="1">
          <p15:clr>
            <a:srgbClr val="FBAE40"/>
          </p15:clr>
        </p15:guide>
        <p15:guide id="5" pos="5588" userDrawn="1">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Three Content Image with Icons">
    <p:spTree>
      <p:nvGrpSpPr>
        <p:cNvPr id="1" name=""/>
        <p:cNvGrpSpPr/>
        <p:nvPr/>
      </p:nvGrpSpPr>
      <p:grpSpPr>
        <a:xfrm>
          <a:off x="0" y="0"/>
          <a:ext cx="0" cy="0"/>
          <a:chOff x="0" y="0"/>
          <a:chExt cx="0" cy="0"/>
        </a:xfrm>
      </p:grpSpPr>
      <p:sp>
        <p:nvSpPr>
          <p:cNvPr id="2" name="Picture Placeholder 2">
            <a:extLst>
              <a:ext uri="{FF2B5EF4-FFF2-40B4-BE49-F238E27FC236}">
                <a16:creationId xmlns:a16="http://schemas.microsoft.com/office/drawing/2014/main" id="{6DC060F8-7E0D-F3F3-8508-FCD9FD316FB9}"/>
              </a:ext>
            </a:extLst>
          </p:cNvPr>
          <p:cNvSpPr>
            <a:spLocks noGrp="1"/>
          </p:cNvSpPr>
          <p:nvPr>
            <p:ph type="pic" sz="quarter" idx="16" hasCustomPrompt="1"/>
          </p:nvPr>
        </p:nvSpPr>
        <p:spPr>
          <a:xfrm>
            <a:off x="0" y="1508762"/>
            <a:ext cx="3976688" cy="3749038"/>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a:t>[Click icon to insert photo]</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hasCustomPrompt="1"/>
          </p:nvPr>
        </p:nvSpPr>
        <p:spPr>
          <a:xfrm>
            <a:off x="4288536" y="3200400"/>
            <a:ext cx="2340000" cy="20574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Add a sub-copy. The recommendation is to use short and concise text in no more than 10 lines.</a:t>
            </a:r>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hasCustomPrompt="1"/>
          </p:nvPr>
        </p:nvSpPr>
        <p:spPr>
          <a:xfrm>
            <a:off x="9483192" y="3200400"/>
            <a:ext cx="2340000" cy="20574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Add a sub-copy. The recommendation is to use short and concise text in no more than 10 lines.</a:t>
            </a:r>
          </a:p>
        </p:txBody>
      </p:sp>
      <p:sp>
        <p:nvSpPr>
          <p:cNvPr id="20" name="Content Placeholder 2">
            <a:extLst>
              <a:ext uri="{FF2B5EF4-FFF2-40B4-BE49-F238E27FC236}">
                <a16:creationId xmlns:a16="http://schemas.microsoft.com/office/drawing/2014/main" id="{5CD5656A-1AE2-C177-6694-60B5643A5155}"/>
              </a:ext>
            </a:extLst>
          </p:cNvPr>
          <p:cNvSpPr>
            <a:spLocks noGrp="1"/>
          </p:cNvSpPr>
          <p:nvPr>
            <p:ph sz="half" idx="23" hasCustomPrompt="1"/>
          </p:nvPr>
        </p:nvSpPr>
        <p:spPr>
          <a:xfrm>
            <a:off x="365760" y="5554277"/>
            <a:ext cx="8914624" cy="526483"/>
          </a:xfrm>
        </p:spPr>
        <p:txBody>
          <a:bodyPr>
            <a:noAutofit/>
          </a:bodyPr>
          <a:lstStyle>
            <a:lvl1pPr marL="0" indent="0">
              <a:buFontTx/>
              <a:buNone/>
              <a:defRPr sz="18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00% Here you can add an important metric</a:t>
            </a:r>
          </a:p>
        </p:txBody>
      </p:sp>
      <p:sp>
        <p:nvSpPr>
          <p:cNvPr id="24" name="Text Placeholder 23">
            <a:extLst>
              <a:ext uri="{FF2B5EF4-FFF2-40B4-BE49-F238E27FC236}">
                <a16:creationId xmlns:a16="http://schemas.microsoft.com/office/drawing/2014/main" id="{99151199-89C4-C469-2508-71FDE0F98C11}"/>
              </a:ext>
            </a:extLst>
          </p:cNvPr>
          <p:cNvSpPr>
            <a:spLocks noGrp="1"/>
          </p:cNvSpPr>
          <p:nvPr>
            <p:ph type="body" sz="quarter" idx="24" hasCustomPrompt="1"/>
          </p:nvPr>
        </p:nvSpPr>
        <p:spPr>
          <a:xfrm>
            <a:off x="4288853" y="1619954"/>
            <a:ext cx="7534339" cy="567655"/>
          </a:xfrm>
        </p:spPr>
        <p:txBody>
          <a:bodyPr>
            <a:noAutofit/>
          </a:bodyPr>
          <a:lstStyle>
            <a:lvl1pPr marL="0" indent="0">
              <a:buFontTx/>
              <a:buNone/>
              <a:defRPr sz="1600" b="0"/>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Add a sub-copy.  Please use  a concise text in no more than 2lines.</a:t>
            </a:r>
          </a:p>
        </p:txBody>
      </p:sp>
      <p:sp>
        <p:nvSpPr>
          <p:cNvPr id="5" name="Title 1">
            <a:extLst>
              <a:ext uri="{FF2B5EF4-FFF2-40B4-BE49-F238E27FC236}">
                <a16:creationId xmlns:a16="http://schemas.microsoft.com/office/drawing/2014/main" id="{9582BF1F-6798-244E-6B8B-41ABB5EE69C8}"/>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a:t>[Slide title]</a:t>
            </a:r>
          </a:p>
        </p:txBody>
      </p:sp>
      <p:sp>
        <p:nvSpPr>
          <p:cNvPr id="9" name="Content Placeholder 4">
            <a:extLst>
              <a:ext uri="{FF2B5EF4-FFF2-40B4-BE49-F238E27FC236}">
                <a16:creationId xmlns:a16="http://schemas.microsoft.com/office/drawing/2014/main" id="{726EED03-A762-2DAD-DD3F-E81CF2FD5BFF}"/>
              </a:ext>
            </a:extLst>
          </p:cNvPr>
          <p:cNvSpPr>
            <a:spLocks noGrp="1"/>
          </p:cNvSpPr>
          <p:nvPr>
            <p:ph sz="quarter" idx="30" hasCustomPrompt="1"/>
          </p:nvPr>
        </p:nvSpPr>
        <p:spPr>
          <a:xfrm>
            <a:off x="6940384" y="3200400"/>
            <a:ext cx="2340000" cy="20574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Add a sub-copy. The recommendation is to use short and concise text in no more than 10 lines.</a:t>
            </a:r>
          </a:p>
        </p:txBody>
      </p:sp>
      <p:sp>
        <p:nvSpPr>
          <p:cNvPr id="11" name="Picture Placeholder 15">
            <a:extLst>
              <a:ext uri="{FF2B5EF4-FFF2-40B4-BE49-F238E27FC236}">
                <a16:creationId xmlns:a16="http://schemas.microsoft.com/office/drawing/2014/main" id="{8B5E2858-A924-EDA4-FB7B-E191EDFCA122}"/>
              </a:ext>
            </a:extLst>
          </p:cNvPr>
          <p:cNvSpPr>
            <a:spLocks noGrp="1"/>
          </p:cNvSpPr>
          <p:nvPr>
            <p:ph type="pic" sz="quarter" idx="33" hasCustomPrompt="1"/>
          </p:nvPr>
        </p:nvSpPr>
        <p:spPr>
          <a:xfrm>
            <a:off x="4288536" y="2544377"/>
            <a:ext cx="526483" cy="526483"/>
          </a:xfrm>
        </p:spPr>
        <p:txBody>
          <a:bodyPr>
            <a:normAutofit/>
          </a:bodyPr>
          <a:lstStyle>
            <a:lvl1pPr marL="0" indent="0">
              <a:buFontTx/>
              <a:buNone/>
              <a:defRPr sz="1000"/>
            </a:lvl1pPr>
          </a:lstStyle>
          <a:p>
            <a:r>
              <a:rPr lang="en-US"/>
              <a:t>ICONS</a:t>
            </a:r>
          </a:p>
        </p:txBody>
      </p:sp>
      <p:sp>
        <p:nvSpPr>
          <p:cNvPr id="12" name="Picture Placeholder 15">
            <a:extLst>
              <a:ext uri="{FF2B5EF4-FFF2-40B4-BE49-F238E27FC236}">
                <a16:creationId xmlns:a16="http://schemas.microsoft.com/office/drawing/2014/main" id="{4B824EB2-EC9F-EE0A-2FA6-604FBCDA6CBF}"/>
              </a:ext>
            </a:extLst>
          </p:cNvPr>
          <p:cNvSpPr>
            <a:spLocks noGrp="1"/>
          </p:cNvSpPr>
          <p:nvPr>
            <p:ph type="pic" sz="quarter" idx="34" hasCustomPrompt="1"/>
          </p:nvPr>
        </p:nvSpPr>
        <p:spPr>
          <a:xfrm>
            <a:off x="6940384" y="2544377"/>
            <a:ext cx="526483" cy="526483"/>
          </a:xfrm>
        </p:spPr>
        <p:txBody>
          <a:bodyPr>
            <a:normAutofit/>
          </a:bodyPr>
          <a:lstStyle>
            <a:lvl1pPr marL="0" indent="0">
              <a:buFontTx/>
              <a:buNone/>
              <a:defRPr sz="1000"/>
            </a:lvl1pPr>
          </a:lstStyle>
          <a:p>
            <a:r>
              <a:rPr lang="en-US"/>
              <a:t>ICONS</a:t>
            </a:r>
          </a:p>
        </p:txBody>
      </p:sp>
      <p:sp>
        <p:nvSpPr>
          <p:cNvPr id="13" name="Picture Placeholder 15">
            <a:extLst>
              <a:ext uri="{FF2B5EF4-FFF2-40B4-BE49-F238E27FC236}">
                <a16:creationId xmlns:a16="http://schemas.microsoft.com/office/drawing/2014/main" id="{ED0CDC29-DAFE-A98E-0003-DFC109D40540}"/>
              </a:ext>
            </a:extLst>
          </p:cNvPr>
          <p:cNvSpPr>
            <a:spLocks noGrp="1"/>
          </p:cNvSpPr>
          <p:nvPr>
            <p:ph type="pic" sz="quarter" idx="35" hasCustomPrompt="1"/>
          </p:nvPr>
        </p:nvSpPr>
        <p:spPr>
          <a:xfrm>
            <a:off x="9483192" y="2544377"/>
            <a:ext cx="526483" cy="526483"/>
          </a:xfrm>
        </p:spPr>
        <p:txBody>
          <a:bodyPr>
            <a:normAutofit/>
          </a:bodyPr>
          <a:lstStyle>
            <a:lvl1pPr marL="0" indent="0">
              <a:buFontTx/>
              <a:buNone/>
              <a:defRPr sz="1000"/>
            </a:lvl1pPr>
          </a:lstStyle>
          <a:p>
            <a:r>
              <a:rPr lang="en-US"/>
              <a:t>ICONS</a:t>
            </a:r>
          </a:p>
        </p:txBody>
      </p:sp>
    </p:spTree>
    <p:extLst>
      <p:ext uri="{BB962C8B-B14F-4D97-AF65-F5344CB8AC3E}">
        <p14:creationId xmlns:p14="http://schemas.microsoft.com/office/powerpoint/2010/main" val="5637981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userDrawn="1">
          <p15:clr>
            <a:srgbClr val="FBAE40"/>
          </p15:clr>
        </p15:guide>
        <p15:guide id="2" pos="2506" userDrawn="1">
          <p15:clr>
            <a:srgbClr val="FBAE40"/>
          </p15:clr>
        </p15:guide>
        <p15:guide id="3" pos="4978" userDrawn="1">
          <p15:clr>
            <a:srgbClr val="FBAE40"/>
          </p15:clr>
        </p15:guide>
        <p15:guide id="4" pos="5172" userDrawn="1">
          <p15:clr>
            <a:srgbClr val="FBAE40"/>
          </p15:clr>
        </p15:guide>
        <p15:guide id="5" orient="horz" pos="1152" userDrawn="1">
          <p15:clr>
            <a:srgbClr val="FBAE40"/>
          </p15:clr>
        </p15:guide>
        <p15:guide id="6" orient="horz" pos="3832" userDrawn="1">
          <p15:clr>
            <a:srgbClr val="FBAE40"/>
          </p15:clr>
        </p15:guide>
        <p15:guide id="7" orient="horz" pos="4148" userDrawn="1">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Three Content Image with Icons 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6B4741B-2852-3A02-43CD-15AA8E710A1D}"/>
              </a:ext>
            </a:extLst>
          </p:cNvPr>
          <p:cNvSpPr/>
          <p:nvPr/>
        </p:nvSpPr>
        <p:spPr>
          <a:xfrm>
            <a:off x="0" y="0"/>
            <a:ext cx="12192000" cy="6858000"/>
          </a:xfrm>
          <a:prstGeom prst="rect">
            <a:avLst/>
          </a:prstGeom>
          <a:solidFill>
            <a:srgbClr val="F2F7F8"/>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latin typeface="Aptos Light" panose="020B0004020202020204" pitchFamily="34" charset="0"/>
            </a:endParaRPr>
          </a:p>
        </p:txBody>
      </p:sp>
      <p:sp>
        <p:nvSpPr>
          <p:cNvPr id="6" name="UST" descr="UST">
            <a:extLst>
              <a:ext uri="{FF2B5EF4-FFF2-40B4-BE49-F238E27FC236}">
                <a16:creationId xmlns:a16="http://schemas.microsoft.com/office/drawing/2014/main" id="{8160C99E-CF9F-1750-1275-9F67A2D3D26E}"/>
              </a:ext>
            </a:extLst>
          </p:cNvPr>
          <p:cNvSpPr>
            <a:spLocks noChangeAspect="1" noEditPoints="1"/>
          </p:cNvSpPr>
          <p:nvPr/>
        </p:nvSpPr>
        <p:spPr bwMode="black">
          <a:xfrm>
            <a:off x="365760" y="6238277"/>
            <a:ext cx="320040" cy="354090"/>
          </a:xfrm>
          <a:custGeom>
            <a:avLst/>
            <a:gdLst>
              <a:gd name="T0" fmla="*/ 3605 w 4000"/>
              <a:gd name="T1" fmla="*/ 485 h 4419"/>
              <a:gd name="T2" fmla="*/ 3605 w 4000"/>
              <a:gd name="T3" fmla="*/ 485 h 4419"/>
              <a:gd name="T4" fmla="*/ 2969 w 4000"/>
              <a:gd name="T5" fmla="*/ 485 h 4419"/>
              <a:gd name="T6" fmla="*/ 2969 w 4000"/>
              <a:gd name="T7" fmla="*/ 1120 h 4419"/>
              <a:gd name="T8" fmla="*/ 3605 w 4000"/>
              <a:gd name="T9" fmla="*/ 1120 h 4419"/>
              <a:gd name="T10" fmla="*/ 3605 w 4000"/>
              <a:gd name="T11" fmla="*/ 485 h 4419"/>
              <a:gd name="T12" fmla="*/ 4000 w 4000"/>
              <a:gd name="T13" fmla="*/ 2730 h 4419"/>
              <a:gd name="T14" fmla="*/ 4000 w 4000"/>
              <a:gd name="T15" fmla="*/ 2730 h 4419"/>
              <a:gd name="T16" fmla="*/ 2574 w 4000"/>
              <a:gd name="T17" fmla="*/ 2730 h 4419"/>
              <a:gd name="T18" fmla="*/ 2574 w 4000"/>
              <a:gd name="T19" fmla="*/ 3120 h 4419"/>
              <a:gd name="T20" fmla="*/ 3062 w 4000"/>
              <a:gd name="T21" fmla="*/ 3120 h 4419"/>
              <a:gd name="T22" fmla="*/ 3062 w 4000"/>
              <a:gd name="T23" fmla="*/ 4367 h 4419"/>
              <a:gd name="T24" fmla="*/ 3512 w 4000"/>
              <a:gd name="T25" fmla="*/ 4367 h 4419"/>
              <a:gd name="T26" fmla="*/ 3512 w 4000"/>
              <a:gd name="T27" fmla="*/ 3120 h 4419"/>
              <a:gd name="T28" fmla="*/ 4000 w 4000"/>
              <a:gd name="T29" fmla="*/ 3120 h 4419"/>
              <a:gd name="T30" fmla="*/ 4000 w 4000"/>
              <a:gd name="T31" fmla="*/ 2730 h 4419"/>
              <a:gd name="T32" fmla="*/ 903 w 4000"/>
              <a:gd name="T33" fmla="*/ 3385 h 4419"/>
              <a:gd name="T34" fmla="*/ 903 w 4000"/>
              <a:gd name="T35" fmla="*/ 3385 h 4419"/>
              <a:gd name="T36" fmla="*/ 760 w 4000"/>
              <a:gd name="T37" fmla="*/ 3351 h 4419"/>
              <a:gd name="T38" fmla="*/ 530 w 4000"/>
              <a:gd name="T39" fmla="*/ 3188 h 4419"/>
              <a:gd name="T40" fmla="*/ 760 w 4000"/>
              <a:gd name="T41" fmla="*/ 3065 h 4419"/>
              <a:gd name="T42" fmla="*/ 1114 w 4000"/>
              <a:gd name="T43" fmla="*/ 3213 h 4419"/>
              <a:gd name="T44" fmla="*/ 1392 w 4000"/>
              <a:gd name="T45" fmla="*/ 2988 h 4419"/>
              <a:gd name="T46" fmla="*/ 763 w 4000"/>
              <a:gd name="T47" fmla="*/ 2683 h 4419"/>
              <a:gd name="T48" fmla="*/ 82 w 4000"/>
              <a:gd name="T49" fmla="*/ 3199 h 4419"/>
              <a:gd name="T50" fmla="*/ 635 w 4000"/>
              <a:gd name="T51" fmla="*/ 3739 h 4419"/>
              <a:gd name="T52" fmla="*/ 784 w 4000"/>
              <a:gd name="T53" fmla="*/ 3776 h 4419"/>
              <a:gd name="T54" fmla="*/ 984 w 4000"/>
              <a:gd name="T55" fmla="*/ 3912 h 4419"/>
              <a:gd name="T56" fmla="*/ 718 w 4000"/>
              <a:gd name="T57" fmla="*/ 4050 h 4419"/>
              <a:gd name="T58" fmla="*/ 307 w 4000"/>
              <a:gd name="T59" fmla="*/ 3867 h 4419"/>
              <a:gd name="T60" fmla="*/ 29 w 4000"/>
              <a:gd name="T61" fmla="*/ 4092 h 4419"/>
              <a:gd name="T62" fmla="*/ 721 w 4000"/>
              <a:gd name="T63" fmla="*/ 4419 h 4419"/>
              <a:gd name="T64" fmla="*/ 1451 w 4000"/>
              <a:gd name="T65" fmla="*/ 3900 h 4419"/>
              <a:gd name="T66" fmla="*/ 903 w 4000"/>
              <a:gd name="T67" fmla="*/ 3385 h 4419"/>
              <a:gd name="T68" fmla="*/ 1026 w 4000"/>
              <a:gd name="T69" fmla="*/ 0 h 4419"/>
              <a:gd name="T70" fmla="*/ 1026 w 4000"/>
              <a:gd name="T71" fmla="*/ 0 h 4419"/>
              <a:gd name="T72" fmla="*/ 1475 w 4000"/>
              <a:gd name="T73" fmla="*/ 0 h 4419"/>
              <a:gd name="T74" fmla="*/ 1475 w 4000"/>
              <a:gd name="T75" fmla="*/ 967 h 4419"/>
              <a:gd name="T76" fmla="*/ 741 w 4000"/>
              <a:gd name="T77" fmla="*/ 1688 h 4419"/>
              <a:gd name="T78" fmla="*/ 0 w 4000"/>
              <a:gd name="T79" fmla="*/ 967 h 4419"/>
              <a:gd name="T80" fmla="*/ 0 w 4000"/>
              <a:gd name="T81" fmla="*/ 0 h 4419"/>
              <a:gd name="T82" fmla="*/ 449 w 4000"/>
              <a:gd name="T83" fmla="*/ 0 h 4419"/>
              <a:gd name="T84" fmla="*/ 449 w 4000"/>
              <a:gd name="T85" fmla="*/ 970 h 4419"/>
              <a:gd name="T86" fmla="*/ 739 w 4000"/>
              <a:gd name="T87" fmla="*/ 1273 h 4419"/>
              <a:gd name="T88" fmla="*/ 1026 w 4000"/>
              <a:gd name="T89" fmla="*/ 970 h 4419"/>
              <a:gd name="T90" fmla="*/ 1026 w 4000"/>
              <a:gd name="T91" fmla="*/ 0 h 4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000" h="4419">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ptos Light" panose="020B0004020202020204" pitchFamily="34" charset="0"/>
            </a:endParaRPr>
          </a:p>
        </p:txBody>
      </p:sp>
      <p:sp>
        <p:nvSpPr>
          <p:cNvPr id="7" name="Legal">
            <a:extLst>
              <a:ext uri="{FF2B5EF4-FFF2-40B4-BE49-F238E27FC236}">
                <a16:creationId xmlns:a16="http://schemas.microsoft.com/office/drawing/2014/main" id="{E4D8010C-811E-CCE4-8F0E-C08AA3569EEE}"/>
              </a:ext>
            </a:extLst>
          </p:cNvPr>
          <p:cNvSpPr txBox="1"/>
          <p:nvPr/>
        </p:nvSpPr>
        <p:spPr>
          <a:xfrm>
            <a:off x="8223294" y="6402070"/>
            <a:ext cx="3142698" cy="182880"/>
          </a:xfrm>
          <a:prstGeom prst="rect">
            <a:avLst/>
          </a:prstGeom>
          <a:noFill/>
        </p:spPr>
        <p:txBody>
          <a:bodyPr wrap="none" lIns="0" tIns="0" rIns="0" bIns="0" rtlCol="0" anchor="b" anchorCtr="0">
            <a:noAutofit/>
          </a:bodyPr>
          <a:lstStyle/>
          <a:p>
            <a:pPr marL="0" indent="0" algn="r">
              <a:lnSpc>
                <a:spcPct val="100000"/>
              </a:lnSpc>
              <a:spcBef>
                <a:spcPts val="0"/>
              </a:spcBef>
              <a:buSzPct val="100000"/>
              <a:buFontTx/>
              <a:buNone/>
            </a:pPr>
            <a:r>
              <a:rPr lang="en-US" sz="800" b="0">
                <a:latin typeface="Aptos Light" panose="020B0004020202020204" pitchFamily="34" charset="0"/>
              </a:rPr>
              <a:t>Confidential and Proprietary. © 2026 UST Global Inc</a:t>
            </a:r>
          </a:p>
        </p:txBody>
      </p:sp>
      <p:sp>
        <p:nvSpPr>
          <p:cNvPr id="8" name="Slide Number Placeholder 10">
            <a:extLst>
              <a:ext uri="{FF2B5EF4-FFF2-40B4-BE49-F238E27FC236}">
                <a16:creationId xmlns:a16="http://schemas.microsoft.com/office/drawing/2014/main" id="{865D83B1-9530-C977-4ACB-0613AEF2783F}"/>
              </a:ext>
            </a:extLst>
          </p:cNvPr>
          <p:cNvSpPr txBox="1">
            <a:spLocks/>
          </p:cNvSpPr>
          <p:nvPr/>
        </p:nvSpPr>
        <p:spPr>
          <a:xfrm>
            <a:off x="11365992" y="6317730"/>
            <a:ext cx="457200" cy="274637"/>
          </a:xfrm>
          <a:prstGeom prst="rect">
            <a:avLst/>
          </a:prstGeom>
        </p:spPr>
        <p:txBody>
          <a:bodyPr vert="horz" lIns="0" tIns="0" rIns="0" bIns="0" rtlCol="0" anchor="b" anchorCtr="0"/>
          <a:lstStyle>
            <a:defPPr>
              <a:defRPr lang="en-US"/>
            </a:defPPr>
            <a:lvl1pPr marL="0" algn="r" defTabSz="892894" rtl="0" eaLnBrk="1" latinLnBrk="0" hangingPunct="1">
              <a:defRPr sz="1000" kern="1200">
                <a:solidFill>
                  <a:schemeClr val="accent3"/>
                </a:solidFill>
                <a:latin typeface="Helvetica"/>
                <a:ea typeface="+mn-ea"/>
                <a:cs typeface="Helvetica"/>
              </a:defRPr>
            </a:lvl1pPr>
            <a:lvl2pPr marL="446447" algn="l" defTabSz="892894" rtl="0" eaLnBrk="1" latinLnBrk="0" hangingPunct="1">
              <a:defRPr sz="1700" kern="1200">
                <a:solidFill>
                  <a:schemeClr val="tx1"/>
                </a:solidFill>
                <a:latin typeface="+mn-lt"/>
                <a:ea typeface="+mn-ea"/>
                <a:cs typeface="+mn-cs"/>
              </a:defRPr>
            </a:lvl2pPr>
            <a:lvl3pPr marL="892894" algn="l" defTabSz="892894" rtl="0" eaLnBrk="1" latinLnBrk="0" hangingPunct="1">
              <a:defRPr sz="1700" kern="1200">
                <a:solidFill>
                  <a:schemeClr val="tx1"/>
                </a:solidFill>
                <a:latin typeface="+mn-lt"/>
                <a:ea typeface="+mn-ea"/>
                <a:cs typeface="+mn-cs"/>
              </a:defRPr>
            </a:lvl3pPr>
            <a:lvl4pPr marL="1339340" algn="l" defTabSz="892894" rtl="0" eaLnBrk="1" latinLnBrk="0" hangingPunct="1">
              <a:defRPr sz="1700" kern="1200">
                <a:solidFill>
                  <a:schemeClr val="tx1"/>
                </a:solidFill>
                <a:latin typeface="+mn-lt"/>
                <a:ea typeface="+mn-ea"/>
                <a:cs typeface="+mn-cs"/>
              </a:defRPr>
            </a:lvl4pPr>
            <a:lvl5pPr marL="1785787" algn="l" defTabSz="892894" rtl="0" eaLnBrk="1" latinLnBrk="0" hangingPunct="1">
              <a:defRPr sz="1700" kern="1200">
                <a:solidFill>
                  <a:schemeClr val="tx1"/>
                </a:solidFill>
                <a:latin typeface="+mn-lt"/>
                <a:ea typeface="+mn-ea"/>
                <a:cs typeface="+mn-cs"/>
              </a:defRPr>
            </a:lvl5pPr>
            <a:lvl6pPr marL="2232234" algn="l" defTabSz="892894" rtl="0" eaLnBrk="1" latinLnBrk="0" hangingPunct="1">
              <a:defRPr sz="1700" kern="1200">
                <a:solidFill>
                  <a:schemeClr val="tx1"/>
                </a:solidFill>
                <a:latin typeface="+mn-lt"/>
                <a:ea typeface="+mn-ea"/>
                <a:cs typeface="+mn-cs"/>
              </a:defRPr>
            </a:lvl6pPr>
            <a:lvl7pPr marL="2678681" algn="l" defTabSz="892894" rtl="0" eaLnBrk="1" latinLnBrk="0" hangingPunct="1">
              <a:defRPr sz="1700" kern="1200">
                <a:solidFill>
                  <a:schemeClr val="tx1"/>
                </a:solidFill>
                <a:latin typeface="+mn-lt"/>
                <a:ea typeface="+mn-ea"/>
                <a:cs typeface="+mn-cs"/>
              </a:defRPr>
            </a:lvl7pPr>
            <a:lvl8pPr marL="3125127" algn="l" defTabSz="892894" rtl="0" eaLnBrk="1" latinLnBrk="0" hangingPunct="1">
              <a:defRPr sz="1700" kern="1200">
                <a:solidFill>
                  <a:schemeClr val="tx1"/>
                </a:solidFill>
                <a:latin typeface="+mn-lt"/>
                <a:ea typeface="+mn-ea"/>
                <a:cs typeface="+mn-cs"/>
              </a:defRPr>
            </a:lvl8pPr>
            <a:lvl9pPr marL="3571574" algn="l" defTabSz="892894" rtl="0" eaLnBrk="1" latinLnBrk="0" hangingPunct="1">
              <a:defRPr sz="1700" kern="1200">
                <a:solidFill>
                  <a:schemeClr val="tx1"/>
                </a:solidFill>
                <a:latin typeface="+mn-lt"/>
                <a:ea typeface="+mn-ea"/>
                <a:cs typeface="+mn-cs"/>
              </a:defRPr>
            </a:lvl9pPr>
          </a:lstStyle>
          <a:p>
            <a:pPr algn="r"/>
            <a:r>
              <a:rPr lang="en-US" sz="800">
                <a:solidFill>
                  <a:schemeClr val="tx1"/>
                </a:solidFill>
                <a:latin typeface="Aptos Light" panose="020B0004020202020204" pitchFamily="34" charset="0"/>
                <a:cs typeface="Trebuchet MS"/>
              </a:rPr>
              <a:t> </a:t>
            </a:r>
            <a:fld id="{110FD68B-4EE4-9D43-89F2-B87D6C9CEE3A}" type="slidenum">
              <a:rPr lang="en-US" sz="800" smtClean="0">
                <a:solidFill>
                  <a:schemeClr val="tx1"/>
                </a:solidFill>
                <a:latin typeface="Aptos Light" panose="020B0004020202020204" pitchFamily="34" charset="0"/>
                <a:cs typeface="Trebuchet MS"/>
              </a:rPr>
              <a:pPr algn="r"/>
              <a:t>‹#›</a:t>
            </a:fld>
            <a:endParaRPr lang="en-US" sz="800">
              <a:solidFill>
                <a:schemeClr val="tx1"/>
              </a:solidFill>
              <a:latin typeface="Aptos Light" panose="020B0004020202020204" pitchFamily="34" charset="0"/>
              <a:cs typeface="Trebuchet MS"/>
            </a:endParaRPr>
          </a:p>
        </p:txBody>
      </p:sp>
      <p:sp>
        <p:nvSpPr>
          <p:cNvPr id="2" name="Picture Placeholder 2">
            <a:extLst>
              <a:ext uri="{FF2B5EF4-FFF2-40B4-BE49-F238E27FC236}">
                <a16:creationId xmlns:a16="http://schemas.microsoft.com/office/drawing/2014/main" id="{6DC060F8-7E0D-F3F3-8508-FCD9FD316FB9}"/>
              </a:ext>
            </a:extLst>
          </p:cNvPr>
          <p:cNvSpPr>
            <a:spLocks noGrp="1"/>
          </p:cNvSpPr>
          <p:nvPr>
            <p:ph type="pic" sz="quarter" idx="16" hasCustomPrompt="1"/>
          </p:nvPr>
        </p:nvSpPr>
        <p:spPr>
          <a:xfrm>
            <a:off x="0" y="1508762"/>
            <a:ext cx="3976688" cy="3749038"/>
          </a:xfrm>
          <a:solidFill>
            <a:schemeClr val="bg1"/>
          </a:solidFill>
        </p:spPr>
        <p:txBody>
          <a:bodyPr anchor="ctr" anchorCtr="0">
            <a:normAutofit/>
          </a:bodyPr>
          <a:lstStyle>
            <a:lvl1pPr marL="0" indent="0" algn="ctr">
              <a:buNone/>
              <a:defRPr sz="1200">
                <a:latin typeface="Aptos Light" panose="020B0004020202020204" pitchFamily="34" charset="0"/>
              </a:defRPr>
            </a:lvl1pPr>
          </a:lstStyle>
          <a:p>
            <a:r>
              <a:rPr lang="en-US"/>
              <a:t>[Click icon to insert photo]</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hasCustomPrompt="1"/>
          </p:nvPr>
        </p:nvSpPr>
        <p:spPr>
          <a:xfrm>
            <a:off x="4288536" y="3200400"/>
            <a:ext cx="2340000" cy="20574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Add a sub-copy. The recommendation is to use short and concise text in no more than 10 lines.</a:t>
            </a:r>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hasCustomPrompt="1"/>
          </p:nvPr>
        </p:nvSpPr>
        <p:spPr>
          <a:xfrm>
            <a:off x="9483192" y="3200400"/>
            <a:ext cx="2340000" cy="20574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Add a sub-copy. The recommendation is to use short and concise text in no more than 10 lines.</a:t>
            </a:r>
          </a:p>
        </p:txBody>
      </p:sp>
      <p:sp>
        <p:nvSpPr>
          <p:cNvPr id="20" name="Content Placeholder 2">
            <a:extLst>
              <a:ext uri="{FF2B5EF4-FFF2-40B4-BE49-F238E27FC236}">
                <a16:creationId xmlns:a16="http://schemas.microsoft.com/office/drawing/2014/main" id="{5CD5656A-1AE2-C177-6694-60B5643A5155}"/>
              </a:ext>
            </a:extLst>
          </p:cNvPr>
          <p:cNvSpPr>
            <a:spLocks noGrp="1"/>
          </p:cNvSpPr>
          <p:nvPr>
            <p:ph sz="half" idx="23" hasCustomPrompt="1"/>
          </p:nvPr>
        </p:nvSpPr>
        <p:spPr>
          <a:xfrm>
            <a:off x="365760" y="5554277"/>
            <a:ext cx="8914624" cy="526483"/>
          </a:xfrm>
        </p:spPr>
        <p:txBody>
          <a:bodyPr>
            <a:noAutofit/>
          </a:bodyPr>
          <a:lstStyle>
            <a:lvl1pPr marL="0" indent="0">
              <a:buFontTx/>
              <a:buNone/>
              <a:defRPr sz="18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00% Here you can add an important metric</a:t>
            </a:r>
          </a:p>
        </p:txBody>
      </p:sp>
      <p:sp>
        <p:nvSpPr>
          <p:cNvPr id="24" name="Text Placeholder 23">
            <a:extLst>
              <a:ext uri="{FF2B5EF4-FFF2-40B4-BE49-F238E27FC236}">
                <a16:creationId xmlns:a16="http://schemas.microsoft.com/office/drawing/2014/main" id="{99151199-89C4-C469-2508-71FDE0F98C11}"/>
              </a:ext>
            </a:extLst>
          </p:cNvPr>
          <p:cNvSpPr>
            <a:spLocks noGrp="1"/>
          </p:cNvSpPr>
          <p:nvPr>
            <p:ph type="body" sz="quarter" idx="24" hasCustomPrompt="1"/>
          </p:nvPr>
        </p:nvSpPr>
        <p:spPr>
          <a:xfrm>
            <a:off x="4288853" y="1619954"/>
            <a:ext cx="7534339" cy="567655"/>
          </a:xfrm>
        </p:spPr>
        <p:txBody>
          <a:bodyPr>
            <a:noAutofit/>
          </a:bodyPr>
          <a:lstStyle>
            <a:lvl1pPr marL="0" indent="0">
              <a:buFontTx/>
              <a:buNone/>
              <a:defRPr sz="1600" b="0"/>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Add a sub-copy.  Please use  a concise text in no more than 2lines.</a:t>
            </a:r>
          </a:p>
        </p:txBody>
      </p:sp>
      <p:sp>
        <p:nvSpPr>
          <p:cNvPr id="5" name="Title 1">
            <a:extLst>
              <a:ext uri="{FF2B5EF4-FFF2-40B4-BE49-F238E27FC236}">
                <a16:creationId xmlns:a16="http://schemas.microsoft.com/office/drawing/2014/main" id="{9582BF1F-6798-244E-6B8B-41ABB5EE69C8}"/>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a:t>[Slide title]</a:t>
            </a:r>
          </a:p>
        </p:txBody>
      </p:sp>
      <p:sp>
        <p:nvSpPr>
          <p:cNvPr id="9" name="Content Placeholder 4">
            <a:extLst>
              <a:ext uri="{FF2B5EF4-FFF2-40B4-BE49-F238E27FC236}">
                <a16:creationId xmlns:a16="http://schemas.microsoft.com/office/drawing/2014/main" id="{726EED03-A762-2DAD-DD3F-E81CF2FD5BFF}"/>
              </a:ext>
            </a:extLst>
          </p:cNvPr>
          <p:cNvSpPr>
            <a:spLocks noGrp="1"/>
          </p:cNvSpPr>
          <p:nvPr>
            <p:ph sz="quarter" idx="30" hasCustomPrompt="1"/>
          </p:nvPr>
        </p:nvSpPr>
        <p:spPr>
          <a:xfrm>
            <a:off x="6940384" y="3200400"/>
            <a:ext cx="2340000" cy="20574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Add a sub-copy. The recommendation is to use short and concise text in no more than 10 lines.</a:t>
            </a:r>
          </a:p>
        </p:txBody>
      </p:sp>
      <p:sp>
        <p:nvSpPr>
          <p:cNvPr id="11" name="Picture Placeholder 15">
            <a:extLst>
              <a:ext uri="{FF2B5EF4-FFF2-40B4-BE49-F238E27FC236}">
                <a16:creationId xmlns:a16="http://schemas.microsoft.com/office/drawing/2014/main" id="{8B5E2858-A924-EDA4-FB7B-E191EDFCA122}"/>
              </a:ext>
            </a:extLst>
          </p:cNvPr>
          <p:cNvSpPr>
            <a:spLocks noGrp="1"/>
          </p:cNvSpPr>
          <p:nvPr>
            <p:ph type="pic" sz="quarter" idx="33" hasCustomPrompt="1"/>
          </p:nvPr>
        </p:nvSpPr>
        <p:spPr>
          <a:xfrm>
            <a:off x="4288536" y="2544377"/>
            <a:ext cx="526483" cy="526483"/>
          </a:xfrm>
        </p:spPr>
        <p:txBody>
          <a:bodyPr>
            <a:normAutofit/>
          </a:bodyPr>
          <a:lstStyle>
            <a:lvl1pPr marL="0" indent="0">
              <a:buFontTx/>
              <a:buNone/>
              <a:defRPr sz="1000"/>
            </a:lvl1pPr>
          </a:lstStyle>
          <a:p>
            <a:r>
              <a:rPr lang="en-US"/>
              <a:t>ICONS</a:t>
            </a:r>
          </a:p>
        </p:txBody>
      </p:sp>
      <p:sp>
        <p:nvSpPr>
          <p:cNvPr id="12" name="Picture Placeholder 15">
            <a:extLst>
              <a:ext uri="{FF2B5EF4-FFF2-40B4-BE49-F238E27FC236}">
                <a16:creationId xmlns:a16="http://schemas.microsoft.com/office/drawing/2014/main" id="{4B824EB2-EC9F-EE0A-2FA6-604FBCDA6CBF}"/>
              </a:ext>
            </a:extLst>
          </p:cNvPr>
          <p:cNvSpPr>
            <a:spLocks noGrp="1"/>
          </p:cNvSpPr>
          <p:nvPr>
            <p:ph type="pic" sz="quarter" idx="34" hasCustomPrompt="1"/>
          </p:nvPr>
        </p:nvSpPr>
        <p:spPr>
          <a:xfrm>
            <a:off x="6940384" y="2544377"/>
            <a:ext cx="526483" cy="526483"/>
          </a:xfrm>
        </p:spPr>
        <p:txBody>
          <a:bodyPr>
            <a:normAutofit/>
          </a:bodyPr>
          <a:lstStyle>
            <a:lvl1pPr marL="0" indent="0">
              <a:buFontTx/>
              <a:buNone/>
              <a:defRPr sz="1000"/>
            </a:lvl1pPr>
          </a:lstStyle>
          <a:p>
            <a:r>
              <a:rPr lang="en-US"/>
              <a:t>ICONS</a:t>
            </a:r>
          </a:p>
        </p:txBody>
      </p:sp>
      <p:sp>
        <p:nvSpPr>
          <p:cNvPr id="13" name="Picture Placeholder 15">
            <a:extLst>
              <a:ext uri="{FF2B5EF4-FFF2-40B4-BE49-F238E27FC236}">
                <a16:creationId xmlns:a16="http://schemas.microsoft.com/office/drawing/2014/main" id="{ED0CDC29-DAFE-A98E-0003-DFC109D40540}"/>
              </a:ext>
            </a:extLst>
          </p:cNvPr>
          <p:cNvSpPr>
            <a:spLocks noGrp="1"/>
          </p:cNvSpPr>
          <p:nvPr>
            <p:ph type="pic" sz="quarter" idx="35" hasCustomPrompt="1"/>
          </p:nvPr>
        </p:nvSpPr>
        <p:spPr>
          <a:xfrm>
            <a:off x="9483192" y="2544377"/>
            <a:ext cx="526483" cy="526483"/>
          </a:xfrm>
        </p:spPr>
        <p:txBody>
          <a:bodyPr>
            <a:normAutofit/>
          </a:bodyPr>
          <a:lstStyle>
            <a:lvl1pPr marL="0" indent="0">
              <a:buFontTx/>
              <a:buNone/>
              <a:defRPr sz="1000"/>
            </a:lvl1pPr>
          </a:lstStyle>
          <a:p>
            <a:r>
              <a:rPr lang="en-US"/>
              <a:t>ICONS</a:t>
            </a:r>
          </a:p>
        </p:txBody>
      </p:sp>
    </p:spTree>
    <p:extLst>
      <p:ext uri="{BB962C8B-B14F-4D97-AF65-F5344CB8AC3E}">
        <p14:creationId xmlns:p14="http://schemas.microsoft.com/office/powerpoint/2010/main" val="33907315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userDrawn="1">
          <p15:clr>
            <a:srgbClr val="FBAE40"/>
          </p15:clr>
        </p15:guide>
        <p15:guide id="2" pos="2506" userDrawn="1">
          <p15:clr>
            <a:srgbClr val="FBAE40"/>
          </p15:clr>
        </p15:guide>
        <p15:guide id="3" pos="4978" userDrawn="1">
          <p15:clr>
            <a:srgbClr val="FBAE40"/>
          </p15:clr>
        </p15:guide>
        <p15:guide id="4" pos="5172" userDrawn="1">
          <p15:clr>
            <a:srgbClr val="FBAE40"/>
          </p15:clr>
        </p15:guide>
        <p15:guide id="5" orient="horz" pos="1152" userDrawn="1">
          <p15:clr>
            <a:srgbClr val="FBAE40"/>
          </p15:clr>
        </p15:guide>
        <p15:guide id="6" orient="horz" pos="3832" userDrawn="1">
          <p15:clr>
            <a:srgbClr val="FBAE40"/>
          </p15:clr>
        </p15:guide>
        <p15:guide id="7" orient="horz" pos="4148" userDrawn="1">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Highlighting cotent with Percentage">
    <p:spTree>
      <p:nvGrpSpPr>
        <p:cNvPr id="1" name=""/>
        <p:cNvGrpSpPr/>
        <p:nvPr/>
      </p:nvGrpSpPr>
      <p:grpSpPr>
        <a:xfrm>
          <a:off x="0" y="0"/>
          <a:ext cx="0" cy="0"/>
          <a:chOff x="0" y="0"/>
          <a:chExt cx="0" cy="0"/>
        </a:xfrm>
      </p:grpSpPr>
      <p:sp>
        <p:nvSpPr>
          <p:cNvPr id="18" name="Text Placeholder 17">
            <a:extLst>
              <a:ext uri="{FF2B5EF4-FFF2-40B4-BE49-F238E27FC236}">
                <a16:creationId xmlns:a16="http://schemas.microsoft.com/office/drawing/2014/main" id="{544BFA8F-920A-9CDF-6246-2F65467AE3C5}"/>
              </a:ext>
            </a:extLst>
          </p:cNvPr>
          <p:cNvSpPr>
            <a:spLocks noGrp="1"/>
          </p:cNvSpPr>
          <p:nvPr>
            <p:ph type="body" sz="quarter" idx="41" hasCustomPrompt="1"/>
          </p:nvPr>
        </p:nvSpPr>
        <p:spPr>
          <a:xfrm>
            <a:off x="6309358" y="2544763"/>
            <a:ext cx="845822" cy="663575"/>
          </a:xfrm>
        </p:spPr>
        <p:txBody>
          <a:bodyPr>
            <a:noAutofit/>
          </a:bodyPr>
          <a:lstStyle>
            <a:lvl1pPr marL="0" indent="0">
              <a:buFontTx/>
              <a:buNone/>
              <a:defRPr sz="3200"/>
            </a:lvl1pPr>
            <a:lvl2pPr marL="182880" indent="0">
              <a:buFontTx/>
              <a:buNone/>
              <a:defRPr sz="3200"/>
            </a:lvl2pPr>
            <a:lvl3pPr marL="365760" indent="0">
              <a:buFontTx/>
              <a:buNone/>
              <a:defRPr sz="3200"/>
            </a:lvl3pPr>
            <a:lvl4pPr marL="548640" indent="0">
              <a:buFontTx/>
              <a:buNone/>
              <a:defRPr sz="3200"/>
            </a:lvl4pPr>
            <a:lvl5pPr marL="731520" indent="0">
              <a:buFontTx/>
              <a:buNone/>
              <a:defRPr sz="3200"/>
            </a:lvl5pPr>
          </a:lstStyle>
          <a:p>
            <a:pPr lvl="0"/>
            <a:r>
              <a:rPr lang="en-US"/>
              <a:t>00%</a:t>
            </a:r>
          </a:p>
        </p:txBody>
      </p:sp>
      <p:sp>
        <p:nvSpPr>
          <p:cNvPr id="2" name="Picture Placeholder 2">
            <a:extLst>
              <a:ext uri="{FF2B5EF4-FFF2-40B4-BE49-F238E27FC236}">
                <a16:creationId xmlns:a16="http://schemas.microsoft.com/office/drawing/2014/main" id="{6DC060F8-7E0D-F3F3-8508-FCD9FD316FB9}"/>
              </a:ext>
            </a:extLst>
          </p:cNvPr>
          <p:cNvSpPr>
            <a:spLocks noGrp="1"/>
          </p:cNvSpPr>
          <p:nvPr>
            <p:ph type="pic" sz="quarter" idx="16" hasCustomPrompt="1"/>
          </p:nvPr>
        </p:nvSpPr>
        <p:spPr>
          <a:xfrm>
            <a:off x="0" y="0"/>
            <a:ext cx="5082540" cy="6858000"/>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a:t>[Click icon to insert photo]</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hasCustomPrompt="1"/>
          </p:nvPr>
        </p:nvSpPr>
        <p:spPr>
          <a:xfrm>
            <a:off x="7368538" y="2544377"/>
            <a:ext cx="4454336" cy="663643"/>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This is an example of a metric description with a length of four lines of text.</a:t>
            </a:r>
          </a:p>
        </p:txBody>
      </p:sp>
      <p:sp>
        <p:nvSpPr>
          <p:cNvPr id="20" name="Content Placeholder 2">
            <a:extLst>
              <a:ext uri="{FF2B5EF4-FFF2-40B4-BE49-F238E27FC236}">
                <a16:creationId xmlns:a16="http://schemas.microsoft.com/office/drawing/2014/main" id="{5CD5656A-1AE2-C177-6694-60B5643A5155}"/>
              </a:ext>
            </a:extLst>
          </p:cNvPr>
          <p:cNvSpPr>
            <a:spLocks noGrp="1"/>
          </p:cNvSpPr>
          <p:nvPr>
            <p:ph sz="half" idx="23" hasCustomPrompt="1"/>
          </p:nvPr>
        </p:nvSpPr>
        <p:spPr>
          <a:xfrm>
            <a:off x="5569516" y="5554277"/>
            <a:ext cx="6252972" cy="526483"/>
          </a:xfrm>
        </p:spPr>
        <p:txBody>
          <a:bodyPr>
            <a:noAutofit/>
          </a:bodyPr>
          <a:lstStyle>
            <a:lvl1pPr marL="0" indent="0">
              <a:buFontTx/>
              <a:buNone/>
              <a:defRPr sz="14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Enter a sub-text here</a:t>
            </a:r>
          </a:p>
        </p:txBody>
      </p:sp>
      <p:sp>
        <p:nvSpPr>
          <p:cNvPr id="5" name="Title 1">
            <a:extLst>
              <a:ext uri="{FF2B5EF4-FFF2-40B4-BE49-F238E27FC236}">
                <a16:creationId xmlns:a16="http://schemas.microsoft.com/office/drawing/2014/main" id="{9582BF1F-6798-244E-6B8B-41ABB5EE69C8}"/>
              </a:ext>
            </a:extLst>
          </p:cNvPr>
          <p:cNvSpPr>
            <a:spLocks noGrp="1"/>
          </p:cNvSpPr>
          <p:nvPr>
            <p:ph type="title" hasCustomPrompt="1"/>
          </p:nvPr>
        </p:nvSpPr>
        <p:spPr>
          <a:xfrm>
            <a:off x="5570220" y="365759"/>
            <a:ext cx="6252972" cy="1485901"/>
          </a:xfrm>
        </p:spPr>
        <p:txBody>
          <a:bodyPr/>
          <a:lstStyle>
            <a:lvl1pPr>
              <a:defRPr>
                <a:latin typeface="Aptos Light" panose="020B0004020202020204" pitchFamily="34" charset="0"/>
              </a:defRPr>
            </a:lvl1pPr>
          </a:lstStyle>
          <a:p>
            <a:r>
              <a:rPr lang="en-US"/>
              <a:t>[Slide title]</a:t>
            </a:r>
          </a:p>
        </p:txBody>
      </p:sp>
      <p:sp>
        <p:nvSpPr>
          <p:cNvPr id="11" name="Picture Placeholder 15">
            <a:extLst>
              <a:ext uri="{FF2B5EF4-FFF2-40B4-BE49-F238E27FC236}">
                <a16:creationId xmlns:a16="http://schemas.microsoft.com/office/drawing/2014/main" id="{8B5E2858-A924-EDA4-FB7B-E191EDFCA122}"/>
              </a:ext>
            </a:extLst>
          </p:cNvPr>
          <p:cNvSpPr>
            <a:spLocks noGrp="1"/>
          </p:cNvSpPr>
          <p:nvPr>
            <p:ph type="pic" sz="quarter" idx="33" hasCustomPrompt="1"/>
          </p:nvPr>
        </p:nvSpPr>
        <p:spPr>
          <a:xfrm>
            <a:off x="5569517" y="2544377"/>
            <a:ext cx="526483" cy="663643"/>
          </a:xfrm>
        </p:spPr>
        <p:txBody>
          <a:bodyPr>
            <a:normAutofit/>
          </a:bodyPr>
          <a:lstStyle>
            <a:lvl1pPr marL="0" indent="0">
              <a:buFontTx/>
              <a:buNone/>
              <a:defRPr sz="1000"/>
            </a:lvl1pPr>
          </a:lstStyle>
          <a:p>
            <a:r>
              <a:rPr lang="en-US"/>
              <a:t>ICONS</a:t>
            </a:r>
          </a:p>
        </p:txBody>
      </p:sp>
      <p:sp>
        <p:nvSpPr>
          <p:cNvPr id="6" name="Content Placeholder 3">
            <a:extLst>
              <a:ext uri="{FF2B5EF4-FFF2-40B4-BE49-F238E27FC236}">
                <a16:creationId xmlns:a16="http://schemas.microsoft.com/office/drawing/2014/main" id="{060471DA-547D-255F-D494-B5B229AE8414}"/>
              </a:ext>
            </a:extLst>
          </p:cNvPr>
          <p:cNvSpPr>
            <a:spLocks noGrp="1"/>
          </p:cNvSpPr>
          <p:nvPr>
            <p:ph sz="half" idx="35" hasCustomPrompt="1"/>
          </p:nvPr>
        </p:nvSpPr>
        <p:spPr>
          <a:xfrm>
            <a:off x="7368538" y="3451157"/>
            <a:ext cx="4454336" cy="663643"/>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This is an example of a metric description with a length of four lines of text.</a:t>
            </a:r>
          </a:p>
        </p:txBody>
      </p:sp>
      <p:sp>
        <p:nvSpPr>
          <p:cNvPr id="7" name="Picture Placeholder 15">
            <a:extLst>
              <a:ext uri="{FF2B5EF4-FFF2-40B4-BE49-F238E27FC236}">
                <a16:creationId xmlns:a16="http://schemas.microsoft.com/office/drawing/2014/main" id="{AACBF491-226E-CC82-6473-CE08F7DAA147}"/>
              </a:ext>
            </a:extLst>
          </p:cNvPr>
          <p:cNvSpPr>
            <a:spLocks noGrp="1"/>
          </p:cNvSpPr>
          <p:nvPr>
            <p:ph type="pic" sz="quarter" idx="36" hasCustomPrompt="1"/>
          </p:nvPr>
        </p:nvSpPr>
        <p:spPr>
          <a:xfrm>
            <a:off x="5569517" y="3451157"/>
            <a:ext cx="526483" cy="663643"/>
          </a:xfrm>
        </p:spPr>
        <p:txBody>
          <a:bodyPr>
            <a:normAutofit/>
          </a:bodyPr>
          <a:lstStyle>
            <a:lvl1pPr marL="0" indent="0">
              <a:buFontTx/>
              <a:buNone/>
              <a:defRPr sz="1000"/>
            </a:lvl1pPr>
          </a:lstStyle>
          <a:p>
            <a:r>
              <a:rPr lang="en-US"/>
              <a:t>ICONS</a:t>
            </a:r>
          </a:p>
        </p:txBody>
      </p:sp>
      <p:sp>
        <p:nvSpPr>
          <p:cNvPr id="10" name="Content Placeholder 3">
            <a:extLst>
              <a:ext uri="{FF2B5EF4-FFF2-40B4-BE49-F238E27FC236}">
                <a16:creationId xmlns:a16="http://schemas.microsoft.com/office/drawing/2014/main" id="{90079E21-E643-2B1E-5CB0-AEDFA4373D79}"/>
              </a:ext>
            </a:extLst>
          </p:cNvPr>
          <p:cNvSpPr>
            <a:spLocks noGrp="1"/>
          </p:cNvSpPr>
          <p:nvPr>
            <p:ph sz="half" idx="38" hasCustomPrompt="1"/>
          </p:nvPr>
        </p:nvSpPr>
        <p:spPr>
          <a:xfrm>
            <a:off x="7368538" y="4357937"/>
            <a:ext cx="4454336" cy="663643"/>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This is an example of a metric description with a length of four lines of text.</a:t>
            </a:r>
          </a:p>
        </p:txBody>
      </p:sp>
      <p:sp>
        <p:nvSpPr>
          <p:cNvPr id="15" name="Picture Placeholder 15">
            <a:extLst>
              <a:ext uri="{FF2B5EF4-FFF2-40B4-BE49-F238E27FC236}">
                <a16:creationId xmlns:a16="http://schemas.microsoft.com/office/drawing/2014/main" id="{39B95005-AC3B-4823-6365-72E4B39E20ED}"/>
              </a:ext>
            </a:extLst>
          </p:cNvPr>
          <p:cNvSpPr>
            <a:spLocks noGrp="1"/>
          </p:cNvSpPr>
          <p:nvPr>
            <p:ph type="pic" sz="quarter" idx="39" hasCustomPrompt="1"/>
          </p:nvPr>
        </p:nvSpPr>
        <p:spPr>
          <a:xfrm>
            <a:off x="5569517" y="4357937"/>
            <a:ext cx="526483" cy="663643"/>
          </a:xfrm>
        </p:spPr>
        <p:txBody>
          <a:bodyPr>
            <a:normAutofit/>
          </a:bodyPr>
          <a:lstStyle>
            <a:lvl1pPr marL="0" indent="0">
              <a:buFontTx/>
              <a:buNone/>
              <a:defRPr sz="1000"/>
            </a:lvl1pPr>
          </a:lstStyle>
          <a:p>
            <a:r>
              <a:rPr lang="en-US"/>
              <a:t>ICONS</a:t>
            </a:r>
          </a:p>
        </p:txBody>
      </p:sp>
      <p:sp>
        <p:nvSpPr>
          <p:cNvPr id="19" name="Text Placeholder 17">
            <a:extLst>
              <a:ext uri="{FF2B5EF4-FFF2-40B4-BE49-F238E27FC236}">
                <a16:creationId xmlns:a16="http://schemas.microsoft.com/office/drawing/2014/main" id="{F115BF04-14DF-5A60-DDCE-86CEFEAD5695}"/>
              </a:ext>
            </a:extLst>
          </p:cNvPr>
          <p:cNvSpPr>
            <a:spLocks noGrp="1"/>
          </p:cNvSpPr>
          <p:nvPr>
            <p:ph type="body" sz="quarter" idx="42" hasCustomPrompt="1"/>
          </p:nvPr>
        </p:nvSpPr>
        <p:spPr>
          <a:xfrm>
            <a:off x="6309358" y="3451157"/>
            <a:ext cx="845822" cy="663575"/>
          </a:xfrm>
        </p:spPr>
        <p:txBody>
          <a:bodyPr>
            <a:noAutofit/>
          </a:bodyPr>
          <a:lstStyle>
            <a:lvl1pPr marL="0" indent="0">
              <a:buFontTx/>
              <a:buNone/>
              <a:defRPr sz="3200"/>
            </a:lvl1pPr>
            <a:lvl2pPr marL="182880" indent="0">
              <a:buFontTx/>
              <a:buNone/>
              <a:defRPr sz="3200"/>
            </a:lvl2pPr>
            <a:lvl3pPr marL="365760" indent="0">
              <a:buFontTx/>
              <a:buNone/>
              <a:defRPr sz="3200"/>
            </a:lvl3pPr>
            <a:lvl4pPr marL="548640" indent="0">
              <a:buFontTx/>
              <a:buNone/>
              <a:defRPr sz="3200"/>
            </a:lvl4pPr>
            <a:lvl5pPr marL="731520" indent="0">
              <a:buFontTx/>
              <a:buNone/>
              <a:defRPr sz="3200"/>
            </a:lvl5pPr>
          </a:lstStyle>
          <a:p>
            <a:pPr lvl="0"/>
            <a:r>
              <a:rPr lang="en-US"/>
              <a:t>00%</a:t>
            </a:r>
          </a:p>
        </p:txBody>
      </p:sp>
      <p:sp>
        <p:nvSpPr>
          <p:cNvPr id="21" name="Text Placeholder 17">
            <a:extLst>
              <a:ext uri="{FF2B5EF4-FFF2-40B4-BE49-F238E27FC236}">
                <a16:creationId xmlns:a16="http://schemas.microsoft.com/office/drawing/2014/main" id="{06B2DAC2-4037-2A6F-A67E-88004A36294A}"/>
              </a:ext>
            </a:extLst>
          </p:cNvPr>
          <p:cNvSpPr>
            <a:spLocks noGrp="1"/>
          </p:cNvSpPr>
          <p:nvPr>
            <p:ph type="body" sz="quarter" idx="43" hasCustomPrompt="1"/>
          </p:nvPr>
        </p:nvSpPr>
        <p:spPr>
          <a:xfrm>
            <a:off x="6309358" y="4357937"/>
            <a:ext cx="845822" cy="663575"/>
          </a:xfrm>
        </p:spPr>
        <p:txBody>
          <a:bodyPr>
            <a:noAutofit/>
          </a:bodyPr>
          <a:lstStyle>
            <a:lvl1pPr marL="0" indent="0">
              <a:buFontTx/>
              <a:buNone/>
              <a:defRPr sz="3200"/>
            </a:lvl1pPr>
            <a:lvl2pPr marL="182880" indent="0">
              <a:buFontTx/>
              <a:buNone/>
              <a:defRPr sz="3200"/>
            </a:lvl2pPr>
            <a:lvl3pPr marL="365760" indent="0">
              <a:buFontTx/>
              <a:buNone/>
              <a:defRPr sz="3200"/>
            </a:lvl3pPr>
            <a:lvl4pPr marL="548640" indent="0">
              <a:buFontTx/>
              <a:buNone/>
              <a:defRPr sz="3200"/>
            </a:lvl4pPr>
            <a:lvl5pPr marL="731520" indent="0">
              <a:buFontTx/>
              <a:buNone/>
              <a:defRPr sz="3200"/>
            </a:lvl5pPr>
          </a:lstStyle>
          <a:p>
            <a:pPr lvl="0"/>
            <a:r>
              <a:rPr lang="en-US"/>
              <a:t>00%</a:t>
            </a:r>
          </a:p>
        </p:txBody>
      </p:sp>
    </p:spTree>
    <p:extLst>
      <p:ext uri="{BB962C8B-B14F-4D97-AF65-F5344CB8AC3E}">
        <p14:creationId xmlns:p14="http://schemas.microsoft.com/office/powerpoint/2010/main" val="23716159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userDrawn="1">
          <p15:clr>
            <a:srgbClr val="FBAE40"/>
          </p15:clr>
        </p15:guide>
        <p15:guide id="2" pos="2506" userDrawn="1">
          <p15:clr>
            <a:srgbClr val="FBAE40"/>
          </p15:clr>
        </p15:guide>
        <p15:guide id="3" pos="4978" userDrawn="1">
          <p15:clr>
            <a:srgbClr val="FBAE40"/>
          </p15:clr>
        </p15:guide>
        <p15:guide id="4" pos="5172" userDrawn="1">
          <p15:clr>
            <a:srgbClr val="FBAE40"/>
          </p15:clr>
        </p15:guide>
        <p15:guide id="5" orient="horz" pos="1152" userDrawn="1">
          <p15:clr>
            <a:srgbClr val="FBAE40"/>
          </p15:clr>
        </p15:guide>
        <p15:guide id="6" orient="horz" pos="3832" userDrawn="1">
          <p15:clr>
            <a:srgbClr val="FBAE40"/>
          </p15:clr>
        </p15:guide>
        <p15:guide id="7" orient="horz" pos="4148" userDrawn="1">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Highlighting cotent with Percentage 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1E66016-FB95-B97A-DC2A-E341813F10C9}"/>
              </a:ext>
            </a:extLst>
          </p:cNvPr>
          <p:cNvSpPr/>
          <p:nvPr/>
        </p:nvSpPr>
        <p:spPr>
          <a:xfrm>
            <a:off x="0" y="0"/>
            <a:ext cx="12192000" cy="6858000"/>
          </a:xfrm>
          <a:prstGeom prst="rect">
            <a:avLst/>
          </a:prstGeom>
          <a:solidFill>
            <a:srgbClr val="F2F7F8"/>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latin typeface="Aptos Light" panose="020B0004020202020204" pitchFamily="34" charset="0"/>
            </a:endParaRPr>
          </a:p>
        </p:txBody>
      </p:sp>
      <p:sp>
        <p:nvSpPr>
          <p:cNvPr id="13" name="Legal">
            <a:extLst>
              <a:ext uri="{FF2B5EF4-FFF2-40B4-BE49-F238E27FC236}">
                <a16:creationId xmlns:a16="http://schemas.microsoft.com/office/drawing/2014/main" id="{035ACE38-FB19-B319-F1ED-10185FFDF487}"/>
              </a:ext>
            </a:extLst>
          </p:cNvPr>
          <p:cNvSpPr txBox="1"/>
          <p:nvPr/>
        </p:nvSpPr>
        <p:spPr>
          <a:xfrm>
            <a:off x="8223294" y="6402070"/>
            <a:ext cx="3142698" cy="182880"/>
          </a:xfrm>
          <a:prstGeom prst="rect">
            <a:avLst/>
          </a:prstGeom>
          <a:noFill/>
        </p:spPr>
        <p:txBody>
          <a:bodyPr wrap="none" lIns="0" tIns="0" rIns="0" bIns="0" rtlCol="0" anchor="b" anchorCtr="0">
            <a:noAutofit/>
          </a:bodyPr>
          <a:lstStyle/>
          <a:p>
            <a:pPr marL="0" indent="0" algn="r">
              <a:lnSpc>
                <a:spcPct val="100000"/>
              </a:lnSpc>
              <a:spcBef>
                <a:spcPts val="0"/>
              </a:spcBef>
              <a:buSzPct val="100000"/>
              <a:buFontTx/>
              <a:buNone/>
            </a:pPr>
            <a:r>
              <a:rPr lang="en-US" sz="800" b="0">
                <a:latin typeface="Aptos Light" panose="020B0004020202020204" pitchFamily="34" charset="0"/>
              </a:rPr>
              <a:t>Confidential and Proprietary. © 2026 UST Global Inc</a:t>
            </a:r>
          </a:p>
        </p:txBody>
      </p:sp>
      <p:sp>
        <p:nvSpPr>
          <p:cNvPr id="14" name="Slide Number Placeholder 10">
            <a:extLst>
              <a:ext uri="{FF2B5EF4-FFF2-40B4-BE49-F238E27FC236}">
                <a16:creationId xmlns:a16="http://schemas.microsoft.com/office/drawing/2014/main" id="{7D262AB0-A4ED-6092-158D-0E37CB201438}"/>
              </a:ext>
            </a:extLst>
          </p:cNvPr>
          <p:cNvSpPr txBox="1">
            <a:spLocks/>
          </p:cNvSpPr>
          <p:nvPr/>
        </p:nvSpPr>
        <p:spPr>
          <a:xfrm>
            <a:off x="11365992" y="6317730"/>
            <a:ext cx="457200" cy="274637"/>
          </a:xfrm>
          <a:prstGeom prst="rect">
            <a:avLst/>
          </a:prstGeom>
        </p:spPr>
        <p:txBody>
          <a:bodyPr vert="horz" lIns="0" tIns="0" rIns="0" bIns="0" rtlCol="0" anchor="b" anchorCtr="0"/>
          <a:lstStyle>
            <a:defPPr>
              <a:defRPr lang="en-US"/>
            </a:defPPr>
            <a:lvl1pPr marL="0" algn="r" defTabSz="892894" rtl="0" eaLnBrk="1" latinLnBrk="0" hangingPunct="1">
              <a:defRPr sz="1000" kern="1200">
                <a:solidFill>
                  <a:schemeClr val="accent3"/>
                </a:solidFill>
                <a:latin typeface="Helvetica"/>
                <a:ea typeface="+mn-ea"/>
                <a:cs typeface="Helvetica"/>
              </a:defRPr>
            </a:lvl1pPr>
            <a:lvl2pPr marL="446447" algn="l" defTabSz="892894" rtl="0" eaLnBrk="1" latinLnBrk="0" hangingPunct="1">
              <a:defRPr sz="1700" kern="1200">
                <a:solidFill>
                  <a:schemeClr val="tx1"/>
                </a:solidFill>
                <a:latin typeface="+mn-lt"/>
                <a:ea typeface="+mn-ea"/>
                <a:cs typeface="+mn-cs"/>
              </a:defRPr>
            </a:lvl2pPr>
            <a:lvl3pPr marL="892894" algn="l" defTabSz="892894" rtl="0" eaLnBrk="1" latinLnBrk="0" hangingPunct="1">
              <a:defRPr sz="1700" kern="1200">
                <a:solidFill>
                  <a:schemeClr val="tx1"/>
                </a:solidFill>
                <a:latin typeface="+mn-lt"/>
                <a:ea typeface="+mn-ea"/>
                <a:cs typeface="+mn-cs"/>
              </a:defRPr>
            </a:lvl3pPr>
            <a:lvl4pPr marL="1339340" algn="l" defTabSz="892894" rtl="0" eaLnBrk="1" latinLnBrk="0" hangingPunct="1">
              <a:defRPr sz="1700" kern="1200">
                <a:solidFill>
                  <a:schemeClr val="tx1"/>
                </a:solidFill>
                <a:latin typeface="+mn-lt"/>
                <a:ea typeface="+mn-ea"/>
                <a:cs typeface="+mn-cs"/>
              </a:defRPr>
            </a:lvl4pPr>
            <a:lvl5pPr marL="1785787" algn="l" defTabSz="892894" rtl="0" eaLnBrk="1" latinLnBrk="0" hangingPunct="1">
              <a:defRPr sz="1700" kern="1200">
                <a:solidFill>
                  <a:schemeClr val="tx1"/>
                </a:solidFill>
                <a:latin typeface="+mn-lt"/>
                <a:ea typeface="+mn-ea"/>
                <a:cs typeface="+mn-cs"/>
              </a:defRPr>
            </a:lvl5pPr>
            <a:lvl6pPr marL="2232234" algn="l" defTabSz="892894" rtl="0" eaLnBrk="1" latinLnBrk="0" hangingPunct="1">
              <a:defRPr sz="1700" kern="1200">
                <a:solidFill>
                  <a:schemeClr val="tx1"/>
                </a:solidFill>
                <a:latin typeface="+mn-lt"/>
                <a:ea typeface="+mn-ea"/>
                <a:cs typeface="+mn-cs"/>
              </a:defRPr>
            </a:lvl6pPr>
            <a:lvl7pPr marL="2678681" algn="l" defTabSz="892894" rtl="0" eaLnBrk="1" latinLnBrk="0" hangingPunct="1">
              <a:defRPr sz="1700" kern="1200">
                <a:solidFill>
                  <a:schemeClr val="tx1"/>
                </a:solidFill>
                <a:latin typeface="+mn-lt"/>
                <a:ea typeface="+mn-ea"/>
                <a:cs typeface="+mn-cs"/>
              </a:defRPr>
            </a:lvl7pPr>
            <a:lvl8pPr marL="3125127" algn="l" defTabSz="892894" rtl="0" eaLnBrk="1" latinLnBrk="0" hangingPunct="1">
              <a:defRPr sz="1700" kern="1200">
                <a:solidFill>
                  <a:schemeClr val="tx1"/>
                </a:solidFill>
                <a:latin typeface="+mn-lt"/>
                <a:ea typeface="+mn-ea"/>
                <a:cs typeface="+mn-cs"/>
              </a:defRPr>
            </a:lvl8pPr>
            <a:lvl9pPr marL="3571574" algn="l" defTabSz="892894" rtl="0" eaLnBrk="1" latinLnBrk="0" hangingPunct="1">
              <a:defRPr sz="1700" kern="1200">
                <a:solidFill>
                  <a:schemeClr val="tx1"/>
                </a:solidFill>
                <a:latin typeface="+mn-lt"/>
                <a:ea typeface="+mn-ea"/>
                <a:cs typeface="+mn-cs"/>
              </a:defRPr>
            </a:lvl9pPr>
          </a:lstStyle>
          <a:p>
            <a:pPr algn="r"/>
            <a:r>
              <a:rPr lang="en-US" sz="800">
                <a:solidFill>
                  <a:schemeClr val="tx1"/>
                </a:solidFill>
                <a:latin typeface="Aptos Light" panose="020B0004020202020204" pitchFamily="34" charset="0"/>
                <a:cs typeface="Trebuchet MS"/>
              </a:rPr>
              <a:t> </a:t>
            </a:r>
            <a:fld id="{110FD68B-4EE4-9D43-89F2-B87D6C9CEE3A}" type="slidenum">
              <a:rPr lang="en-US" sz="800" smtClean="0">
                <a:solidFill>
                  <a:schemeClr val="tx1"/>
                </a:solidFill>
                <a:latin typeface="Aptos Light" panose="020B0004020202020204" pitchFamily="34" charset="0"/>
                <a:cs typeface="Trebuchet MS"/>
              </a:rPr>
              <a:pPr algn="r"/>
              <a:t>‹#›</a:t>
            </a:fld>
            <a:endParaRPr lang="en-US" sz="800">
              <a:solidFill>
                <a:schemeClr val="tx1"/>
              </a:solidFill>
              <a:latin typeface="Aptos Light" panose="020B0004020202020204" pitchFamily="34" charset="0"/>
              <a:cs typeface="Trebuchet MS"/>
            </a:endParaRPr>
          </a:p>
        </p:txBody>
      </p:sp>
      <p:sp>
        <p:nvSpPr>
          <p:cNvPr id="2" name="Picture Placeholder 2">
            <a:extLst>
              <a:ext uri="{FF2B5EF4-FFF2-40B4-BE49-F238E27FC236}">
                <a16:creationId xmlns:a16="http://schemas.microsoft.com/office/drawing/2014/main" id="{6DC060F8-7E0D-F3F3-8508-FCD9FD316FB9}"/>
              </a:ext>
            </a:extLst>
          </p:cNvPr>
          <p:cNvSpPr>
            <a:spLocks noGrp="1"/>
          </p:cNvSpPr>
          <p:nvPr>
            <p:ph type="pic" sz="quarter" idx="16" hasCustomPrompt="1"/>
          </p:nvPr>
        </p:nvSpPr>
        <p:spPr>
          <a:xfrm>
            <a:off x="0" y="0"/>
            <a:ext cx="5082540" cy="6858000"/>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a:t>[Click icon to insert photo]</a:t>
            </a:r>
          </a:p>
        </p:txBody>
      </p:sp>
      <p:sp>
        <p:nvSpPr>
          <p:cNvPr id="20" name="Content Placeholder 2">
            <a:extLst>
              <a:ext uri="{FF2B5EF4-FFF2-40B4-BE49-F238E27FC236}">
                <a16:creationId xmlns:a16="http://schemas.microsoft.com/office/drawing/2014/main" id="{5CD5656A-1AE2-C177-6694-60B5643A5155}"/>
              </a:ext>
            </a:extLst>
          </p:cNvPr>
          <p:cNvSpPr>
            <a:spLocks noGrp="1"/>
          </p:cNvSpPr>
          <p:nvPr>
            <p:ph sz="half" idx="23" hasCustomPrompt="1"/>
          </p:nvPr>
        </p:nvSpPr>
        <p:spPr>
          <a:xfrm>
            <a:off x="5569516" y="5554277"/>
            <a:ext cx="6252972" cy="526483"/>
          </a:xfrm>
        </p:spPr>
        <p:txBody>
          <a:bodyPr>
            <a:noAutofit/>
          </a:bodyPr>
          <a:lstStyle>
            <a:lvl1pPr marL="0" indent="0">
              <a:buFontTx/>
              <a:buNone/>
              <a:defRPr sz="14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Enter a sub-text here</a:t>
            </a:r>
          </a:p>
        </p:txBody>
      </p:sp>
      <p:sp>
        <p:nvSpPr>
          <p:cNvPr id="5" name="Title 1">
            <a:extLst>
              <a:ext uri="{FF2B5EF4-FFF2-40B4-BE49-F238E27FC236}">
                <a16:creationId xmlns:a16="http://schemas.microsoft.com/office/drawing/2014/main" id="{9582BF1F-6798-244E-6B8B-41ABB5EE69C8}"/>
              </a:ext>
            </a:extLst>
          </p:cNvPr>
          <p:cNvSpPr>
            <a:spLocks noGrp="1"/>
          </p:cNvSpPr>
          <p:nvPr>
            <p:ph type="title" hasCustomPrompt="1"/>
          </p:nvPr>
        </p:nvSpPr>
        <p:spPr>
          <a:xfrm>
            <a:off x="5570220" y="365759"/>
            <a:ext cx="6252972" cy="1485901"/>
          </a:xfrm>
        </p:spPr>
        <p:txBody>
          <a:bodyPr/>
          <a:lstStyle>
            <a:lvl1pPr>
              <a:defRPr>
                <a:latin typeface="Aptos Light" panose="020B0004020202020204" pitchFamily="34" charset="0"/>
              </a:defRPr>
            </a:lvl1pPr>
          </a:lstStyle>
          <a:p>
            <a:r>
              <a:rPr lang="en-US"/>
              <a:t>[Slide title]</a:t>
            </a:r>
          </a:p>
        </p:txBody>
      </p:sp>
      <p:sp>
        <p:nvSpPr>
          <p:cNvPr id="27" name="Text Placeholder 17">
            <a:extLst>
              <a:ext uri="{FF2B5EF4-FFF2-40B4-BE49-F238E27FC236}">
                <a16:creationId xmlns:a16="http://schemas.microsoft.com/office/drawing/2014/main" id="{01C2B288-91EB-5DC9-FDB6-DA4B066E027F}"/>
              </a:ext>
            </a:extLst>
          </p:cNvPr>
          <p:cNvSpPr>
            <a:spLocks noGrp="1"/>
          </p:cNvSpPr>
          <p:nvPr>
            <p:ph type="body" sz="quarter" idx="41" hasCustomPrompt="1"/>
          </p:nvPr>
        </p:nvSpPr>
        <p:spPr>
          <a:xfrm>
            <a:off x="6309358" y="2544763"/>
            <a:ext cx="845822" cy="663575"/>
          </a:xfrm>
        </p:spPr>
        <p:txBody>
          <a:bodyPr>
            <a:noAutofit/>
          </a:bodyPr>
          <a:lstStyle>
            <a:lvl1pPr marL="0" indent="0">
              <a:buFontTx/>
              <a:buNone/>
              <a:defRPr sz="3200"/>
            </a:lvl1pPr>
            <a:lvl2pPr marL="182880" indent="0">
              <a:buFontTx/>
              <a:buNone/>
              <a:defRPr sz="3200"/>
            </a:lvl2pPr>
            <a:lvl3pPr marL="365760" indent="0">
              <a:buFontTx/>
              <a:buNone/>
              <a:defRPr sz="3200"/>
            </a:lvl3pPr>
            <a:lvl4pPr marL="548640" indent="0">
              <a:buFontTx/>
              <a:buNone/>
              <a:defRPr sz="3200"/>
            </a:lvl4pPr>
            <a:lvl5pPr marL="731520" indent="0">
              <a:buFontTx/>
              <a:buNone/>
              <a:defRPr sz="3200"/>
            </a:lvl5pPr>
          </a:lstStyle>
          <a:p>
            <a:pPr lvl="0"/>
            <a:r>
              <a:rPr lang="en-US"/>
              <a:t>00%</a:t>
            </a:r>
          </a:p>
        </p:txBody>
      </p:sp>
      <p:sp>
        <p:nvSpPr>
          <p:cNvPr id="28" name="Content Placeholder 3">
            <a:extLst>
              <a:ext uri="{FF2B5EF4-FFF2-40B4-BE49-F238E27FC236}">
                <a16:creationId xmlns:a16="http://schemas.microsoft.com/office/drawing/2014/main" id="{1C41F1FB-9BFF-D120-AEE5-E46A6EC1C212}"/>
              </a:ext>
            </a:extLst>
          </p:cNvPr>
          <p:cNvSpPr>
            <a:spLocks noGrp="1"/>
          </p:cNvSpPr>
          <p:nvPr>
            <p:ph sz="half" idx="2" hasCustomPrompt="1"/>
          </p:nvPr>
        </p:nvSpPr>
        <p:spPr>
          <a:xfrm>
            <a:off x="7368538" y="2544377"/>
            <a:ext cx="4454336" cy="663643"/>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This is an example of a metric description with a length of four lines of text.</a:t>
            </a:r>
          </a:p>
        </p:txBody>
      </p:sp>
      <p:sp>
        <p:nvSpPr>
          <p:cNvPr id="29" name="Picture Placeholder 15">
            <a:extLst>
              <a:ext uri="{FF2B5EF4-FFF2-40B4-BE49-F238E27FC236}">
                <a16:creationId xmlns:a16="http://schemas.microsoft.com/office/drawing/2014/main" id="{20168701-32DE-B60C-86CF-A2FA91F1326E}"/>
              </a:ext>
            </a:extLst>
          </p:cNvPr>
          <p:cNvSpPr>
            <a:spLocks noGrp="1"/>
          </p:cNvSpPr>
          <p:nvPr>
            <p:ph type="pic" sz="quarter" idx="33" hasCustomPrompt="1"/>
          </p:nvPr>
        </p:nvSpPr>
        <p:spPr>
          <a:xfrm>
            <a:off x="5569517" y="2544377"/>
            <a:ext cx="526483" cy="663643"/>
          </a:xfrm>
        </p:spPr>
        <p:txBody>
          <a:bodyPr>
            <a:normAutofit/>
          </a:bodyPr>
          <a:lstStyle>
            <a:lvl1pPr marL="0" indent="0">
              <a:buFontTx/>
              <a:buNone/>
              <a:defRPr sz="1000"/>
            </a:lvl1pPr>
          </a:lstStyle>
          <a:p>
            <a:r>
              <a:rPr lang="en-US"/>
              <a:t>ICONS</a:t>
            </a:r>
          </a:p>
        </p:txBody>
      </p:sp>
      <p:sp>
        <p:nvSpPr>
          <p:cNvPr id="30" name="Content Placeholder 3">
            <a:extLst>
              <a:ext uri="{FF2B5EF4-FFF2-40B4-BE49-F238E27FC236}">
                <a16:creationId xmlns:a16="http://schemas.microsoft.com/office/drawing/2014/main" id="{1CA8A6CB-43DF-37E1-7314-DC54A2F259A4}"/>
              </a:ext>
            </a:extLst>
          </p:cNvPr>
          <p:cNvSpPr>
            <a:spLocks noGrp="1"/>
          </p:cNvSpPr>
          <p:nvPr>
            <p:ph sz="half" idx="35" hasCustomPrompt="1"/>
          </p:nvPr>
        </p:nvSpPr>
        <p:spPr>
          <a:xfrm>
            <a:off x="7368538" y="3451157"/>
            <a:ext cx="4454336" cy="663643"/>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This is an example of a metric description with a length of four lines of text.</a:t>
            </a:r>
          </a:p>
        </p:txBody>
      </p:sp>
      <p:sp>
        <p:nvSpPr>
          <p:cNvPr id="31" name="Picture Placeholder 15">
            <a:extLst>
              <a:ext uri="{FF2B5EF4-FFF2-40B4-BE49-F238E27FC236}">
                <a16:creationId xmlns:a16="http://schemas.microsoft.com/office/drawing/2014/main" id="{605A113E-759E-FB17-82A3-E5A1E796F512}"/>
              </a:ext>
            </a:extLst>
          </p:cNvPr>
          <p:cNvSpPr>
            <a:spLocks noGrp="1"/>
          </p:cNvSpPr>
          <p:nvPr>
            <p:ph type="pic" sz="quarter" idx="36" hasCustomPrompt="1"/>
          </p:nvPr>
        </p:nvSpPr>
        <p:spPr>
          <a:xfrm>
            <a:off x="5569517" y="3451157"/>
            <a:ext cx="526483" cy="663643"/>
          </a:xfrm>
        </p:spPr>
        <p:txBody>
          <a:bodyPr>
            <a:normAutofit/>
          </a:bodyPr>
          <a:lstStyle>
            <a:lvl1pPr marL="0" indent="0">
              <a:buFontTx/>
              <a:buNone/>
              <a:defRPr sz="1000"/>
            </a:lvl1pPr>
          </a:lstStyle>
          <a:p>
            <a:r>
              <a:rPr lang="en-US"/>
              <a:t>ICONS</a:t>
            </a:r>
          </a:p>
        </p:txBody>
      </p:sp>
      <p:sp>
        <p:nvSpPr>
          <p:cNvPr id="32" name="Content Placeholder 3">
            <a:extLst>
              <a:ext uri="{FF2B5EF4-FFF2-40B4-BE49-F238E27FC236}">
                <a16:creationId xmlns:a16="http://schemas.microsoft.com/office/drawing/2014/main" id="{10C6F23D-2BB3-ED49-8B2F-DC26FF3178C9}"/>
              </a:ext>
            </a:extLst>
          </p:cNvPr>
          <p:cNvSpPr>
            <a:spLocks noGrp="1"/>
          </p:cNvSpPr>
          <p:nvPr>
            <p:ph sz="half" idx="38" hasCustomPrompt="1"/>
          </p:nvPr>
        </p:nvSpPr>
        <p:spPr>
          <a:xfrm>
            <a:off x="7368538" y="4357937"/>
            <a:ext cx="4454336" cy="663643"/>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This is an example of a metric description with a length of four lines of text.</a:t>
            </a:r>
          </a:p>
        </p:txBody>
      </p:sp>
      <p:sp>
        <p:nvSpPr>
          <p:cNvPr id="33" name="Picture Placeholder 15">
            <a:extLst>
              <a:ext uri="{FF2B5EF4-FFF2-40B4-BE49-F238E27FC236}">
                <a16:creationId xmlns:a16="http://schemas.microsoft.com/office/drawing/2014/main" id="{CEF189D7-E401-42D6-4ED4-1DA665ECF28E}"/>
              </a:ext>
            </a:extLst>
          </p:cNvPr>
          <p:cNvSpPr>
            <a:spLocks noGrp="1"/>
          </p:cNvSpPr>
          <p:nvPr>
            <p:ph type="pic" sz="quarter" idx="39" hasCustomPrompt="1"/>
          </p:nvPr>
        </p:nvSpPr>
        <p:spPr>
          <a:xfrm>
            <a:off x="5569517" y="4357937"/>
            <a:ext cx="526483" cy="663643"/>
          </a:xfrm>
        </p:spPr>
        <p:txBody>
          <a:bodyPr>
            <a:normAutofit/>
          </a:bodyPr>
          <a:lstStyle>
            <a:lvl1pPr marL="0" indent="0">
              <a:buFontTx/>
              <a:buNone/>
              <a:defRPr sz="1000"/>
            </a:lvl1pPr>
          </a:lstStyle>
          <a:p>
            <a:r>
              <a:rPr lang="en-US"/>
              <a:t>ICONS</a:t>
            </a:r>
          </a:p>
        </p:txBody>
      </p:sp>
      <p:sp>
        <p:nvSpPr>
          <p:cNvPr id="34" name="Text Placeholder 17">
            <a:extLst>
              <a:ext uri="{FF2B5EF4-FFF2-40B4-BE49-F238E27FC236}">
                <a16:creationId xmlns:a16="http://schemas.microsoft.com/office/drawing/2014/main" id="{7462530E-C734-AD9B-8AA2-1196E4137D55}"/>
              </a:ext>
            </a:extLst>
          </p:cNvPr>
          <p:cNvSpPr>
            <a:spLocks noGrp="1"/>
          </p:cNvSpPr>
          <p:nvPr>
            <p:ph type="body" sz="quarter" idx="42" hasCustomPrompt="1"/>
          </p:nvPr>
        </p:nvSpPr>
        <p:spPr>
          <a:xfrm>
            <a:off x="6309358" y="3451157"/>
            <a:ext cx="845822" cy="663575"/>
          </a:xfrm>
        </p:spPr>
        <p:txBody>
          <a:bodyPr>
            <a:noAutofit/>
          </a:bodyPr>
          <a:lstStyle>
            <a:lvl1pPr marL="0" indent="0">
              <a:buFontTx/>
              <a:buNone/>
              <a:defRPr sz="3200"/>
            </a:lvl1pPr>
            <a:lvl2pPr marL="182880" indent="0">
              <a:buFontTx/>
              <a:buNone/>
              <a:defRPr sz="3200"/>
            </a:lvl2pPr>
            <a:lvl3pPr marL="365760" indent="0">
              <a:buFontTx/>
              <a:buNone/>
              <a:defRPr sz="3200"/>
            </a:lvl3pPr>
            <a:lvl4pPr marL="548640" indent="0">
              <a:buFontTx/>
              <a:buNone/>
              <a:defRPr sz="3200"/>
            </a:lvl4pPr>
            <a:lvl5pPr marL="731520" indent="0">
              <a:buFontTx/>
              <a:buNone/>
              <a:defRPr sz="3200"/>
            </a:lvl5pPr>
          </a:lstStyle>
          <a:p>
            <a:pPr lvl="0"/>
            <a:r>
              <a:rPr lang="en-US"/>
              <a:t>00%</a:t>
            </a:r>
          </a:p>
        </p:txBody>
      </p:sp>
      <p:sp>
        <p:nvSpPr>
          <p:cNvPr id="35" name="Text Placeholder 17">
            <a:extLst>
              <a:ext uri="{FF2B5EF4-FFF2-40B4-BE49-F238E27FC236}">
                <a16:creationId xmlns:a16="http://schemas.microsoft.com/office/drawing/2014/main" id="{140DBDE3-A2A4-3CFB-994A-FDFAB6548538}"/>
              </a:ext>
            </a:extLst>
          </p:cNvPr>
          <p:cNvSpPr>
            <a:spLocks noGrp="1"/>
          </p:cNvSpPr>
          <p:nvPr>
            <p:ph type="body" sz="quarter" idx="43" hasCustomPrompt="1"/>
          </p:nvPr>
        </p:nvSpPr>
        <p:spPr>
          <a:xfrm>
            <a:off x="6309358" y="4357937"/>
            <a:ext cx="845822" cy="663575"/>
          </a:xfrm>
        </p:spPr>
        <p:txBody>
          <a:bodyPr>
            <a:noAutofit/>
          </a:bodyPr>
          <a:lstStyle>
            <a:lvl1pPr marL="0" indent="0">
              <a:buFontTx/>
              <a:buNone/>
              <a:defRPr sz="3200"/>
            </a:lvl1pPr>
            <a:lvl2pPr marL="182880" indent="0">
              <a:buFontTx/>
              <a:buNone/>
              <a:defRPr sz="3200"/>
            </a:lvl2pPr>
            <a:lvl3pPr marL="365760" indent="0">
              <a:buFontTx/>
              <a:buNone/>
              <a:defRPr sz="3200"/>
            </a:lvl3pPr>
            <a:lvl4pPr marL="548640" indent="0">
              <a:buFontTx/>
              <a:buNone/>
              <a:defRPr sz="3200"/>
            </a:lvl4pPr>
            <a:lvl5pPr marL="731520" indent="0">
              <a:buFontTx/>
              <a:buNone/>
              <a:defRPr sz="3200"/>
            </a:lvl5pPr>
          </a:lstStyle>
          <a:p>
            <a:pPr lvl="0"/>
            <a:r>
              <a:rPr lang="en-US"/>
              <a:t>00%</a:t>
            </a:r>
          </a:p>
        </p:txBody>
      </p:sp>
    </p:spTree>
    <p:extLst>
      <p:ext uri="{BB962C8B-B14F-4D97-AF65-F5344CB8AC3E}">
        <p14:creationId xmlns:p14="http://schemas.microsoft.com/office/powerpoint/2010/main" val="13516064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userDrawn="1">
          <p15:clr>
            <a:srgbClr val="FBAE40"/>
          </p15:clr>
        </p15:guide>
        <p15:guide id="2" pos="2506" userDrawn="1">
          <p15:clr>
            <a:srgbClr val="FBAE40"/>
          </p15:clr>
        </p15:guide>
        <p15:guide id="3" pos="4978" userDrawn="1">
          <p15:clr>
            <a:srgbClr val="FBAE40"/>
          </p15:clr>
        </p15:guide>
        <p15:guide id="4" pos="5172" userDrawn="1">
          <p15:clr>
            <a:srgbClr val="FBAE40"/>
          </p15:clr>
        </p15:guide>
        <p15:guide id="5" orient="horz" pos="1152" userDrawn="1">
          <p15:clr>
            <a:srgbClr val="FBAE40"/>
          </p15:clr>
        </p15:guide>
        <p15:guide id="6" orient="horz" pos="3832" userDrawn="1">
          <p15:clr>
            <a:srgbClr val="FBAE40"/>
          </p15:clr>
        </p15:guide>
        <p15:guide id="7" orient="horz" pos="4148" userDrawn="1">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Sidebar R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EF123-E2C1-8448-BA4B-9ECBEA28E81D}"/>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1828800"/>
            <a:ext cx="7534656" cy="4251960"/>
          </a:xfrm>
        </p:spPr>
        <p:txBody>
          <a:bodyPr/>
          <a:lstStyle>
            <a:lvl1pPr>
              <a:defRPr>
                <a:latin typeface="Aptos Light" panose="020B0004020202020204" pitchFamily="34" charset="0"/>
              </a:defRPr>
            </a:lvl1pPr>
            <a:lvl2pPr>
              <a:defRPr>
                <a:latin typeface="Aptos Light" panose="020B0004020202020204" pitchFamily="34" charset="0"/>
              </a:defRPr>
            </a:lvl2pPr>
            <a:lvl3pPr>
              <a:defRPr>
                <a:latin typeface="Aptos Light" panose="020B0004020202020204" pitchFamily="34" charset="0"/>
              </a:defRPr>
            </a:lvl3pPr>
            <a:lvl4pPr>
              <a:defRPr>
                <a:latin typeface="Aptos Light" panose="020B0004020202020204" pitchFamily="34" charset="0"/>
              </a:defRPr>
            </a:lvl4pPr>
            <a:lvl5pPr>
              <a:defRPr>
                <a:latin typeface="Aptos Light" panose="020B00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8211312" y="1828800"/>
            <a:ext cx="3611880" cy="4251960"/>
          </a:xfrm>
        </p:spPr>
        <p:txBody>
          <a:bodyPr/>
          <a:lstStyle>
            <a:lvl1pPr>
              <a:defRPr>
                <a:latin typeface="Aptos Light" panose="020B0004020202020204" pitchFamily="34" charset="0"/>
              </a:defRPr>
            </a:lvl1pPr>
            <a:lvl2pPr>
              <a:defRPr>
                <a:latin typeface="Aptos Light" panose="020B0004020202020204" pitchFamily="34" charset="0"/>
              </a:defRPr>
            </a:lvl2pPr>
            <a:lvl3pPr>
              <a:defRPr>
                <a:latin typeface="Aptos Light" panose="020B0004020202020204" pitchFamily="34" charset="0"/>
              </a:defRPr>
            </a:lvl3pPr>
            <a:lvl4pPr>
              <a:defRPr>
                <a:latin typeface="Aptos Light" panose="020B0004020202020204" pitchFamily="34" charset="0"/>
              </a:defRPr>
            </a:lvl4pPr>
            <a:lvl5pPr>
              <a:defRPr>
                <a:latin typeface="Aptos Light" panose="020B00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657382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pos="4978" userDrawn="1">
          <p15:clr>
            <a:srgbClr val="FBAE40"/>
          </p15:clr>
        </p15:guide>
        <p15:guide id="4" pos="5172" userDrawn="1">
          <p15:clr>
            <a:srgbClr val="FBAE40"/>
          </p15:clr>
        </p15:guide>
        <p15:guide id="5" orient="horz" pos="3832" userDrawn="1">
          <p15:clr>
            <a:srgbClr val="FBAE40"/>
          </p15:clr>
        </p15:guide>
        <p15:guide id="6" orient="horz" pos="1152" userDrawn="1">
          <p15:clr>
            <a:srgbClr val="FBAE40"/>
          </p15:clr>
        </p15:guide>
        <p15:guide id="7" orient="horz" pos="4148" userDrawn="1">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Sidebar Lef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3D903699-153C-AD47-95F6-16E2B30162AA}"/>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1828800"/>
            <a:ext cx="3611880" cy="4251960"/>
          </a:xfrm>
        </p:spPr>
        <p:txBody>
          <a:bodyPr/>
          <a:lstStyle>
            <a:lvl1pPr>
              <a:defRPr>
                <a:latin typeface="Aptos Light" panose="020B0004020202020204" pitchFamily="34" charset="0"/>
              </a:defRPr>
            </a:lvl1pPr>
            <a:lvl2pPr>
              <a:defRPr>
                <a:latin typeface="Aptos Light" panose="020B0004020202020204" pitchFamily="34" charset="0"/>
              </a:defRPr>
            </a:lvl2pPr>
            <a:lvl3pPr>
              <a:defRPr>
                <a:latin typeface="Aptos Light" panose="020B0004020202020204" pitchFamily="34" charset="0"/>
              </a:defRPr>
            </a:lvl3pPr>
            <a:lvl4pPr>
              <a:defRPr>
                <a:latin typeface="Aptos Light" panose="020B0004020202020204" pitchFamily="34" charset="0"/>
              </a:defRPr>
            </a:lvl4pPr>
            <a:lvl5pPr>
              <a:defRPr>
                <a:latin typeface="Aptos Light" panose="020B00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4288536" y="1828800"/>
            <a:ext cx="7534656" cy="4251960"/>
          </a:xfrm>
        </p:spPr>
        <p:txBody>
          <a:bodyPr/>
          <a:lstStyle>
            <a:lvl1pPr>
              <a:defRPr>
                <a:latin typeface="Aptos Light" panose="020B0004020202020204" pitchFamily="34" charset="0"/>
              </a:defRPr>
            </a:lvl1pPr>
            <a:lvl2pPr>
              <a:defRPr>
                <a:latin typeface="Aptos Light" panose="020B0004020202020204" pitchFamily="34" charset="0"/>
              </a:defRPr>
            </a:lvl2pPr>
            <a:lvl3pPr>
              <a:defRPr>
                <a:latin typeface="Aptos Light" panose="020B0004020202020204" pitchFamily="34" charset="0"/>
              </a:defRPr>
            </a:lvl3pPr>
            <a:lvl4pPr>
              <a:defRPr>
                <a:latin typeface="Aptos Light" panose="020B0004020202020204" pitchFamily="34" charset="0"/>
              </a:defRPr>
            </a:lvl4pPr>
            <a:lvl5pPr>
              <a:defRPr>
                <a:latin typeface="Aptos Light" panose="020B00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203158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userDrawn="1">
          <p15:clr>
            <a:srgbClr val="FBAE40"/>
          </p15:clr>
        </p15:guide>
        <p15:guide id="2" pos="2506" userDrawn="1">
          <p15:clr>
            <a:srgbClr val="FBAE40"/>
          </p15:clr>
        </p15:guide>
        <p15:guide id="3" orient="horz" pos="1152" userDrawn="1">
          <p15:clr>
            <a:srgbClr val="FBAE40"/>
          </p15:clr>
        </p15:guide>
        <p15:guide id="4" orient="horz" pos="3832" userDrawn="1">
          <p15:clr>
            <a:srgbClr val="FBAE40"/>
          </p15:clr>
        </p15:guide>
        <p15:guide id="5" orient="horz" pos="4148" userDrawn="1">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Content and Big Statement">
    <p:spTree>
      <p:nvGrpSpPr>
        <p:cNvPr id="1" name=""/>
        <p:cNvGrpSpPr/>
        <p:nvPr/>
      </p:nvGrpSpPr>
      <p:grpSpPr>
        <a:xfrm>
          <a:off x="0" y="0"/>
          <a:ext cx="0" cy="0"/>
          <a:chOff x="0" y="0"/>
          <a:chExt cx="0" cy="0"/>
        </a:xfrm>
      </p:grpSpPr>
      <p:sp>
        <p:nvSpPr>
          <p:cNvPr id="6" name="Shape">
            <a:extLst>
              <a:ext uri="{FF2B5EF4-FFF2-40B4-BE49-F238E27FC236}">
                <a16:creationId xmlns:a16="http://schemas.microsoft.com/office/drawing/2014/main" id="{89B539CA-0534-5E4A-B663-3F3275090CF1}"/>
              </a:ext>
              <a:ext uri="{C183D7F6-B498-43B3-948B-1728B52AA6E4}">
                <adec:decorative xmlns:adec="http://schemas.microsoft.com/office/drawing/2017/decorative" val="1"/>
              </a:ext>
            </a:extLst>
          </p:cNvPr>
          <p:cNvSpPr/>
          <p:nvPr/>
        </p:nvSpPr>
        <p:spPr bwMode="hidden">
          <a:xfrm>
            <a:off x="6096000" y="0"/>
            <a:ext cx="6095999" cy="6857999"/>
          </a:xfrm>
          <a:prstGeom prst="rect">
            <a:avLst/>
          </a:prstGeom>
          <a:solidFill>
            <a:srgbClr val="006E74"/>
          </a:solidFill>
          <a:ln>
            <a:noFill/>
          </a:ln>
        </p:spPr>
        <p:style>
          <a:lnRef idx="0">
            <a:schemeClr val="accent1"/>
          </a:lnRef>
          <a:fillRef idx="1">
            <a:schemeClr val="accent1"/>
          </a:fillRef>
          <a:effectRef idx="0">
            <a:srgbClr val="000000"/>
          </a:effectRef>
          <a:fontRef idx="minor">
            <a:schemeClr val="dk1"/>
          </a:fontRef>
        </p:style>
        <p:txBody>
          <a:bodyPr rtlCol="0" anchor="ctr"/>
          <a:lstStyle/>
          <a:p>
            <a:pPr algn="ctr">
              <a:lnSpc>
                <a:spcPct val="100000"/>
              </a:lnSpc>
            </a:pPr>
            <a:endParaRPr lang="en-US" sz="1800">
              <a:latin typeface="Aptos Light" panose="020B0004020202020204" pitchFamily="34" charset="0"/>
            </a:endParaRPr>
          </a:p>
        </p:txBody>
      </p:sp>
      <p:sp>
        <p:nvSpPr>
          <p:cNvPr id="8" name="Title 1">
            <a:extLst>
              <a:ext uri="{FF2B5EF4-FFF2-40B4-BE49-F238E27FC236}">
                <a16:creationId xmlns:a16="http://schemas.microsoft.com/office/drawing/2014/main" id="{B6F4C8E8-7E9A-224F-8714-AB4216A9C1A5}"/>
              </a:ext>
            </a:extLst>
          </p:cNvPr>
          <p:cNvSpPr>
            <a:spLocks noGrp="1"/>
          </p:cNvSpPr>
          <p:nvPr>
            <p:ph type="title" hasCustomPrompt="1"/>
          </p:nvPr>
        </p:nvSpPr>
        <p:spPr>
          <a:xfrm>
            <a:off x="365760" y="365760"/>
            <a:ext cx="5425440" cy="1371600"/>
          </a:xfrm>
        </p:spPr>
        <p:txBody>
          <a:bodyPr/>
          <a:lstStyle>
            <a:lvl1pPr>
              <a:defRPr>
                <a:latin typeface="Aptos Light" panose="020B0004020202020204" pitchFamily="34" charset="0"/>
              </a:defRPr>
            </a:lvl1pPr>
          </a:lstStyle>
          <a:p>
            <a:r>
              <a:rPr lang="en-US"/>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2286000"/>
            <a:ext cx="5425440" cy="3794760"/>
          </a:xfrm>
        </p:spPr>
        <p:txBody>
          <a:bodyPr/>
          <a:lstStyle>
            <a:lvl1pPr>
              <a:defRPr>
                <a:latin typeface="Aptos Light" panose="020B0004020202020204" pitchFamily="34" charset="0"/>
              </a:defRPr>
            </a:lvl1pPr>
            <a:lvl2pPr>
              <a:defRPr>
                <a:latin typeface="Aptos Light" panose="020B0004020202020204" pitchFamily="34" charset="0"/>
              </a:defRPr>
            </a:lvl2pPr>
            <a:lvl3pPr>
              <a:defRPr>
                <a:latin typeface="Aptos Light" panose="020B0004020202020204" pitchFamily="34" charset="0"/>
              </a:defRPr>
            </a:lvl3pPr>
            <a:lvl4pPr>
              <a:defRPr>
                <a:latin typeface="Aptos Light" panose="020B0004020202020204" pitchFamily="34" charset="0"/>
              </a:defRPr>
            </a:lvl4pPr>
            <a:lvl5pPr>
              <a:defRPr>
                <a:latin typeface="Aptos Light" panose="020B00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hasCustomPrompt="1"/>
          </p:nvPr>
        </p:nvSpPr>
        <p:spPr>
          <a:xfrm>
            <a:off x="6400800" y="365125"/>
            <a:ext cx="5422392" cy="5715635"/>
          </a:xfrm>
        </p:spPr>
        <p:txBody>
          <a:bodyPr/>
          <a:lstStyle>
            <a:lvl1pPr marL="0" indent="0">
              <a:lnSpc>
                <a:spcPct val="90000"/>
              </a:lnSpc>
              <a:spcBef>
                <a:spcPts val="0"/>
              </a:spcBef>
              <a:buNone/>
              <a:defRPr sz="5400">
                <a:solidFill>
                  <a:schemeClr val="bg1"/>
                </a:solidFill>
                <a:latin typeface="Aptos Light" panose="020B0004020202020204" pitchFamily="34" charset="0"/>
              </a:defRPr>
            </a:lvl1pPr>
            <a:lvl2pPr marL="182880">
              <a:spcBef>
                <a:spcPts val="1200"/>
              </a:spcBef>
              <a:defRPr>
                <a:solidFill>
                  <a:schemeClr val="bg1"/>
                </a:solidFill>
                <a:latin typeface="Aptos Light" panose="020B0004020202020204" pitchFamily="34" charset="0"/>
              </a:defRPr>
            </a:lvl2pPr>
            <a:lvl3pPr marL="365760">
              <a:defRPr>
                <a:solidFill>
                  <a:schemeClr val="bg1"/>
                </a:solidFill>
                <a:latin typeface="Aptos Light" panose="020B0004020202020204" pitchFamily="34" charset="0"/>
              </a:defRPr>
            </a:lvl3pPr>
            <a:lvl4pPr marL="548640">
              <a:defRPr>
                <a:solidFill>
                  <a:schemeClr val="bg1"/>
                </a:solidFill>
                <a:latin typeface="Aptos Light" panose="020B0004020202020204" pitchFamily="34" charset="0"/>
              </a:defRPr>
            </a:lvl4pPr>
            <a:lvl5pPr marL="731520">
              <a:defRPr>
                <a:solidFill>
                  <a:schemeClr val="bg1"/>
                </a:solidFill>
                <a:latin typeface="Aptos Light" panose="020B0004020202020204" pitchFamily="34" charset="0"/>
              </a:defRPr>
            </a:lvl5pPr>
            <a:lvl6pPr marL="914400">
              <a:defRPr>
                <a:solidFill>
                  <a:schemeClr val="bg1"/>
                </a:solidFill>
                <a:latin typeface="Aptos Light" panose="020B0004020202020204" pitchFamily="34" charset="0"/>
              </a:defRPr>
            </a:lvl6pPr>
            <a:lvl7pPr marL="1097280">
              <a:defRPr>
                <a:solidFill>
                  <a:schemeClr val="bg1"/>
                </a:solidFill>
                <a:latin typeface="Aptos Light" panose="020B0004020202020204" pitchFamily="34" charset="0"/>
              </a:defRPr>
            </a:lvl7pPr>
            <a:lvl8pPr marL="1280160">
              <a:defRPr>
                <a:solidFill>
                  <a:schemeClr val="bg1"/>
                </a:solidFill>
                <a:latin typeface="Aptos Light" panose="020B0004020202020204" pitchFamily="34" charset="0"/>
              </a:defRPr>
            </a:lvl8pPr>
            <a:lvl9pPr marL="1463040">
              <a:defRPr>
                <a:solidFill>
                  <a:schemeClr val="bg1"/>
                </a:solidFill>
                <a:latin typeface="Aptos Light" panose="020B0004020202020204" pitchFamily="34" charset="0"/>
              </a:defRPr>
            </a:lvl9pPr>
          </a:lstStyle>
          <a:p>
            <a:pPr lvl="0"/>
            <a:r>
              <a:rPr lang="en-US"/>
              <a:t>[Big statement]</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Slide Number Placeholder 10">
            <a:extLst>
              <a:ext uri="{FF2B5EF4-FFF2-40B4-BE49-F238E27FC236}">
                <a16:creationId xmlns:a16="http://schemas.microsoft.com/office/drawing/2014/main" id="{95469DE3-42AA-6A44-9155-4EF809893A46}"/>
              </a:ext>
            </a:extLst>
          </p:cNvPr>
          <p:cNvSpPr txBox="1">
            <a:spLocks/>
          </p:cNvSpPr>
          <p:nvPr/>
        </p:nvSpPr>
        <p:spPr>
          <a:xfrm>
            <a:off x="11365992" y="6317730"/>
            <a:ext cx="457200" cy="274637"/>
          </a:xfrm>
          <a:prstGeom prst="rect">
            <a:avLst/>
          </a:prstGeom>
        </p:spPr>
        <p:txBody>
          <a:bodyPr vert="horz" lIns="0" tIns="0" rIns="0" bIns="0" rtlCol="0" anchor="b" anchorCtr="0"/>
          <a:lstStyle>
            <a:defPPr>
              <a:defRPr lang="en-US"/>
            </a:defPPr>
            <a:lvl1pPr marL="0" algn="r" defTabSz="892894" rtl="0" eaLnBrk="1" latinLnBrk="0" hangingPunct="1">
              <a:defRPr sz="1000" kern="1200">
                <a:solidFill>
                  <a:schemeClr val="accent3"/>
                </a:solidFill>
                <a:latin typeface="Helvetica"/>
                <a:ea typeface="+mn-ea"/>
                <a:cs typeface="Helvetica"/>
              </a:defRPr>
            </a:lvl1pPr>
            <a:lvl2pPr marL="446447" algn="l" defTabSz="892894" rtl="0" eaLnBrk="1" latinLnBrk="0" hangingPunct="1">
              <a:defRPr sz="1700" kern="1200">
                <a:solidFill>
                  <a:schemeClr val="tx1"/>
                </a:solidFill>
                <a:latin typeface="+mn-lt"/>
                <a:ea typeface="+mn-ea"/>
                <a:cs typeface="+mn-cs"/>
              </a:defRPr>
            </a:lvl2pPr>
            <a:lvl3pPr marL="892894" algn="l" defTabSz="892894" rtl="0" eaLnBrk="1" latinLnBrk="0" hangingPunct="1">
              <a:defRPr sz="1700" kern="1200">
                <a:solidFill>
                  <a:schemeClr val="tx1"/>
                </a:solidFill>
                <a:latin typeface="+mn-lt"/>
                <a:ea typeface="+mn-ea"/>
                <a:cs typeface="+mn-cs"/>
              </a:defRPr>
            </a:lvl3pPr>
            <a:lvl4pPr marL="1339340" algn="l" defTabSz="892894" rtl="0" eaLnBrk="1" latinLnBrk="0" hangingPunct="1">
              <a:defRPr sz="1700" kern="1200">
                <a:solidFill>
                  <a:schemeClr val="tx1"/>
                </a:solidFill>
                <a:latin typeface="+mn-lt"/>
                <a:ea typeface="+mn-ea"/>
                <a:cs typeface="+mn-cs"/>
              </a:defRPr>
            </a:lvl4pPr>
            <a:lvl5pPr marL="1785787" algn="l" defTabSz="892894" rtl="0" eaLnBrk="1" latinLnBrk="0" hangingPunct="1">
              <a:defRPr sz="1700" kern="1200">
                <a:solidFill>
                  <a:schemeClr val="tx1"/>
                </a:solidFill>
                <a:latin typeface="+mn-lt"/>
                <a:ea typeface="+mn-ea"/>
                <a:cs typeface="+mn-cs"/>
              </a:defRPr>
            </a:lvl5pPr>
            <a:lvl6pPr marL="2232234" algn="l" defTabSz="892894" rtl="0" eaLnBrk="1" latinLnBrk="0" hangingPunct="1">
              <a:defRPr sz="1700" kern="1200">
                <a:solidFill>
                  <a:schemeClr val="tx1"/>
                </a:solidFill>
                <a:latin typeface="+mn-lt"/>
                <a:ea typeface="+mn-ea"/>
                <a:cs typeface="+mn-cs"/>
              </a:defRPr>
            </a:lvl6pPr>
            <a:lvl7pPr marL="2678681" algn="l" defTabSz="892894" rtl="0" eaLnBrk="1" latinLnBrk="0" hangingPunct="1">
              <a:defRPr sz="1700" kern="1200">
                <a:solidFill>
                  <a:schemeClr val="tx1"/>
                </a:solidFill>
                <a:latin typeface="+mn-lt"/>
                <a:ea typeface="+mn-ea"/>
                <a:cs typeface="+mn-cs"/>
              </a:defRPr>
            </a:lvl7pPr>
            <a:lvl8pPr marL="3125127" algn="l" defTabSz="892894" rtl="0" eaLnBrk="1" latinLnBrk="0" hangingPunct="1">
              <a:defRPr sz="1700" kern="1200">
                <a:solidFill>
                  <a:schemeClr val="tx1"/>
                </a:solidFill>
                <a:latin typeface="+mn-lt"/>
                <a:ea typeface="+mn-ea"/>
                <a:cs typeface="+mn-cs"/>
              </a:defRPr>
            </a:lvl8pPr>
            <a:lvl9pPr marL="3571574" algn="l" defTabSz="892894" rtl="0" eaLnBrk="1" latinLnBrk="0" hangingPunct="1">
              <a:defRPr sz="1700" kern="1200">
                <a:solidFill>
                  <a:schemeClr val="tx1"/>
                </a:solidFill>
                <a:latin typeface="+mn-lt"/>
                <a:ea typeface="+mn-ea"/>
                <a:cs typeface="+mn-cs"/>
              </a:defRPr>
            </a:lvl9pPr>
          </a:lstStyle>
          <a:p>
            <a:pPr algn="r"/>
            <a:r>
              <a:rPr lang="en-US" sz="800">
                <a:solidFill>
                  <a:schemeClr val="bg1"/>
                </a:solidFill>
                <a:latin typeface="Aptos Light" panose="020B0004020202020204" pitchFamily="34" charset="0"/>
                <a:cs typeface="Trebuchet MS"/>
              </a:rPr>
              <a:t> </a:t>
            </a:r>
            <a:fld id="{110FD68B-4EE4-9D43-89F2-B87D6C9CEE3A}" type="slidenum">
              <a:rPr lang="en-US" sz="800" smtClean="0">
                <a:solidFill>
                  <a:schemeClr val="bg1"/>
                </a:solidFill>
                <a:latin typeface="Aptos Light" panose="020B0004020202020204" pitchFamily="34" charset="0"/>
                <a:cs typeface="Trebuchet MS"/>
              </a:rPr>
              <a:pPr algn="r"/>
              <a:t>‹#›</a:t>
            </a:fld>
            <a:endParaRPr lang="en-US" sz="800">
              <a:solidFill>
                <a:schemeClr val="bg1"/>
              </a:solidFill>
              <a:latin typeface="Aptos Light" panose="020B0004020202020204" pitchFamily="34" charset="0"/>
              <a:cs typeface="Trebuchet MS"/>
            </a:endParaRPr>
          </a:p>
        </p:txBody>
      </p:sp>
      <p:sp>
        <p:nvSpPr>
          <p:cNvPr id="2" name="Legal">
            <a:extLst>
              <a:ext uri="{FF2B5EF4-FFF2-40B4-BE49-F238E27FC236}">
                <a16:creationId xmlns:a16="http://schemas.microsoft.com/office/drawing/2014/main" id="{338FF755-3902-38F2-E779-7D1AFA4F6538}"/>
              </a:ext>
            </a:extLst>
          </p:cNvPr>
          <p:cNvSpPr txBox="1"/>
          <p:nvPr/>
        </p:nvSpPr>
        <p:spPr>
          <a:xfrm>
            <a:off x="8223294" y="6402070"/>
            <a:ext cx="3142698" cy="182880"/>
          </a:xfrm>
          <a:prstGeom prst="rect">
            <a:avLst/>
          </a:prstGeom>
          <a:noFill/>
        </p:spPr>
        <p:txBody>
          <a:bodyPr wrap="none" lIns="0" tIns="0" rIns="0" bIns="0" rtlCol="0" anchor="b" anchorCtr="0">
            <a:noAutofit/>
          </a:bodyPr>
          <a:lstStyle/>
          <a:p>
            <a:pPr marL="0" indent="0" algn="r">
              <a:lnSpc>
                <a:spcPct val="100000"/>
              </a:lnSpc>
              <a:spcBef>
                <a:spcPts val="0"/>
              </a:spcBef>
              <a:buSzPct val="100000"/>
              <a:buFontTx/>
              <a:buNone/>
            </a:pPr>
            <a:r>
              <a:rPr lang="en-US" sz="800" b="0">
                <a:solidFill>
                  <a:schemeClr val="bg1"/>
                </a:solidFill>
                <a:latin typeface="Aptos Light" panose="020B0004020202020204" pitchFamily="34" charset="0"/>
              </a:rPr>
              <a:t>Confidential and Proprietary. © 2026 UST Global Inc</a:t>
            </a:r>
          </a:p>
        </p:txBody>
      </p:sp>
    </p:spTree>
    <p:extLst>
      <p:ext uri="{BB962C8B-B14F-4D97-AF65-F5344CB8AC3E}">
        <p14:creationId xmlns:p14="http://schemas.microsoft.com/office/powerpoint/2010/main" val="30808959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648" userDrawn="1">
          <p15:clr>
            <a:srgbClr val="FBAE40"/>
          </p15:clr>
        </p15:guide>
        <p15:guide id="2" pos="4032" userDrawn="1">
          <p15:clr>
            <a:srgbClr val="FBAE40"/>
          </p15:clr>
        </p15:guide>
        <p15:guide id="3" orient="horz" pos="3832" userDrawn="1">
          <p15:clr>
            <a:srgbClr val="FBAE40"/>
          </p15:clr>
        </p15:guide>
        <p15:guide id="4" orient="horz" pos="1440" userDrawn="1">
          <p15:clr>
            <a:srgbClr val="FBAE40"/>
          </p15:clr>
        </p15:guide>
        <p15:guide id="5" orient="horz" pos="4148" userDrawn="1">
          <p15:clr>
            <a:srgbClr val="FBAE40"/>
          </p15:clr>
        </p15:guide>
        <p15:guide id="6" pos="3840" userDrawn="1">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Content and Highlighting text with Image">
    <p:spTree>
      <p:nvGrpSpPr>
        <p:cNvPr id="1" name=""/>
        <p:cNvGrpSpPr/>
        <p:nvPr/>
      </p:nvGrpSpPr>
      <p:grpSpPr>
        <a:xfrm>
          <a:off x="0" y="0"/>
          <a:ext cx="0" cy="0"/>
          <a:chOff x="0" y="0"/>
          <a:chExt cx="0" cy="0"/>
        </a:xfrm>
      </p:grpSpPr>
      <p:sp>
        <p:nvSpPr>
          <p:cNvPr id="6" name="Shape">
            <a:extLst>
              <a:ext uri="{FF2B5EF4-FFF2-40B4-BE49-F238E27FC236}">
                <a16:creationId xmlns:a16="http://schemas.microsoft.com/office/drawing/2014/main" id="{89B539CA-0534-5E4A-B663-3F3275090CF1}"/>
              </a:ext>
              <a:ext uri="{C183D7F6-B498-43B3-948B-1728B52AA6E4}">
                <adec:decorative xmlns:adec="http://schemas.microsoft.com/office/drawing/2017/decorative" val="1"/>
              </a:ext>
            </a:extLst>
          </p:cNvPr>
          <p:cNvSpPr/>
          <p:nvPr/>
        </p:nvSpPr>
        <p:spPr bwMode="hidden">
          <a:xfrm>
            <a:off x="6096000" y="0"/>
            <a:ext cx="6095999" cy="6857999"/>
          </a:xfrm>
          <a:prstGeom prst="rect">
            <a:avLst/>
          </a:prstGeom>
          <a:solidFill>
            <a:srgbClr val="006E74"/>
          </a:solidFill>
          <a:ln>
            <a:noFill/>
          </a:ln>
        </p:spPr>
        <p:style>
          <a:lnRef idx="0">
            <a:schemeClr val="accent1"/>
          </a:lnRef>
          <a:fillRef idx="1">
            <a:schemeClr val="accent1"/>
          </a:fillRef>
          <a:effectRef idx="0">
            <a:srgbClr val="000000"/>
          </a:effectRef>
          <a:fontRef idx="minor">
            <a:schemeClr val="dk1"/>
          </a:fontRef>
        </p:style>
        <p:txBody>
          <a:bodyPr rtlCol="0" anchor="ctr"/>
          <a:lstStyle/>
          <a:p>
            <a:pPr algn="ctr">
              <a:lnSpc>
                <a:spcPct val="100000"/>
              </a:lnSpc>
            </a:pPr>
            <a:endParaRPr lang="en-US" sz="1800">
              <a:latin typeface="Aptos Light" panose="020B0004020202020204" pitchFamily="34" charset="0"/>
            </a:endParaRPr>
          </a:p>
        </p:txBody>
      </p:sp>
      <p:sp>
        <p:nvSpPr>
          <p:cNvPr id="8" name="Title 1">
            <a:extLst>
              <a:ext uri="{FF2B5EF4-FFF2-40B4-BE49-F238E27FC236}">
                <a16:creationId xmlns:a16="http://schemas.microsoft.com/office/drawing/2014/main" id="{B6F4C8E8-7E9A-224F-8714-AB4216A9C1A5}"/>
              </a:ext>
            </a:extLst>
          </p:cNvPr>
          <p:cNvSpPr>
            <a:spLocks noGrp="1"/>
          </p:cNvSpPr>
          <p:nvPr>
            <p:ph type="title" hasCustomPrompt="1"/>
          </p:nvPr>
        </p:nvSpPr>
        <p:spPr>
          <a:xfrm>
            <a:off x="365760" y="365760"/>
            <a:ext cx="5425440" cy="1371600"/>
          </a:xfrm>
        </p:spPr>
        <p:txBody>
          <a:bodyPr/>
          <a:lstStyle/>
          <a:p>
            <a:r>
              <a:rPr lang="en-US"/>
              <a:t>[Slide title]</a:t>
            </a:r>
          </a:p>
        </p:txBody>
      </p:sp>
      <p:sp>
        <p:nvSpPr>
          <p:cNvPr id="10" name="Slide Number Placeholder 10">
            <a:extLst>
              <a:ext uri="{FF2B5EF4-FFF2-40B4-BE49-F238E27FC236}">
                <a16:creationId xmlns:a16="http://schemas.microsoft.com/office/drawing/2014/main" id="{95469DE3-42AA-6A44-9155-4EF809893A46}"/>
              </a:ext>
            </a:extLst>
          </p:cNvPr>
          <p:cNvSpPr txBox="1">
            <a:spLocks/>
          </p:cNvSpPr>
          <p:nvPr/>
        </p:nvSpPr>
        <p:spPr>
          <a:xfrm>
            <a:off x="11365992" y="6317730"/>
            <a:ext cx="457200" cy="274637"/>
          </a:xfrm>
          <a:prstGeom prst="rect">
            <a:avLst/>
          </a:prstGeom>
        </p:spPr>
        <p:txBody>
          <a:bodyPr vert="horz" lIns="0" tIns="0" rIns="0" bIns="0" rtlCol="0" anchor="b" anchorCtr="0"/>
          <a:lstStyle>
            <a:defPPr>
              <a:defRPr lang="en-US"/>
            </a:defPPr>
            <a:lvl1pPr marL="0" algn="r" defTabSz="892894" rtl="0" eaLnBrk="1" latinLnBrk="0" hangingPunct="1">
              <a:defRPr sz="1000" kern="1200">
                <a:solidFill>
                  <a:schemeClr val="accent3"/>
                </a:solidFill>
                <a:latin typeface="Helvetica"/>
                <a:ea typeface="+mn-ea"/>
                <a:cs typeface="Helvetica"/>
              </a:defRPr>
            </a:lvl1pPr>
            <a:lvl2pPr marL="446447" algn="l" defTabSz="892894" rtl="0" eaLnBrk="1" latinLnBrk="0" hangingPunct="1">
              <a:defRPr sz="1700" kern="1200">
                <a:solidFill>
                  <a:schemeClr val="tx1"/>
                </a:solidFill>
                <a:latin typeface="+mn-lt"/>
                <a:ea typeface="+mn-ea"/>
                <a:cs typeface="+mn-cs"/>
              </a:defRPr>
            </a:lvl2pPr>
            <a:lvl3pPr marL="892894" algn="l" defTabSz="892894" rtl="0" eaLnBrk="1" latinLnBrk="0" hangingPunct="1">
              <a:defRPr sz="1700" kern="1200">
                <a:solidFill>
                  <a:schemeClr val="tx1"/>
                </a:solidFill>
                <a:latin typeface="+mn-lt"/>
                <a:ea typeface="+mn-ea"/>
                <a:cs typeface="+mn-cs"/>
              </a:defRPr>
            </a:lvl3pPr>
            <a:lvl4pPr marL="1339340" algn="l" defTabSz="892894" rtl="0" eaLnBrk="1" latinLnBrk="0" hangingPunct="1">
              <a:defRPr sz="1700" kern="1200">
                <a:solidFill>
                  <a:schemeClr val="tx1"/>
                </a:solidFill>
                <a:latin typeface="+mn-lt"/>
                <a:ea typeface="+mn-ea"/>
                <a:cs typeface="+mn-cs"/>
              </a:defRPr>
            </a:lvl4pPr>
            <a:lvl5pPr marL="1785787" algn="l" defTabSz="892894" rtl="0" eaLnBrk="1" latinLnBrk="0" hangingPunct="1">
              <a:defRPr sz="1700" kern="1200">
                <a:solidFill>
                  <a:schemeClr val="tx1"/>
                </a:solidFill>
                <a:latin typeface="+mn-lt"/>
                <a:ea typeface="+mn-ea"/>
                <a:cs typeface="+mn-cs"/>
              </a:defRPr>
            </a:lvl5pPr>
            <a:lvl6pPr marL="2232234" algn="l" defTabSz="892894" rtl="0" eaLnBrk="1" latinLnBrk="0" hangingPunct="1">
              <a:defRPr sz="1700" kern="1200">
                <a:solidFill>
                  <a:schemeClr val="tx1"/>
                </a:solidFill>
                <a:latin typeface="+mn-lt"/>
                <a:ea typeface="+mn-ea"/>
                <a:cs typeface="+mn-cs"/>
              </a:defRPr>
            </a:lvl6pPr>
            <a:lvl7pPr marL="2678681" algn="l" defTabSz="892894" rtl="0" eaLnBrk="1" latinLnBrk="0" hangingPunct="1">
              <a:defRPr sz="1700" kern="1200">
                <a:solidFill>
                  <a:schemeClr val="tx1"/>
                </a:solidFill>
                <a:latin typeface="+mn-lt"/>
                <a:ea typeface="+mn-ea"/>
                <a:cs typeface="+mn-cs"/>
              </a:defRPr>
            </a:lvl7pPr>
            <a:lvl8pPr marL="3125127" algn="l" defTabSz="892894" rtl="0" eaLnBrk="1" latinLnBrk="0" hangingPunct="1">
              <a:defRPr sz="1700" kern="1200">
                <a:solidFill>
                  <a:schemeClr val="tx1"/>
                </a:solidFill>
                <a:latin typeface="+mn-lt"/>
                <a:ea typeface="+mn-ea"/>
                <a:cs typeface="+mn-cs"/>
              </a:defRPr>
            </a:lvl8pPr>
            <a:lvl9pPr marL="3571574" algn="l" defTabSz="892894" rtl="0" eaLnBrk="1" latinLnBrk="0" hangingPunct="1">
              <a:defRPr sz="1700" kern="1200">
                <a:solidFill>
                  <a:schemeClr val="tx1"/>
                </a:solidFill>
                <a:latin typeface="+mn-lt"/>
                <a:ea typeface="+mn-ea"/>
                <a:cs typeface="+mn-cs"/>
              </a:defRPr>
            </a:lvl9pPr>
          </a:lstStyle>
          <a:p>
            <a:pPr algn="r"/>
            <a:r>
              <a:rPr lang="en-US" sz="800">
                <a:solidFill>
                  <a:schemeClr val="bg1"/>
                </a:solidFill>
                <a:latin typeface="Aptos Light" panose="020B0004020202020204" pitchFamily="34" charset="0"/>
                <a:cs typeface="Trebuchet MS"/>
              </a:rPr>
              <a:t> </a:t>
            </a:r>
            <a:fld id="{110FD68B-4EE4-9D43-89F2-B87D6C9CEE3A}" type="slidenum">
              <a:rPr lang="en-US" sz="800" smtClean="0">
                <a:solidFill>
                  <a:schemeClr val="bg1"/>
                </a:solidFill>
                <a:latin typeface="Aptos Light" panose="020B0004020202020204" pitchFamily="34" charset="0"/>
                <a:cs typeface="Trebuchet MS"/>
              </a:rPr>
              <a:pPr algn="r"/>
              <a:t>‹#›</a:t>
            </a:fld>
            <a:endParaRPr lang="en-US" sz="800">
              <a:solidFill>
                <a:schemeClr val="bg1"/>
              </a:solidFill>
              <a:latin typeface="Aptos Light" panose="020B0004020202020204" pitchFamily="34" charset="0"/>
              <a:cs typeface="Trebuchet MS"/>
            </a:endParaRPr>
          </a:p>
        </p:txBody>
      </p:sp>
      <p:sp>
        <p:nvSpPr>
          <p:cNvPr id="2" name="Content Placeholder 4">
            <a:extLst>
              <a:ext uri="{FF2B5EF4-FFF2-40B4-BE49-F238E27FC236}">
                <a16:creationId xmlns:a16="http://schemas.microsoft.com/office/drawing/2014/main" id="{FE164CAC-D2C6-A9D8-0C8C-8EA84394A9B9}"/>
              </a:ext>
            </a:extLst>
          </p:cNvPr>
          <p:cNvSpPr>
            <a:spLocks noGrp="1"/>
          </p:cNvSpPr>
          <p:nvPr>
            <p:ph sz="quarter" idx="13" hasCustomPrompt="1"/>
          </p:nvPr>
        </p:nvSpPr>
        <p:spPr>
          <a:xfrm>
            <a:off x="3227744" y="3200400"/>
            <a:ext cx="2563455" cy="288036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Add a sub-copy. The recommendation is to use short and concise text in no more than 10 lines.</a:t>
            </a:r>
          </a:p>
        </p:txBody>
      </p:sp>
      <p:sp>
        <p:nvSpPr>
          <p:cNvPr id="5" name="Content Placeholder 4">
            <a:extLst>
              <a:ext uri="{FF2B5EF4-FFF2-40B4-BE49-F238E27FC236}">
                <a16:creationId xmlns:a16="http://schemas.microsoft.com/office/drawing/2014/main" id="{C888F882-678E-90D0-B453-0055E25ADD1D}"/>
              </a:ext>
            </a:extLst>
          </p:cNvPr>
          <p:cNvSpPr>
            <a:spLocks noGrp="1"/>
          </p:cNvSpPr>
          <p:nvPr>
            <p:ph sz="quarter" idx="30" hasCustomPrompt="1"/>
          </p:nvPr>
        </p:nvSpPr>
        <p:spPr>
          <a:xfrm>
            <a:off x="365759" y="3200400"/>
            <a:ext cx="2563455" cy="288036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Add a sub-copy. The recommendation is to use short and concise text in no more than 10 lines.</a:t>
            </a:r>
          </a:p>
        </p:txBody>
      </p:sp>
      <p:sp>
        <p:nvSpPr>
          <p:cNvPr id="7" name="Picture Placeholder 15">
            <a:extLst>
              <a:ext uri="{FF2B5EF4-FFF2-40B4-BE49-F238E27FC236}">
                <a16:creationId xmlns:a16="http://schemas.microsoft.com/office/drawing/2014/main" id="{F52DFACB-B21F-AE9F-1707-AC83206F9583}"/>
              </a:ext>
            </a:extLst>
          </p:cNvPr>
          <p:cNvSpPr>
            <a:spLocks noGrp="1"/>
          </p:cNvSpPr>
          <p:nvPr>
            <p:ph type="pic" sz="quarter" idx="34" hasCustomPrompt="1"/>
          </p:nvPr>
        </p:nvSpPr>
        <p:spPr>
          <a:xfrm>
            <a:off x="365760" y="2544377"/>
            <a:ext cx="526483" cy="526483"/>
          </a:xfrm>
        </p:spPr>
        <p:txBody>
          <a:bodyPr>
            <a:normAutofit/>
          </a:bodyPr>
          <a:lstStyle>
            <a:lvl1pPr marL="0" indent="0">
              <a:buFontTx/>
              <a:buNone/>
              <a:defRPr sz="1000"/>
            </a:lvl1pPr>
          </a:lstStyle>
          <a:p>
            <a:r>
              <a:rPr lang="en-US"/>
              <a:t>ICONS</a:t>
            </a:r>
          </a:p>
        </p:txBody>
      </p:sp>
      <p:sp>
        <p:nvSpPr>
          <p:cNvPr id="9" name="Picture Placeholder 15">
            <a:extLst>
              <a:ext uri="{FF2B5EF4-FFF2-40B4-BE49-F238E27FC236}">
                <a16:creationId xmlns:a16="http://schemas.microsoft.com/office/drawing/2014/main" id="{AD94B075-29E9-7181-2F2B-EB86C48A18CC}"/>
              </a:ext>
            </a:extLst>
          </p:cNvPr>
          <p:cNvSpPr>
            <a:spLocks noGrp="1"/>
          </p:cNvSpPr>
          <p:nvPr>
            <p:ph type="pic" sz="quarter" idx="35" hasCustomPrompt="1"/>
          </p:nvPr>
        </p:nvSpPr>
        <p:spPr>
          <a:xfrm>
            <a:off x="3227745" y="2544377"/>
            <a:ext cx="526483" cy="526483"/>
          </a:xfrm>
        </p:spPr>
        <p:txBody>
          <a:bodyPr>
            <a:normAutofit/>
          </a:bodyPr>
          <a:lstStyle>
            <a:lvl1pPr marL="0" indent="0">
              <a:buFontTx/>
              <a:buNone/>
              <a:defRPr sz="1000"/>
            </a:lvl1pPr>
          </a:lstStyle>
          <a:p>
            <a:r>
              <a:rPr lang="en-US"/>
              <a:t>ICONS</a:t>
            </a:r>
          </a:p>
        </p:txBody>
      </p:sp>
      <p:sp>
        <p:nvSpPr>
          <p:cNvPr id="11" name="Content Placeholder 4">
            <a:extLst>
              <a:ext uri="{FF2B5EF4-FFF2-40B4-BE49-F238E27FC236}">
                <a16:creationId xmlns:a16="http://schemas.microsoft.com/office/drawing/2014/main" id="{33FADC4A-CE32-6706-9679-7F1AB2904305}"/>
              </a:ext>
            </a:extLst>
          </p:cNvPr>
          <p:cNvSpPr>
            <a:spLocks noGrp="1"/>
          </p:cNvSpPr>
          <p:nvPr>
            <p:ph sz="quarter" idx="36" hasCustomPrompt="1"/>
          </p:nvPr>
        </p:nvSpPr>
        <p:spPr>
          <a:xfrm>
            <a:off x="9266235" y="3200400"/>
            <a:ext cx="2563455" cy="2880360"/>
          </a:xfrm>
        </p:spPr>
        <p:txBody>
          <a:bodyPr/>
          <a:lstStyle>
            <a:lvl1pPr marL="0" indent="0">
              <a:spcBef>
                <a:spcPts val="600"/>
              </a:spcBef>
              <a:buFontTx/>
              <a:buNone/>
              <a:defRPr sz="1200">
                <a:solidFill>
                  <a:schemeClr val="bg1"/>
                </a:solidFill>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Add a sub-copy. The recommendation is to use short and concise text in no more than 10 lines.</a:t>
            </a:r>
          </a:p>
        </p:txBody>
      </p:sp>
      <p:sp>
        <p:nvSpPr>
          <p:cNvPr id="12" name="Content Placeholder 4">
            <a:extLst>
              <a:ext uri="{FF2B5EF4-FFF2-40B4-BE49-F238E27FC236}">
                <a16:creationId xmlns:a16="http://schemas.microsoft.com/office/drawing/2014/main" id="{08E7CA7B-E938-9A1B-B2A5-A84FB543BDC7}"/>
              </a:ext>
            </a:extLst>
          </p:cNvPr>
          <p:cNvSpPr>
            <a:spLocks noGrp="1"/>
          </p:cNvSpPr>
          <p:nvPr>
            <p:ph sz="quarter" idx="37" hasCustomPrompt="1"/>
          </p:nvPr>
        </p:nvSpPr>
        <p:spPr>
          <a:xfrm>
            <a:off x="6404250" y="3200400"/>
            <a:ext cx="2563455" cy="2880360"/>
          </a:xfrm>
        </p:spPr>
        <p:txBody>
          <a:bodyPr/>
          <a:lstStyle>
            <a:lvl1pPr marL="0" indent="0">
              <a:spcBef>
                <a:spcPts val="600"/>
              </a:spcBef>
              <a:buFontTx/>
              <a:buNone/>
              <a:defRPr sz="1200">
                <a:solidFill>
                  <a:schemeClr val="bg1"/>
                </a:solidFill>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Add a sub-copy. The recommendation is to use short and concise text in no more than 10 lines.</a:t>
            </a:r>
          </a:p>
        </p:txBody>
      </p:sp>
      <p:sp>
        <p:nvSpPr>
          <p:cNvPr id="14" name="Picture Placeholder 13">
            <a:extLst>
              <a:ext uri="{FF2B5EF4-FFF2-40B4-BE49-F238E27FC236}">
                <a16:creationId xmlns:a16="http://schemas.microsoft.com/office/drawing/2014/main" id="{C7569204-FE1A-C1C7-D942-56923CECA143}"/>
              </a:ext>
            </a:extLst>
          </p:cNvPr>
          <p:cNvSpPr>
            <a:spLocks noGrp="1"/>
          </p:cNvSpPr>
          <p:nvPr>
            <p:ph type="pic" sz="quarter" idx="38"/>
          </p:nvPr>
        </p:nvSpPr>
        <p:spPr>
          <a:xfrm>
            <a:off x="6096000" y="0"/>
            <a:ext cx="6096000" cy="2544763"/>
          </a:xfrm>
          <a:solidFill>
            <a:srgbClr val="D7E0E3"/>
          </a:solidFill>
        </p:spPr>
        <p:txBody>
          <a:bodyPr/>
          <a:lstStyle>
            <a:lvl1pPr marL="0" indent="0">
              <a:buNone/>
              <a:defRPr/>
            </a:lvl1pPr>
          </a:lstStyle>
          <a:p>
            <a:r>
              <a:rPr lang="en-US"/>
              <a:t>Click icon to add picture</a:t>
            </a:r>
          </a:p>
        </p:txBody>
      </p:sp>
      <p:sp>
        <p:nvSpPr>
          <p:cNvPr id="3" name="Legal">
            <a:extLst>
              <a:ext uri="{FF2B5EF4-FFF2-40B4-BE49-F238E27FC236}">
                <a16:creationId xmlns:a16="http://schemas.microsoft.com/office/drawing/2014/main" id="{28918D4E-540D-2F89-AC43-B617A2C5E3E4}"/>
              </a:ext>
            </a:extLst>
          </p:cNvPr>
          <p:cNvSpPr txBox="1"/>
          <p:nvPr/>
        </p:nvSpPr>
        <p:spPr>
          <a:xfrm>
            <a:off x="8223294" y="6402070"/>
            <a:ext cx="3142698" cy="182880"/>
          </a:xfrm>
          <a:prstGeom prst="rect">
            <a:avLst/>
          </a:prstGeom>
          <a:noFill/>
        </p:spPr>
        <p:txBody>
          <a:bodyPr wrap="none" lIns="0" tIns="0" rIns="0" bIns="0" rtlCol="0" anchor="b" anchorCtr="0">
            <a:noAutofit/>
          </a:bodyPr>
          <a:lstStyle/>
          <a:p>
            <a:pPr marL="0" indent="0" algn="r">
              <a:lnSpc>
                <a:spcPct val="100000"/>
              </a:lnSpc>
              <a:spcBef>
                <a:spcPts val="0"/>
              </a:spcBef>
              <a:buSzPct val="100000"/>
              <a:buFontTx/>
              <a:buNone/>
            </a:pPr>
            <a:r>
              <a:rPr lang="en-US" sz="800" b="0">
                <a:solidFill>
                  <a:schemeClr val="bg1"/>
                </a:solidFill>
                <a:latin typeface="Aptos Light" panose="020B0004020202020204" pitchFamily="34" charset="0"/>
              </a:rPr>
              <a:t>Confidential and Proprietary. © 2026 UST Global Inc</a:t>
            </a:r>
          </a:p>
        </p:txBody>
      </p:sp>
    </p:spTree>
    <p:extLst>
      <p:ext uri="{BB962C8B-B14F-4D97-AF65-F5344CB8AC3E}">
        <p14:creationId xmlns:p14="http://schemas.microsoft.com/office/powerpoint/2010/main" val="20833453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648" userDrawn="1">
          <p15:clr>
            <a:srgbClr val="FBAE40"/>
          </p15:clr>
        </p15:guide>
        <p15:guide id="2" pos="4032" userDrawn="1">
          <p15:clr>
            <a:srgbClr val="FBAE40"/>
          </p15:clr>
        </p15:guide>
        <p15:guide id="3" orient="horz" pos="3832" userDrawn="1">
          <p15:clr>
            <a:srgbClr val="FBAE40"/>
          </p15:clr>
        </p15:guide>
        <p15:guide id="4" orient="horz" pos="1440" userDrawn="1">
          <p15:clr>
            <a:srgbClr val="FBAE40"/>
          </p15:clr>
        </p15:guide>
        <p15:guide id="5" orient="horz" pos="4148" userDrawn="1">
          <p15:clr>
            <a:srgbClr val="FBAE40"/>
          </p15:clr>
        </p15:guide>
        <p15:guide id="6" pos="3840" userDrawn="1">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Big Statement">
    <p:bg>
      <p:bgPr>
        <a:solidFill>
          <a:srgbClr val="231F20"/>
        </a:solidFill>
        <a:effectLst/>
      </p:bgPr>
    </p:bg>
    <p:spTree>
      <p:nvGrpSpPr>
        <p:cNvPr id="1" name=""/>
        <p:cNvGrpSpPr/>
        <p:nvPr/>
      </p:nvGrpSpPr>
      <p:grpSpPr>
        <a:xfrm>
          <a:off x="0" y="0"/>
          <a:ext cx="0" cy="0"/>
          <a:chOff x="0" y="0"/>
          <a:chExt cx="0" cy="0"/>
        </a:xfrm>
      </p:grpSpPr>
      <p:sp>
        <p:nvSpPr>
          <p:cNvPr id="3" name="Content Placeholder 1">
            <a:extLst>
              <a:ext uri="{FF2B5EF4-FFF2-40B4-BE49-F238E27FC236}">
                <a16:creationId xmlns:a16="http://schemas.microsoft.com/office/drawing/2014/main" id="{58BCB52D-820B-4886-993D-F1BD3CE0A1BF}"/>
              </a:ext>
            </a:extLst>
          </p:cNvPr>
          <p:cNvSpPr>
            <a:spLocks noGrp="1"/>
          </p:cNvSpPr>
          <p:nvPr>
            <p:ph idx="1" hasCustomPrompt="1"/>
          </p:nvPr>
        </p:nvSpPr>
        <p:spPr>
          <a:xfrm>
            <a:off x="365124" y="365125"/>
            <a:ext cx="8503920" cy="5715635"/>
          </a:xfrm>
        </p:spPr>
        <p:txBody>
          <a:bodyPr/>
          <a:lstStyle>
            <a:lvl1pPr marL="0" indent="0">
              <a:lnSpc>
                <a:spcPct val="90000"/>
              </a:lnSpc>
              <a:spcBef>
                <a:spcPts val="0"/>
              </a:spcBef>
              <a:buFontTx/>
              <a:buNone/>
              <a:defRPr sz="5400" b="0" spc="0" baseline="0">
                <a:solidFill>
                  <a:schemeClr val="tx1"/>
                </a:solidFill>
                <a:latin typeface="Aptos Light" panose="020B0004020202020204" pitchFamily="34" charset="0"/>
              </a:defRPr>
            </a:lvl1pPr>
            <a:lvl2pPr marL="182880">
              <a:spcBef>
                <a:spcPts val="1200"/>
              </a:spcBef>
              <a:defRPr>
                <a:latin typeface="Aptos Light" panose="020B0004020202020204" pitchFamily="34" charset="0"/>
              </a:defRPr>
            </a:lvl2pPr>
            <a:lvl3pPr marL="365760">
              <a:defRPr>
                <a:latin typeface="Aptos Light" panose="020B0004020202020204" pitchFamily="34" charset="0"/>
              </a:defRPr>
            </a:lvl3pPr>
            <a:lvl4pPr marL="548640">
              <a:defRPr>
                <a:latin typeface="Aptos Light" panose="020B0004020202020204" pitchFamily="34" charset="0"/>
              </a:defRPr>
            </a:lvl4pPr>
            <a:lvl5pPr marL="731520">
              <a:defRPr>
                <a:latin typeface="Aptos Light" panose="020B0004020202020204" pitchFamily="34" charset="0"/>
              </a:defRPr>
            </a:lvl5pPr>
            <a:lvl6pPr marL="914400">
              <a:defRPr>
                <a:latin typeface="Aptos Light" panose="020B0004020202020204" pitchFamily="34" charset="0"/>
              </a:defRPr>
            </a:lvl6pPr>
            <a:lvl7pPr marL="1097280">
              <a:defRPr>
                <a:latin typeface="Aptos Light" panose="020B0004020202020204" pitchFamily="34" charset="0"/>
              </a:defRPr>
            </a:lvl7pPr>
            <a:lvl8pPr marL="1280160">
              <a:defRPr>
                <a:latin typeface="Aptos Light" panose="020B0004020202020204" pitchFamily="34" charset="0"/>
              </a:defRPr>
            </a:lvl8pPr>
            <a:lvl9pPr marL="1463040">
              <a:defRPr>
                <a:latin typeface="Aptos Light" panose="020B0004020202020204" pitchFamily="34" charset="0"/>
              </a:defRPr>
            </a:lvl9pPr>
          </a:lstStyle>
          <a:p>
            <a:pPr lvl="0"/>
            <a:r>
              <a:rPr lang="en-US"/>
              <a:t>[Big statement]</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Tree>
    <p:extLst>
      <p:ext uri="{BB962C8B-B14F-4D97-AF65-F5344CB8AC3E}">
        <p14:creationId xmlns:p14="http://schemas.microsoft.com/office/powerpoint/2010/main" val="271595583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832" userDrawn="1">
          <p15:clr>
            <a:srgbClr val="FBAE40"/>
          </p15:clr>
        </p15:guide>
        <p15:guide id="4" orient="horz" pos="4148" userDrawn="1">
          <p15:clr>
            <a:srgbClr val="FBAE40"/>
          </p15:clr>
        </p15:guide>
        <p15:guide id="5" pos="5588" userDrawn="1">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Big Statement and Photo">
    <p:bg>
      <p:bgPr>
        <a:solidFill>
          <a:srgbClr val="231F20"/>
        </a:solidFill>
        <a:effectLst/>
      </p:bgPr>
    </p:bg>
    <p:spTree>
      <p:nvGrpSpPr>
        <p:cNvPr id="1" name=""/>
        <p:cNvGrpSpPr/>
        <p:nvPr/>
      </p:nvGrpSpPr>
      <p:grpSpPr>
        <a:xfrm>
          <a:off x="0" y="0"/>
          <a:ext cx="0" cy="0"/>
          <a:chOff x="0" y="0"/>
          <a:chExt cx="0" cy="0"/>
        </a:xfrm>
      </p:grpSpPr>
      <p:sp>
        <p:nvSpPr>
          <p:cNvPr id="3" name="Content Placeholder 1">
            <a:extLst>
              <a:ext uri="{FF2B5EF4-FFF2-40B4-BE49-F238E27FC236}">
                <a16:creationId xmlns:a16="http://schemas.microsoft.com/office/drawing/2014/main" id="{58BCB52D-820B-4886-993D-F1BD3CE0A1BF}"/>
              </a:ext>
            </a:extLst>
          </p:cNvPr>
          <p:cNvSpPr>
            <a:spLocks noGrp="1"/>
          </p:cNvSpPr>
          <p:nvPr>
            <p:ph idx="1" hasCustomPrompt="1"/>
          </p:nvPr>
        </p:nvSpPr>
        <p:spPr>
          <a:xfrm>
            <a:off x="365124" y="365125"/>
            <a:ext cx="5578476" cy="5715635"/>
          </a:xfrm>
        </p:spPr>
        <p:txBody>
          <a:bodyPr/>
          <a:lstStyle>
            <a:lvl1pPr marL="0" indent="0">
              <a:lnSpc>
                <a:spcPct val="90000"/>
              </a:lnSpc>
              <a:spcBef>
                <a:spcPts val="0"/>
              </a:spcBef>
              <a:buFontTx/>
              <a:buNone/>
              <a:defRPr sz="5400" b="0" spc="0" baseline="0">
                <a:solidFill>
                  <a:schemeClr val="tx1"/>
                </a:solidFill>
                <a:latin typeface="Aptos Light" panose="020B0004020202020204" pitchFamily="34" charset="0"/>
              </a:defRPr>
            </a:lvl1pPr>
            <a:lvl2pPr marL="182880">
              <a:spcBef>
                <a:spcPts val="1200"/>
              </a:spcBef>
              <a:defRPr>
                <a:latin typeface="Aptos Light" panose="020B0004020202020204" pitchFamily="34" charset="0"/>
              </a:defRPr>
            </a:lvl2pPr>
            <a:lvl3pPr marL="365760">
              <a:defRPr>
                <a:latin typeface="Aptos Light" panose="020B0004020202020204" pitchFamily="34" charset="0"/>
              </a:defRPr>
            </a:lvl3pPr>
            <a:lvl4pPr marL="548640">
              <a:defRPr>
                <a:latin typeface="Aptos Light" panose="020B0004020202020204" pitchFamily="34" charset="0"/>
              </a:defRPr>
            </a:lvl4pPr>
            <a:lvl5pPr marL="731520">
              <a:defRPr>
                <a:latin typeface="Aptos Light" panose="020B0004020202020204" pitchFamily="34" charset="0"/>
              </a:defRPr>
            </a:lvl5pPr>
            <a:lvl6pPr marL="914400">
              <a:defRPr>
                <a:latin typeface="Aptos Light" panose="020B0004020202020204" pitchFamily="34" charset="0"/>
              </a:defRPr>
            </a:lvl6pPr>
            <a:lvl7pPr marL="1097280">
              <a:defRPr>
                <a:latin typeface="Aptos Light" panose="020B0004020202020204" pitchFamily="34" charset="0"/>
              </a:defRPr>
            </a:lvl7pPr>
            <a:lvl8pPr marL="1280160">
              <a:defRPr>
                <a:latin typeface="Aptos Light" panose="020B0004020202020204" pitchFamily="34" charset="0"/>
              </a:defRPr>
            </a:lvl8pPr>
            <a:lvl9pPr marL="1463040">
              <a:defRPr>
                <a:latin typeface="Aptos Light" panose="020B0004020202020204" pitchFamily="34" charset="0"/>
              </a:defRPr>
            </a:lvl9pPr>
          </a:lstStyle>
          <a:p>
            <a:pPr lvl="0"/>
            <a:r>
              <a:rPr lang="en-US"/>
              <a:t>[Big statement]</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Picture Placeholder 2">
            <a:extLst>
              <a:ext uri="{FF2B5EF4-FFF2-40B4-BE49-F238E27FC236}">
                <a16:creationId xmlns:a16="http://schemas.microsoft.com/office/drawing/2014/main" id="{85703ED2-2085-054E-9C34-0E934DFAD104}"/>
              </a:ext>
            </a:extLst>
          </p:cNvPr>
          <p:cNvSpPr>
            <a:spLocks noGrp="1"/>
          </p:cNvSpPr>
          <p:nvPr>
            <p:ph type="pic" sz="quarter" idx="13" hasCustomPrompt="1"/>
          </p:nvPr>
        </p:nvSpPr>
        <p:spPr>
          <a:xfrm>
            <a:off x="6245225" y="2880360"/>
            <a:ext cx="5578475" cy="3200400"/>
          </a:xfrm>
          <a:solidFill>
            <a:srgbClr val="7A7480"/>
          </a:solidFill>
        </p:spPr>
        <p:txBody>
          <a:bodyPr anchor="ctr" anchorCtr="0">
            <a:normAutofit/>
          </a:bodyPr>
          <a:lstStyle>
            <a:lvl1pPr marL="0" indent="0" algn="ctr">
              <a:buFontTx/>
              <a:buNone/>
              <a:defRPr sz="1200">
                <a:solidFill>
                  <a:schemeClr val="tx1"/>
                </a:solidFill>
                <a:latin typeface="Aptos Light" panose="020B0004020202020204" pitchFamily="34" charset="0"/>
              </a:defRPr>
            </a:lvl1pPr>
          </a:lstStyle>
          <a:p>
            <a:r>
              <a:rPr lang="en-US"/>
              <a:t>[Click icon to insert photo]</a:t>
            </a:r>
          </a:p>
        </p:txBody>
      </p:sp>
    </p:spTree>
    <p:extLst>
      <p:ext uri="{BB962C8B-B14F-4D97-AF65-F5344CB8AC3E}">
        <p14:creationId xmlns:p14="http://schemas.microsoft.com/office/powerpoint/2010/main" val="303294220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832" userDrawn="1">
          <p15:clr>
            <a:srgbClr val="FBAE40"/>
          </p15:clr>
        </p15:guide>
        <p15:guide id="4" orient="horz" pos="4148" userDrawn="1">
          <p15:clr>
            <a:srgbClr val="FBAE40"/>
          </p15:clr>
        </p15:guide>
        <p15:guide id="5" pos="3744" userDrawn="1">
          <p15:clr>
            <a:srgbClr val="FBAE40"/>
          </p15:clr>
        </p15:guide>
        <p15:guide id="6" pos="3934" userDrawn="1">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Black matrix slide ">
    <p:bg>
      <p:bgPr>
        <a:solidFill>
          <a:srgbClr val="231F20"/>
        </a:solidFill>
        <a:effectLst/>
      </p:bgPr>
    </p:bg>
    <p:spTree>
      <p:nvGrpSpPr>
        <p:cNvPr id="1" name=""/>
        <p:cNvGrpSpPr/>
        <p:nvPr/>
      </p:nvGrpSpPr>
      <p:grpSpPr>
        <a:xfrm>
          <a:off x="0" y="0"/>
          <a:ext cx="0" cy="0"/>
          <a:chOff x="0" y="0"/>
          <a:chExt cx="0" cy="0"/>
        </a:xfrm>
      </p:grpSpPr>
      <p:sp>
        <p:nvSpPr>
          <p:cNvPr id="36" name="Shape 254">
            <a:extLst>
              <a:ext uri="{FF2B5EF4-FFF2-40B4-BE49-F238E27FC236}">
                <a16:creationId xmlns:a16="http://schemas.microsoft.com/office/drawing/2014/main" id="{3654D345-857C-AD48-BF41-7384F4B8FC7E}"/>
              </a:ext>
            </a:extLst>
          </p:cNvPr>
          <p:cNvSpPr/>
          <p:nvPr/>
        </p:nvSpPr>
        <p:spPr>
          <a:xfrm>
            <a:off x="5266397" y="3054045"/>
            <a:ext cx="1665744" cy="1665742"/>
          </a:xfrm>
          <a:prstGeom prst="rect">
            <a:avLst/>
          </a:prstGeom>
          <a:solidFill>
            <a:schemeClr val="tx2"/>
          </a:solidFill>
          <a:ln w="0" cap="flat">
            <a:noFill/>
            <a:miter lim="127000"/>
          </a:ln>
        </p:spPr>
        <p:style>
          <a:lnRef idx="0">
            <a:srgbClr val="000000">
              <a:alpha val="0"/>
            </a:srgbClr>
          </a:lnRef>
          <a:fillRef idx="1">
            <a:srgbClr val="F0F0F2"/>
          </a:fillRef>
          <a:effectRef idx="0">
            <a:scrgbClr r="0" g="0" b="0"/>
          </a:effectRef>
          <a:fontRef idx="none"/>
        </p:style>
        <p:txBody>
          <a:bodyPr/>
          <a:lstStyle/>
          <a:p>
            <a:endParaRPr lang="en-US" sz="800">
              <a:latin typeface="Aptos Light" panose="020B0004020202020204" pitchFamily="34" charset="0"/>
              <a:cs typeface="Arial" panose="020B0604020202020204" pitchFamily="34" charset="0"/>
            </a:endParaRPr>
          </a:p>
        </p:txBody>
      </p:sp>
      <p:grpSp>
        <p:nvGrpSpPr>
          <p:cNvPr id="15" name="Group 14">
            <a:extLst>
              <a:ext uri="{FF2B5EF4-FFF2-40B4-BE49-F238E27FC236}">
                <a16:creationId xmlns:a16="http://schemas.microsoft.com/office/drawing/2014/main" id="{07DD0EA4-E8C6-6144-8A55-68EC0BD75623}"/>
              </a:ext>
            </a:extLst>
          </p:cNvPr>
          <p:cNvGrpSpPr/>
          <p:nvPr/>
        </p:nvGrpSpPr>
        <p:grpSpPr>
          <a:xfrm>
            <a:off x="4276115" y="2272177"/>
            <a:ext cx="3634508" cy="3229764"/>
            <a:chOff x="4523760" y="2165131"/>
            <a:chExt cx="3139218" cy="3300132"/>
          </a:xfrm>
        </p:grpSpPr>
        <p:grpSp>
          <p:nvGrpSpPr>
            <p:cNvPr id="16" name="Group 15">
              <a:extLst>
                <a:ext uri="{FF2B5EF4-FFF2-40B4-BE49-F238E27FC236}">
                  <a16:creationId xmlns:a16="http://schemas.microsoft.com/office/drawing/2014/main" id="{12CE0F8A-9749-2841-ADE4-5DABA3F59900}"/>
                </a:ext>
              </a:extLst>
            </p:cNvPr>
            <p:cNvGrpSpPr/>
            <p:nvPr/>
          </p:nvGrpSpPr>
          <p:grpSpPr>
            <a:xfrm rot="10800000">
              <a:off x="6616255" y="2165131"/>
              <a:ext cx="1046723" cy="3300132"/>
              <a:chOff x="5319301" y="2165131"/>
              <a:chExt cx="1046723" cy="3300132"/>
            </a:xfrm>
          </p:grpSpPr>
          <p:sp>
            <p:nvSpPr>
              <p:cNvPr id="23" name="Freeform 22">
                <a:extLst>
                  <a:ext uri="{FF2B5EF4-FFF2-40B4-BE49-F238E27FC236}">
                    <a16:creationId xmlns:a16="http://schemas.microsoft.com/office/drawing/2014/main" id="{C098769E-92CD-8F41-93BC-58F6E171AF4C}"/>
                  </a:ext>
                </a:extLst>
              </p:cNvPr>
              <p:cNvSpPr/>
              <p:nvPr/>
            </p:nvSpPr>
            <p:spPr>
              <a:xfrm>
                <a:off x="5319301" y="2165131"/>
                <a:ext cx="1046723" cy="735724"/>
              </a:xfrm>
              <a:custGeom>
                <a:avLst/>
                <a:gdLst>
                  <a:gd name="connsiteX0" fmla="*/ 0 w 1114097"/>
                  <a:gd name="connsiteY0" fmla="*/ 0 h 735724"/>
                  <a:gd name="connsiteX1" fmla="*/ 609600 w 1114097"/>
                  <a:gd name="connsiteY1" fmla="*/ 0 h 735724"/>
                  <a:gd name="connsiteX2" fmla="*/ 1114097 w 1114097"/>
                  <a:gd name="connsiteY2" fmla="*/ 735724 h 735724"/>
                </a:gdLst>
                <a:ahLst/>
                <a:cxnLst>
                  <a:cxn ang="0">
                    <a:pos x="connsiteX0" y="connsiteY0"/>
                  </a:cxn>
                  <a:cxn ang="0">
                    <a:pos x="connsiteX1" y="connsiteY1"/>
                  </a:cxn>
                  <a:cxn ang="0">
                    <a:pos x="connsiteX2" y="connsiteY2"/>
                  </a:cxn>
                </a:cxnLst>
                <a:rect l="l" t="t" r="r" b="b"/>
                <a:pathLst>
                  <a:path w="1114097" h="735724">
                    <a:moveTo>
                      <a:pt x="0" y="0"/>
                    </a:moveTo>
                    <a:lnTo>
                      <a:pt x="609600" y="0"/>
                    </a:lnTo>
                    <a:lnTo>
                      <a:pt x="1114097" y="735724"/>
                    </a:lnTo>
                  </a:path>
                </a:pathLst>
              </a:custGeom>
              <a:noFill/>
              <a:ln w="12700">
                <a:solidFill>
                  <a:schemeClr val="tx1"/>
                </a:solidFill>
              </a:ln>
            </p:spPr>
            <p:style>
              <a:lnRef idx="0">
                <a:schemeClr val="accent1"/>
              </a:lnRef>
              <a:fillRef idx="1">
                <a:schemeClr val="accent1"/>
              </a:fillRef>
              <a:effectRef idx="0">
                <a:srgbClr val="000000"/>
              </a:effectRef>
              <a:fontRef idx="minor">
                <a:schemeClr val="bg1"/>
              </a:fontRef>
            </p:style>
            <p:txBody>
              <a:bodyPr rtlCol="0" anchor="ctr"/>
              <a:lstStyle/>
              <a:p>
                <a:pPr algn="ctr"/>
                <a:endParaRPr lang="en-UA">
                  <a:latin typeface="Aptos Light" panose="020B0004020202020204" pitchFamily="34" charset="0"/>
                </a:endParaRPr>
              </a:p>
            </p:txBody>
          </p:sp>
          <p:sp>
            <p:nvSpPr>
              <p:cNvPr id="24" name="Freeform 23">
                <a:extLst>
                  <a:ext uri="{FF2B5EF4-FFF2-40B4-BE49-F238E27FC236}">
                    <a16:creationId xmlns:a16="http://schemas.microsoft.com/office/drawing/2014/main" id="{8C7E4065-7786-324C-81B7-8A3F60B60784}"/>
                  </a:ext>
                </a:extLst>
              </p:cNvPr>
              <p:cNvSpPr/>
              <p:nvPr/>
            </p:nvSpPr>
            <p:spPr>
              <a:xfrm flipV="1">
                <a:off x="5319301" y="4729539"/>
                <a:ext cx="1046723" cy="735724"/>
              </a:xfrm>
              <a:custGeom>
                <a:avLst/>
                <a:gdLst>
                  <a:gd name="connsiteX0" fmla="*/ 0 w 1114097"/>
                  <a:gd name="connsiteY0" fmla="*/ 0 h 735724"/>
                  <a:gd name="connsiteX1" fmla="*/ 609600 w 1114097"/>
                  <a:gd name="connsiteY1" fmla="*/ 0 h 735724"/>
                  <a:gd name="connsiteX2" fmla="*/ 1114097 w 1114097"/>
                  <a:gd name="connsiteY2" fmla="*/ 735724 h 735724"/>
                </a:gdLst>
                <a:ahLst/>
                <a:cxnLst>
                  <a:cxn ang="0">
                    <a:pos x="connsiteX0" y="connsiteY0"/>
                  </a:cxn>
                  <a:cxn ang="0">
                    <a:pos x="connsiteX1" y="connsiteY1"/>
                  </a:cxn>
                  <a:cxn ang="0">
                    <a:pos x="connsiteX2" y="connsiteY2"/>
                  </a:cxn>
                </a:cxnLst>
                <a:rect l="l" t="t" r="r" b="b"/>
                <a:pathLst>
                  <a:path w="1114097" h="735724">
                    <a:moveTo>
                      <a:pt x="0" y="0"/>
                    </a:moveTo>
                    <a:lnTo>
                      <a:pt x="609600" y="0"/>
                    </a:lnTo>
                    <a:lnTo>
                      <a:pt x="1114097" y="735724"/>
                    </a:lnTo>
                  </a:path>
                </a:pathLst>
              </a:custGeom>
              <a:noFill/>
              <a:ln w="12700">
                <a:solidFill>
                  <a:schemeClr val="tx1"/>
                </a:solidFill>
              </a:ln>
            </p:spPr>
            <p:style>
              <a:lnRef idx="0">
                <a:schemeClr val="accent1"/>
              </a:lnRef>
              <a:fillRef idx="1">
                <a:schemeClr val="accent1"/>
              </a:fillRef>
              <a:effectRef idx="0">
                <a:srgbClr val="000000"/>
              </a:effectRef>
              <a:fontRef idx="minor">
                <a:schemeClr val="bg1"/>
              </a:fontRef>
            </p:style>
            <p:txBody>
              <a:bodyPr rtlCol="0" anchor="ctr"/>
              <a:lstStyle/>
              <a:p>
                <a:pPr algn="ctr"/>
                <a:endParaRPr lang="en-UA">
                  <a:latin typeface="Aptos Light" panose="020B0004020202020204" pitchFamily="34" charset="0"/>
                </a:endParaRPr>
              </a:p>
            </p:txBody>
          </p:sp>
        </p:grpSp>
        <p:grpSp>
          <p:nvGrpSpPr>
            <p:cNvPr id="17" name="Group 16">
              <a:extLst>
                <a:ext uri="{FF2B5EF4-FFF2-40B4-BE49-F238E27FC236}">
                  <a16:creationId xmlns:a16="http://schemas.microsoft.com/office/drawing/2014/main" id="{43891A5D-A47C-CE46-9D89-BC4054326B32}"/>
                </a:ext>
              </a:extLst>
            </p:cNvPr>
            <p:cNvGrpSpPr/>
            <p:nvPr/>
          </p:nvGrpSpPr>
          <p:grpSpPr>
            <a:xfrm>
              <a:off x="4523760" y="2165131"/>
              <a:ext cx="3139218" cy="3300132"/>
              <a:chOff x="4523760" y="2165131"/>
              <a:chExt cx="3139218" cy="3300132"/>
            </a:xfrm>
          </p:grpSpPr>
          <p:sp>
            <p:nvSpPr>
              <p:cNvPr id="18" name="Freeform 17">
                <a:extLst>
                  <a:ext uri="{FF2B5EF4-FFF2-40B4-BE49-F238E27FC236}">
                    <a16:creationId xmlns:a16="http://schemas.microsoft.com/office/drawing/2014/main" id="{2AAE9772-3782-544A-ACF3-536CB51CB024}"/>
                  </a:ext>
                </a:extLst>
              </p:cNvPr>
              <p:cNvSpPr/>
              <p:nvPr/>
            </p:nvSpPr>
            <p:spPr>
              <a:xfrm>
                <a:off x="4523760" y="2165131"/>
                <a:ext cx="1046723" cy="735724"/>
              </a:xfrm>
              <a:custGeom>
                <a:avLst/>
                <a:gdLst>
                  <a:gd name="connsiteX0" fmla="*/ 0 w 1114097"/>
                  <a:gd name="connsiteY0" fmla="*/ 0 h 735724"/>
                  <a:gd name="connsiteX1" fmla="*/ 609600 w 1114097"/>
                  <a:gd name="connsiteY1" fmla="*/ 0 h 735724"/>
                  <a:gd name="connsiteX2" fmla="*/ 1114097 w 1114097"/>
                  <a:gd name="connsiteY2" fmla="*/ 735724 h 735724"/>
                </a:gdLst>
                <a:ahLst/>
                <a:cxnLst>
                  <a:cxn ang="0">
                    <a:pos x="connsiteX0" y="connsiteY0"/>
                  </a:cxn>
                  <a:cxn ang="0">
                    <a:pos x="connsiteX1" y="connsiteY1"/>
                  </a:cxn>
                  <a:cxn ang="0">
                    <a:pos x="connsiteX2" y="connsiteY2"/>
                  </a:cxn>
                </a:cxnLst>
                <a:rect l="l" t="t" r="r" b="b"/>
                <a:pathLst>
                  <a:path w="1114097" h="735724">
                    <a:moveTo>
                      <a:pt x="0" y="0"/>
                    </a:moveTo>
                    <a:lnTo>
                      <a:pt x="609600" y="0"/>
                    </a:lnTo>
                    <a:lnTo>
                      <a:pt x="1114097" y="735724"/>
                    </a:lnTo>
                  </a:path>
                </a:pathLst>
              </a:custGeom>
              <a:noFill/>
              <a:ln w="12700">
                <a:solidFill>
                  <a:schemeClr val="tx1"/>
                </a:solidFill>
              </a:ln>
            </p:spPr>
            <p:style>
              <a:lnRef idx="0">
                <a:schemeClr val="accent1"/>
              </a:lnRef>
              <a:fillRef idx="1">
                <a:schemeClr val="accent1"/>
              </a:fillRef>
              <a:effectRef idx="0">
                <a:srgbClr val="000000"/>
              </a:effectRef>
              <a:fontRef idx="minor">
                <a:schemeClr val="bg1"/>
              </a:fontRef>
            </p:style>
            <p:txBody>
              <a:bodyPr rtlCol="0" anchor="ctr"/>
              <a:lstStyle/>
              <a:p>
                <a:pPr algn="ctr"/>
                <a:endParaRPr lang="en-UA">
                  <a:latin typeface="Aptos Light" panose="020B0004020202020204" pitchFamily="34" charset="0"/>
                </a:endParaRPr>
              </a:p>
            </p:txBody>
          </p:sp>
          <p:sp>
            <p:nvSpPr>
              <p:cNvPr id="19" name="Freeform 18">
                <a:extLst>
                  <a:ext uri="{FF2B5EF4-FFF2-40B4-BE49-F238E27FC236}">
                    <a16:creationId xmlns:a16="http://schemas.microsoft.com/office/drawing/2014/main" id="{78CE2C25-6F54-8747-B804-56A15454E2FC}"/>
                  </a:ext>
                </a:extLst>
              </p:cNvPr>
              <p:cNvSpPr/>
              <p:nvPr/>
            </p:nvSpPr>
            <p:spPr>
              <a:xfrm flipV="1">
                <a:off x="4523760" y="4729539"/>
                <a:ext cx="1046723" cy="735724"/>
              </a:xfrm>
              <a:custGeom>
                <a:avLst/>
                <a:gdLst>
                  <a:gd name="connsiteX0" fmla="*/ 0 w 1114097"/>
                  <a:gd name="connsiteY0" fmla="*/ 0 h 735724"/>
                  <a:gd name="connsiteX1" fmla="*/ 609600 w 1114097"/>
                  <a:gd name="connsiteY1" fmla="*/ 0 h 735724"/>
                  <a:gd name="connsiteX2" fmla="*/ 1114097 w 1114097"/>
                  <a:gd name="connsiteY2" fmla="*/ 735724 h 735724"/>
                </a:gdLst>
                <a:ahLst/>
                <a:cxnLst>
                  <a:cxn ang="0">
                    <a:pos x="connsiteX0" y="connsiteY0"/>
                  </a:cxn>
                  <a:cxn ang="0">
                    <a:pos x="connsiteX1" y="connsiteY1"/>
                  </a:cxn>
                  <a:cxn ang="0">
                    <a:pos x="connsiteX2" y="connsiteY2"/>
                  </a:cxn>
                </a:cxnLst>
                <a:rect l="l" t="t" r="r" b="b"/>
                <a:pathLst>
                  <a:path w="1114097" h="735724">
                    <a:moveTo>
                      <a:pt x="0" y="0"/>
                    </a:moveTo>
                    <a:lnTo>
                      <a:pt x="609600" y="0"/>
                    </a:lnTo>
                    <a:lnTo>
                      <a:pt x="1114097" y="735724"/>
                    </a:lnTo>
                  </a:path>
                </a:pathLst>
              </a:custGeom>
              <a:noFill/>
              <a:ln w="12700">
                <a:solidFill>
                  <a:schemeClr val="tx1"/>
                </a:solidFill>
              </a:ln>
            </p:spPr>
            <p:style>
              <a:lnRef idx="0">
                <a:schemeClr val="accent1"/>
              </a:lnRef>
              <a:fillRef idx="1">
                <a:schemeClr val="accent1"/>
              </a:fillRef>
              <a:effectRef idx="0">
                <a:srgbClr val="000000"/>
              </a:effectRef>
              <a:fontRef idx="minor">
                <a:schemeClr val="bg1"/>
              </a:fontRef>
            </p:style>
            <p:txBody>
              <a:bodyPr rtlCol="0" anchor="ctr"/>
              <a:lstStyle/>
              <a:p>
                <a:pPr algn="ctr"/>
                <a:endParaRPr lang="en-UA">
                  <a:latin typeface="Aptos Light" panose="020B0004020202020204" pitchFamily="34" charset="0"/>
                </a:endParaRPr>
              </a:p>
            </p:txBody>
          </p:sp>
          <p:grpSp>
            <p:nvGrpSpPr>
              <p:cNvPr id="20" name="Group 19">
                <a:extLst>
                  <a:ext uri="{FF2B5EF4-FFF2-40B4-BE49-F238E27FC236}">
                    <a16:creationId xmlns:a16="http://schemas.microsoft.com/office/drawing/2014/main" id="{E8CEF591-02C0-5A4E-9D30-BF8404CB082A}"/>
                  </a:ext>
                </a:extLst>
              </p:cNvPr>
              <p:cNvGrpSpPr/>
              <p:nvPr/>
            </p:nvGrpSpPr>
            <p:grpSpPr>
              <a:xfrm>
                <a:off x="4523760" y="3772576"/>
                <a:ext cx="3139218" cy="0"/>
                <a:chOff x="4523760" y="3772576"/>
                <a:chExt cx="3139218" cy="0"/>
              </a:xfrm>
            </p:grpSpPr>
            <p:cxnSp>
              <p:nvCxnSpPr>
                <p:cNvPr id="21" name="Straight Connector 20">
                  <a:extLst>
                    <a:ext uri="{FF2B5EF4-FFF2-40B4-BE49-F238E27FC236}">
                      <a16:creationId xmlns:a16="http://schemas.microsoft.com/office/drawing/2014/main" id="{12974C4C-126A-9B4C-BB85-E4588AC80AE5}"/>
                    </a:ext>
                  </a:extLst>
                </p:cNvPr>
                <p:cNvCxnSpPr>
                  <a:cxnSpLocks/>
                </p:cNvCxnSpPr>
                <p:nvPr/>
              </p:nvCxnSpPr>
              <p:spPr>
                <a:xfrm flipH="1">
                  <a:off x="4523760" y="3772576"/>
                  <a:ext cx="496163" cy="0"/>
                </a:xfrm>
                <a:prstGeom prst="line">
                  <a:avLst/>
                </a:prstGeom>
                <a:noFill/>
                <a:ln w="12700">
                  <a:solidFill>
                    <a:schemeClr val="tx1"/>
                  </a:solidFill>
                </a:ln>
              </p:spPr>
              <p:style>
                <a:lnRef idx="0">
                  <a:schemeClr val="accent1"/>
                </a:lnRef>
                <a:fillRef idx="1">
                  <a:schemeClr val="accent1"/>
                </a:fillRef>
                <a:effectRef idx="0">
                  <a:srgbClr val="000000"/>
                </a:effectRef>
                <a:fontRef idx="minor">
                  <a:schemeClr val="bg1"/>
                </a:fontRef>
              </p:style>
            </p:cxnSp>
            <p:cxnSp>
              <p:nvCxnSpPr>
                <p:cNvPr id="22" name="Straight Connector 21">
                  <a:extLst>
                    <a:ext uri="{FF2B5EF4-FFF2-40B4-BE49-F238E27FC236}">
                      <a16:creationId xmlns:a16="http://schemas.microsoft.com/office/drawing/2014/main" id="{3889D689-652E-AA41-93D0-8D00C6D2E752}"/>
                    </a:ext>
                  </a:extLst>
                </p:cNvPr>
                <p:cNvCxnSpPr>
                  <a:cxnSpLocks/>
                </p:cNvCxnSpPr>
                <p:nvPr/>
              </p:nvCxnSpPr>
              <p:spPr>
                <a:xfrm flipH="1">
                  <a:off x="7166815" y="3772576"/>
                  <a:ext cx="496163" cy="0"/>
                </a:xfrm>
                <a:prstGeom prst="line">
                  <a:avLst/>
                </a:prstGeom>
                <a:noFill/>
                <a:ln w="12700">
                  <a:solidFill>
                    <a:schemeClr val="tx1"/>
                  </a:solidFill>
                </a:ln>
              </p:spPr>
              <p:style>
                <a:lnRef idx="0">
                  <a:schemeClr val="accent1"/>
                </a:lnRef>
                <a:fillRef idx="1">
                  <a:schemeClr val="accent1"/>
                </a:fillRef>
                <a:effectRef idx="0">
                  <a:srgbClr val="000000"/>
                </a:effectRef>
                <a:fontRef idx="minor">
                  <a:schemeClr val="bg1"/>
                </a:fontRef>
              </p:style>
            </p:cxnSp>
          </p:grpSp>
        </p:grpSp>
      </p:grpSp>
      <p:sp>
        <p:nvSpPr>
          <p:cNvPr id="25" name="Title 1">
            <a:extLst>
              <a:ext uri="{FF2B5EF4-FFF2-40B4-BE49-F238E27FC236}">
                <a16:creationId xmlns:a16="http://schemas.microsoft.com/office/drawing/2014/main" id="{7C8CF3D2-BEBA-C349-B2D6-0B549233818C}"/>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a:t>[Slide title]</a:t>
            </a:r>
          </a:p>
        </p:txBody>
      </p:sp>
      <p:sp>
        <p:nvSpPr>
          <p:cNvPr id="28" name="Text Placeholder 3">
            <a:extLst>
              <a:ext uri="{FF2B5EF4-FFF2-40B4-BE49-F238E27FC236}">
                <a16:creationId xmlns:a16="http://schemas.microsoft.com/office/drawing/2014/main" id="{722AE925-73E6-1E40-B1D3-2D4167D79D3C}"/>
              </a:ext>
            </a:extLst>
          </p:cNvPr>
          <p:cNvSpPr>
            <a:spLocks noGrp="1"/>
          </p:cNvSpPr>
          <p:nvPr>
            <p:ph type="body" sz="quarter" idx="14" hasCustomPrompt="1"/>
          </p:nvPr>
        </p:nvSpPr>
        <p:spPr>
          <a:xfrm>
            <a:off x="1326515" y="2011680"/>
            <a:ext cx="2651760" cy="914400"/>
          </a:xfrm>
        </p:spPr>
        <p:txBody>
          <a:bodyPr>
            <a:noAutofit/>
          </a:bodyPr>
          <a:lstStyle>
            <a:lvl1pPr marL="0" indent="0" algn="r">
              <a:spcBef>
                <a:spcPts val="0"/>
              </a:spcBef>
              <a:buFontTx/>
              <a:buNone/>
              <a:defRPr sz="1600" b="1">
                <a:latin typeface="Aptos Light" panose="020B0004020202020204" pitchFamily="34" charset="0"/>
              </a:defRPr>
            </a:lvl1pPr>
            <a:lvl2pPr marL="0" indent="0" algn="r">
              <a:spcBef>
                <a:spcPts val="0"/>
              </a:spcBef>
              <a:buFontTx/>
              <a:buNone/>
              <a:defRPr sz="1400">
                <a:latin typeface="Aptos Light" panose="020B0004020202020204" pitchFamily="34" charset="0"/>
              </a:defRPr>
            </a:lvl2pPr>
            <a:lvl3pPr marL="0" indent="0" algn="r">
              <a:spcBef>
                <a:spcPts val="0"/>
              </a:spcBef>
              <a:buFontTx/>
              <a:buNone/>
              <a:defRPr sz="1400">
                <a:latin typeface="Aptos Light" panose="020B0004020202020204" pitchFamily="34" charset="0"/>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9" name="Text Placeholder 3">
            <a:extLst>
              <a:ext uri="{FF2B5EF4-FFF2-40B4-BE49-F238E27FC236}">
                <a16:creationId xmlns:a16="http://schemas.microsoft.com/office/drawing/2014/main" id="{D8198605-B885-9A41-8D8A-D035A91904C0}"/>
              </a:ext>
            </a:extLst>
          </p:cNvPr>
          <p:cNvSpPr>
            <a:spLocks noGrp="1"/>
          </p:cNvSpPr>
          <p:nvPr>
            <p:ph type="body" sz="quarter" idx="15" hasCustomPrompt="1"/>
          </p:nvPr>
        </p:nvSpPr>
        <p:spPr>
          <a:xfrm>
            <a:off x="1310456" y="3501656"/>
            <a:ext cx="2651760" cy="914400"/>
          </a:xfrm>
        </p:spPr>
        <p:txBody>
          <a:bodyPr>
            <a:noAutofit/>
          </a:bodyPr>
          <a:lstStyle>
            <a:lvl1pPr marL="0" indent="0" algn="r">
              <a:spcBef>
                <a:spcPts val="0"/>
              </a:spcBef>
              <a:buFontTx/>
              <a:buNone/>
              <a:defRPr sz="1600" b="1">
                <a:latin typeface="Aptos Light" panose="020B0004020202020204" pitchFamily="34" charset="0"/>
              </a:defRPr>
            </a:lvl1pPr>
            <a:lvl2pPr marL="0" indent="0" algn="r">
              <a:spcBef>
                <a:spcPts val="0"/>
              </a:spcBef>
              <a:buFontTx/>
              <a:buNone/>
              <a:defRPr sz="1400">
                <a:latin typeface="Aptos Light" panose="020B0004020202020204" pitchFamily="34" charset="0"/>
              </a:defRPr>
            </a:lvl2pPr>
            <a:lvl3pPr marL="0" indent="0" algn="r">
              <a:spcBef>
                <a:spcPts val="0"/>
              </a:spcBef>
              <a:buFontTx/>
              <a:buNone/>
              <a:defRPr sz="1400">
                <a:latin typeface="Aptos Light" panose="020B0004020202020204" pitchFamily="34" charset="0"/>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30" name="Text Placeholder 3">
            <a:extLst>
              <a:ext uri="{FF2B5EF4-FFF2-40B4-BE49-F238E27FC236}">
                <a16:creationId xmlns:a16="http://schemas.microsoft.com/office/drawing/2014/main" id="{6129372C-1EEE-8D46-8BE0-E15A7B7EE08C}"/>
              </a:ext>
            </a:extLst>
          </p:cNvPr>
          <p:cNvSpPr>
            <a:spLocks noGrp="1"/>
          </p:cNvSpPr>
          <p:nvPr>
            <p:ph type="body" sz="quarter" idx="16" hasCustomPrompt="1"/>
          </p:nvPr>
        </p:nvSpPr>
        <p:spPr>
          <a:xfrm>
            <a:off x="1310456" y="4991632"/>
            <a:ext cx="2651760" cy="914400"/>
          </a:xfrm>
        </p:spPr>
        <p:txBody>
          <a:bodyPr>
            <a:noAutofit/>
          </a:bodyPr>
          <a:lstStyle>
            <a:lvl1pPr marL="0" indent="0" algn="r">
              <a:spcBef>
                <a:spcPts val="0"/>
              </a:spcBef>
              <a:buFontTx/>
              <a:buNone/>
              <a:defRPr sz="1600" b="1">
                <a:latin typeface="Aptos Light" panose="020B0004020202020204" pitchFamily="34" charset="0"/>
              </a:defRPr>
            </a:lvl1pPr>
            <a:lvl2pPr marL="0" indent="0" algn="r">
              <a:spcBef>
                <a:spcPts val="0"/>
              </a:spcBef>
              <a:buFontTx/>
              <a:buNone/>
              <a:defRPr sz="1400">
                <a:latin typeface="Aptos Light" panose="020B0004020202020204" pitchFamily="34" charset="0"/>
              </a:defRPr>
            </a:lvl2pPr>
            <a:lvl3pPr marL="0" indent="0" algn="r">
              <a:spcBef>
                <a:spcPts val="0"/>
              </a:spcBef>
              <a:buFontTx/>
              <a:buNone/>
              <a:defRPr sz="1400">
                <a:latin typeface="Aptos Light" panose="020B0004020202020204" pitchFamily="34" charset="0"/>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31" name="Text Placeholder 3">
            <a:extLst>
              <a:ext uri="{FF2B5EF4-FFF2-40B4-BE49-F238E27FC236}">
                <a16:creationId xmlns:a16="http://schemas.microsoft.com/office/drawing/2014/main" id="{59053C17-DAF2-5640-99DA-51CFD6E4D740}"/>
              </a:ext>
            </a:extLst>
          </p:cNvPr>
          <p:cNvSpPr>
            <a:spLocks noGrp="1"/>
          </p:cNvSpPr>
          <p:nvPr>
            <p:ph type="body" sz="quarter" idx="17" hasCustomPrompt="1"/>
          </p:nvPr>
        </p:nvSpPr>
        <p:spPr>
          <a:xfrm>
            <a:off x="8281591" y="2011680"/>
            <a:ext cx="2651760" cy="914400"/>
          </a:xfrm>
        </p:spPr>
        <p:txBody>
          <a:bodyPr>
            <a:noAutofit/>
          </a:bodyPr>
          <a:lstStyle>
            <a:lvl1pPr marL="0" indent="0" algn="l">
              <a:spcBef>
                <a:spcPts val="0"/>
              </a:spcBef>
              <a:buFontTx/>
              <a:buNone/>
              <a:defRPr sz="1600" b="1">
                <a:latin typeface="Aptos Light" panose="020B0004020202020204" pitchFamily="34" charset="0"/>
              </a:defRPr>
            </a:lvl1pPr>
            <a:lvl2pPr marL="0" indent="0" algn="l">
              <a:spcBef>
                <a:spcPts val="0"/>
              </a:spcBef>
              <a:buFontTx/>
              <a:buNone/>
              <a:defRPr sz="1400">
                <a:latin typeface="Aptos Light" panose="020B0004020202020204" pitchFamily="34" charset="0"/>
              </a:defRPr>
            </a:lvl2pPr>
            <a:lvl3pPr marL="0" indent="0" algn="l">
              <a:spcBef>
                <a:spcPts val="0"/>
              </a:spcBef>
              <a:buFontTx/>
              <a:buNone/>
              <a:defRPr sz="1400">
                <a:latin typeface="Aptos Light" panose="020B0004020202020204" pitchFamily="34" charset="0"/>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32" name="Text Placeholder 3">
            <a:extLst>
              <a:ext uri="{FF2B5EF4-FFF2-40B4-BE49-F238E27FC236}">
                <a16:creationId xmlns:a16="http://schemas.microsoft.com/office/drawing/2014/main" id="{B430F098-CBE4-764A-8AFE-7AE021AD1D23}"/>
              </a:ext>
            </a:extLst>
          </p:cNvPr>
          <p:cNvSpPr>
            <a:spLocks noGrp="1"/>
          </p:cNvSpPr>
          <p:nvPr>
            <p:ph type="body" sz="quarter" idx="18" hasCustomPrompt="1"/>
          </p:nvPr>
        </p:nvSpPr>
        <p:spPr>
          <a:xfrm>
            <a:off x="8265532" y="3501656"/>
            <a:ext cx="2651760" cy="914400"/>
          </a:xfrm>
        </p:spPr>
        <p:txBody>
          <a:bodyPr>
            <a:noAutofit/>
          </a:bodyPr>
          <a:lstStyle>
            <a:lvl1pPr marL="0" indent="0" algn="l">
              <a:spcBef>
                <a:spcPts val="0"/>
              </a:spcBef>
              <a:buFontTx/>
              <a:buNone/>
              <a:defRPr sz="1600" b="1">
                <a:latin typeface="Aptos Light" panose="020B0004020202020204" pitchFamily="34" charset="0"/>
              </a:defRPr>
            </a:lvl1pPr>
            <a:lvl2pPr marL="0" indent="0" algn="l">
              <a:spcBef>
                <a:spcPts val="0"/>
              </a:spcBef>
              <a:buFontTx/>
              <a:buNone/>
              <a:defRPr sz="1400">
                <a:latin typeface="Aptos Light" panose="020B0004020202020204" pitchFamily="34" charset="0"/>
              </a:defRPr>
            </a:lvl2pPr>
            <a:lvl3pPr marL="0" indent="0" algn="l">
              <a:spcBef>
                <a:spcPts val="0"/>
              </a:spcBef>
              <a:buFontTx/>
              <a:buNone/>
              <a:defRPr sz="1400">
                <a:latin typeface="Aptos Light" panose="020B0004020202020204" pitchFamily="34" charset="0"/>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33" name="Text Placeholder 3">
            <a:extLst>
              <a:ext uri="{FF2B5EF4-FFF2-40B4-BE49-F238E27FC236}">
                <a16:creationId xmlns:a16="http://schemas.microsoft.com/office/drawing/2014/main" id="{F8F3784F-29C6-2A4E-8652-9006987E615A}"/>
              </a:ext>
            </a:extLst>
          </p:cNvPr>
          <p:cNvSpPr>
            <a:spLocks noGrp="1"/>
          </p:cNvSpPr>
          <p:nvPr>
            <p:ph type="body" sz="quarter" idx="19" hasCustomPrompt="1"/>
          </p:nvPr>
        </p:nvSpPr>
        <p:spPr>
          <a:xfrm>
            <a:off x="8265532" y="4991632"/>
            <a:ext cx="2651760" cy="914400"/>
          </a:xfrm>
        </p:spPr>
        <p:txBody>
          <a:bodyPr>
            <a:noAutofit/>
          </a:bodyPr>
          <a:lstStyle>
            <a:lvl1pPr marL="0" indent="0" algn="l">
              <a:spcBef>
                <a:spcPts val="0"/>
              </a:spcBef>
              <a:buFontTx/>
              <a:buNone/>
              <a:defRPr sz="1600" b="1">
                <a:latin typeface="Aptos Light" panose="020B0004020202020204" pitchFamily="34" charset="0"/>
              </a:defRPr>
            </a:lvl1pPr>
            <a:lvl2pPr marL="0" indent="0" algn="l">
              <a:spcBef>
                <a:spcPts val="0"/>
              </a:spcBef>
              <a:buFontTx/>
              <a:buNone/>
              <a:defRPr sz="1400">
                <a:latin typeface="Aptos Light" panose="020B0004020202020204" pitchFamily="34" charset="0"/>
              </a:defRPr>
            </a:lvl2pPr>
            <a:lvl3pPr marL="0" indent="0" algn="l">
              <a:spcBef>
                <a:spcPts val="0"/>
              </a:spcBef>
              <a:buFontTx/>
              <a:buNone/>
              <a:defRPr sz="1400">
                <a:latin typeface="Aptos Light" panose="020B0004020202020204" pitchFamily="34" charset="0"/>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34" name="Text Placeholder 3">
            <a:extLst>
              <a:ext uri="{FF2B5EF4-FFF2-40B4-BE49-F238E27FC236}">
                <a16:creationId xmlns:a16="http://schemas.microsoft.com/office/drawing/2014/main" id="{486FE411-AEA1-074C-8E1E-AB726E404A6D}"/>
              </a:ext>
            </a:extLst>
          </p:cNvPr>
          <p:cNvSpPr>
            <a:spLocks noGrp="1"/>
          </p:cNvSpPr>
          <p:nvPr>
            <p:ph type="body" sz="quarter" idx="20" hasCustomPrompt="1"/>
          </p:nvPr>
        </p:nvSpPr>
        <p:spPr>
          <a:xfrm>
            <a:off x="5414262" y="3429716"/>
            <a:ext cx="1370015" cy="914400"/>
          </a:xfrm>
        </p:spPr>
        <p:txBody>
          <a:bodyPr anchor="ctr" anchorCtr="0">
            <a:noAutofit/>
          </a:bodyPr>
          <a:lstStyle>
            <a:lvl1pPr marL="0" indent="0" algn="ctr">
              <a:spcBef>
                <a:spcPts val="0"/>
              </a:spcBef>
              <a:buFontTx/>
              <a:buNone/>
              <a:defRPr sz="1600" b="1">
                <a:solidFill>
                  <a:schemeClr val="bg1"/>
                </a:solidFill>
                <a:latin typeface="Aptos Light" panose="020B0004020202020204" pitchFamily="34" charset="0"/>
              </a:defRPr>
            </a:lvl1pPr>
            <a:lvl2pPr marL="0" indent="0" algn="ctr">
              <a:spcBef>
                <a:spcPts val="0"/>
              </a:spcBef>
              <a:buFontTx/>
              <a:buNone/>
              <a:defRPr sz="1400">
                <a:solidFill>
                  <a:schemeClr val="bg1"/>
                </a:solidFill>
                <a:latin typeface="Aptos Light" panose="020B0004020202020204" pitchFamily="34" charset="0"/>
              </a:defRPr>
            </a:lvl2pPr>
            <a:lvl3pPr marL="0" indent="0" algn="l">
              <a:spcBef>
                <a:spcPts val="0"/>
              </a:spcBef>
              <a:buFontTx/>
              <a:buNone/>
              <a:defRPr sz="1400">
                <a:solidFill>
                  <a:schemeClr val="bg1"/>
                </a:solidFill>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p:txBody>
      </p:sp>
      <p:sp>
        <p:nvSpPr>
          <p:cNvPr id="35" name="Text Placeholder 3">
            <a:extLst>
              <a:ext uri="{FF2B5EF4-FFF2-40B4-BE49-F238E27FC236}">
                <a16:creationId xmlns:a16="http://schemas.microsoft.com/office/drawing/2014/main" id="{0127D421-D043-2348-8234-BD3E2C07B56B}"/>
              </a:ext>
            </a:extLst>
          </p:cNvPr>
          <p:cNvSpPr>
            <a:spLocks noGrp="1"/>
          </p:cNvSpPr>
          <p:nvPr>
            <p:ph type="body" sz="quarter" idx="21" hasCustomPrompt="1"/>
          </p:nvPr>
        </p:nvSpPr>
        <p:spPr>
          <a:xfrm>
            <a:off x="4795292" y="1485320"/>
            <a:ext cx="2601416" cy="526236"/>
          </a:xfrm>
        </p:spPr>
        <p:txBody>
          <a:bodyPr anchor="ctr" anchorCtr="0">
            <a:noAutofit/>
          </a:bodyPr>
          <a:lstStyle>
            <a:lvl1pPr marL="0" indent="0" algn="ctr">
              <a:spcBef>
                <a:spcPts val="0"/>
              </a:spcBef>
              <a:buFontTx/>
              <a:buNone/>
              <a:defRPr sz="1600" b="1">
                <a:solidFill>
                  <a:schemeClr val="tx1"/>
                </a:solidFill>
                <a:latin typeface="Aptos Light" panose="020B0004020202020204" pitchFamily="34" charset="0"/>
              </a:defRPr>
            </a:lvl1pPr>
            <a:lvl2pPr marL="0" indent="0" algn="ctr">
              <a:spcBef>
                <a:spcPts val="0"/>
              </a:spcBef>
              <a:buFontTx/>
              <a:buNone/>
              <a:defRPr sz="1400">
                <a:solidFill>
                  <a:schemeClr val="tx1"/>
                </a:solidFill>
              </a:defRPr>
            </a:lvl2pPr>
            <a:lvl3pPr marL="0" indent="0" algn="l">
              <a:spcBef>
                <a:spcPts val="0"/>
              </a:spcBef>
              <a:buFontTx/>
              <a:buNone/>
              <a:defRPr sz="1400">
                <a:solidFill>
                  <a:schemeClr val="bg1"/>
                </a:solidFill>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p:txBody>
      </p:sp>
    </p:spTree>
    <p:extLst>
      <p:ext uri="{BB962C8B-B14F-4D97-AF65-F5344CB8AC3E}">
        <p14:creationId xmlns:p14="http://schemas.microsoft.com/office/powerpoint/2010/main" val="145486124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832" userDrawn="1">
          <p15:clr>
            <a:srgbClr val="FBAE40"/>
          </p15:clr>
        </p15:guide>
        <p15:guide id="4" orient="horz" pos="4148" userDrawn="1">
          <p15:clr>
            <a:srgbClr val="FBAE40"/>
          </p15:clr>
        </p15:guide>
        <p15:guide id="5" pos="5588" userDrawn="1">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White matrix">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3DAF5ADD-F8F2-F343-8BFE-07BA26E6706E}"/>
              </a:ext>
            </a:extLst>
          </p:cNvPr>
          <p:cNvSpPr/>
          <p:nvPr/>
        </p:nvSpPr>
        <p:spPr>
          <a:xfrm>
            <a:off x="8077011" y="3284426"/>
            <a:ext cx="2965622" cy="1309816"/>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latin typeface="Aptos Light" panose="020B0004020202020204" pitchFamily="34" charset="0"/>
            </a:endParaRPr>
          </a:p>
        </p:txBody>
      </p:sp>
      <p:sp>
        <p:nvSpPr>
          <p:cNvPr id="30" name="Rectangle 29">
            <a:extLst>
              <a:ext uri="{FF2B5EF4-FFF2-40B4-BE49-F238E27FC236}">
                <a16:creationId xmlns:a16="http://schemas.microsoft.com/office/drawing/2014/main" id="{17D3E450-F0B4-AE4F-A018-48E5825AD249}"/>
              </a:ext>
            </a:extLst>
          </p:cNvPr>
          <p:cNvSpPr/>
          <p:nvPr/>
        </p:nvSpPr>
        <p:spPr>
          <a:xfrm>
            <a:off x="8077011" y="4791950"/>
            <a:ext cx="2965622" cy="1309816"/>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latin typeface="Aptos Light" panose="020B0004020202020204" pitchFamily="34" charset="0"/>
            </a:endParaRPr>
          </a:p>
        </p:txBody>
      </p:sp>
      <p:sp>
        <p:nvSpPr>
          <p:cNvPr id="31" name="Rectangle 30">
            <a:extLst>
              <a:ext uri="{FF2B5EF4-FFF2-40B4-BE49-F238E27FC236}">
                <a16:creationId xmlns:a16="http://schemas.microsoft.com/office/drawing/2014/main" id="{EB2F3EF2-AD8F-BA42-80FD-6B2B75404CBE}"/>
              </a:ext>
            </a:extLst>
          </p:cNvPr>
          <p:cNvSpPr/>
          <p:nvPr/>
        </p:nvSpPr>
        <p:spPr>
          <a:xfrm>
            <a:off x="8077011" y="1813972"/>
            <a:ext cx="2965622" cy="1309816"/>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latin typeface="Aptos Light" panose="020B0004020202020204" pitchFamily="34" charset="0"/>
            </a:endParaRPr>
          </a:p>
        </p:txBody>
      </p:sp>
      <p:sp>
        <p:nvSpPr>
          <p:cNvPr id="27" name="Rectangle 26">
            <a:extLst>
              <a:ext uri="{FF2B5EF4-FFF2-40B4-BE49-F238E27FC236}">
                <a16:creationId xmlns:a16="http://schemas.microsoft.com/office/drawing/2014/main" id="{A939AD89-F192-FF4C-9FDE-8CDC37E3A118}"/>
              </a:ext>
            </a:extLst>
          </p:cNvPr>
          <p:cNvSpPr/>
          <p:nvPr/>
        </p:nvSpPr>
        <p:spPr>
          <a:xfrm>
            <a:off x="1169584" y="3284426"/>
            <a:ext cx="2965622" cy="1309816"/>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latin typeface="Aptos Light" panose="020B0004020202020204" pitchFamily="34" charset="0"/>
            </a:endParaRPr>
          </a:p>
        </p:txBody>
      </p:sp>
      <p:sp>
        <p:nvSpPr>
          <p:cNvPr id="28" name="Rectangle 27">
            <a:extLst>
              <a:ext uri="{FF2B5EF4-FFF2-40B4-BE49-F238E27FC236}">
                <a16:creationId xmlns:a16="http://schemas.microsoft.com/office/drawing/2014/main" id="{0F78E8BA-7299-5B4B-90EF-16DDCFF61B65}"/>
              </a:ext>
            </a:extLst>
          </p:cNvPr>
          <p:cNvSpPr/>
          <p:nvPr/>
        </p:nvSpPr>
        <p:spPr>
          <a:xfrm>
            <a:off x="1169584" y="4791950"/>
            <a:ext cx="2965622" cy="1309816"/>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latin typeface="Aptos Light" panose="020B0004020202020204" pitchFamily="34" charset="0"/>
            </a:endParaRPr>
          </a:p>
        </p:txBody>
      </p:sp>
      <p:sp>
        <p:nvSpPr>
          <p:cNvPr id="2" name="Rectangle 1">
            <a:extLst>
              <a:ext uri="{FF2B5EF4-FFF2-40B4-BE49-F238E27FC236}">
                <a16:creationId xmlns:a16="http://schemas.microsoft.com/office/drawing/2014/main" id="{E39CEA8B-A2F8-3B4B-92B2-F430FA70E5D8}"/>
              </a:ext>
            </a:extLst>
          </p:cNvPr>
          <p:cNvSpPr/>
          <p:nvPr/>
        </p:nvSpPr>
        <p:spPr>
          <a:xfrm>
            <a:off x="1169584" y="1813972"/>
            <a:ext cx="2965622" cy="1309816"/>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latin typeface="Aptos Light" panose="020B0004020202020204" pitchFamily="34" charset="0"/>
            </a:endParaRPr>
          </a:p>
        </p:txBody>
      </p:sp>
      <p:sp>
        <p:nvSpPr>
          <p:cNvPr id="8" name="Title 1">
            <a:extLst>
              <a:ext uri="{FF2B5EF4-FFF2-40B4-BE49-F238E27FC236}">
                <a16:creationId xmlns:a16="http://schemas.microsoft.com/office/drawing/2014/main" id="{3D903699-153C-AD47-95F6-16E2B30162AA}"/>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a:t>[Slide title]</a:t>
            </a:r>
          </a:p>
        </p:txBody>
      </p:sp>
      <p:sp>
        <p:nvSpPr>
          <p:cNvPr id="6" name="Shape 254">
            <a:extLst>
              <a:ext uri="{FF2B5EF4-FFF2-40B4-BE49-F238E27FC236}">
                <a16:creationId xmlns:a16="http://schemas.microsoft.com/office/drawing/2014/main" id="{75862DAC-BC9F-534C-9C89-CE60499DB282}"/>
              </a:ext>
            </a:extLst>
          </p:cNvPr>
          <p:cNvSpPr/>
          <p:nvPr/>
        </p:nvSpPr>
        <p:spPr>
          <a:xfrm>
            <a:off x="5266397" y="3054045"/>
            <a:ext cx="1665744" cy="1665742"/>
          </a:xfrm>
          <a:prstGeom prst="rect">
            <a:avLst/>
          </a:prstGeom>
          <a:solidFill>
            <a:schemeClr val="tx2"/>
          </a:solidFill>
          <a:ln w="0" cap="flat">
            <a:noFill/>
            <a:miter lim="127000"/>
          </a:ln>
        </p:spPr>
        <p:style>
          <a:lnRef idx="0">
            <a:srgbClr val="000000">
              <a:alpha val="0"/>
            </a:srgbClr>
          </a:lnRef>
          <a:fillRef idx="1">
            <a:srgbClr val="F0F0F2"/>
          </a:fillRef>
          <a:effectRef idx="0">
            <a:scrgbClr r="0" g="0" b="0"/>
          </a:effectRef>
          <a:fontRef idx="none"/>
        </p:style>
        <p:txBody>
          <a:bodyPr/>
          <a:lstStyle/>
          <a:p>
            <a:endParaRPr lang="en-US" sz="800">
              <a:latin typeface="Aptos Light" panose="020B0004020202020204" pitchFamily="34" charset="0"/>
              <a:cs typeface="Arial" panose="020B0604020202020204" pitchFamily="34" charset="0"/>
            </a:endParaRPr>
          </a:p>
        </p:txBody>
      </p:sp>
      <p:grpSp>
        <p:nvGrpSpPr>
          <p:cNvPr id="9" name="Group 8">
            <a:extLst>
              <a:ext uri="{FF2B5EF4-FFF2-40B4-BE49-F238E27FC236}">
                <a16:creationId xmlns:a16="http://schemas.microsoft.com/office/drawing/2014/main" id="{A7F76238-5A1A-CD49-AFE0-ECC1928CEF6B}"/>
              </a:ext>
            </a:extLst>
          </p:cNvPr>
          <p:cNvGrpSpPr/>
          <p:nvPr/>
        </p:nvGrpSpPr>
        <p:grpSpPr>
          <a:xfrm>
            <a:off x="4276115" y="2272177"/>
            <a:ext cx="3634508" cy="3229764"/>
            <a:chOff x="4523760" y="2165131"/>
            <a:chExt cx="3139218" cy="3300132"/>
          </a:xfrm>
        </p:grpSpPr>
        <p:grpSp>
          <p:nvGrpSpPr>
            <p:cNvPr id="10" name="Group 9">
              <a:extLst>
                <a:ext uri="{FF2B5EF4-FFF2-40B4-BE49-F238E27FC236}">
                  <a16:creationId xmlns:a16="http://schemas.microsoft.com/office/drawing/2014/main" id="{3926780E-0B08-7C41-9DB5-0748FEF36629}"/>
                </a:ext>
              </a:extLst>
            </p:cNvPr>
            <p:cNvGrpSpPr/>
            <p:nvPr/>
          </p:nvGrpSpPr>
          <p:grpSpPr>
            <a:xfrm rot="10800000">
              <a:off x="6616255" y="2165131"/>
              <a:ext cx="1046723" cy="3300132"/>
              <a:chOff x="5319301" y="2165131"/>
              <a:chExt cx="1046723" cy="3300132"/>
            </a:xfrm>
          </p:grpSpPr>
          <p:sp>
            <p:nvSpPr>
              <p:cNvPr id="17" name="Freeform 16">
                <a:extLst>
                  <a:ext uri="{FF2B5EF4-FFF2-40B4-BE49-F238E27FC236}">
                    <a16:creationId xmlns:a16="http://schemas.microsoft.com/office/drawing/2014/main" id="{95B6473F-E718-0D49-92EB-0C52F372925A}"/>
                  </a:ext>
                </a:extLst>
              </p:cNvPr>
              <p:cNvSpPr/>
              <p:nvPr/>
            </p:nvSpPr>
            <p:spPr>
              <a:xfrm>
                <a:off x="5319301" y="2165131"/>
                <a:ext cx="1046723" cy="735724"/>
              </a:xfrm>
              <a:custGeom>
                <a:avLst/>
                <a:gdLst>
                  <a:gd name="connsiteX0" fmla="*/ 0 w 1114097"/>
                  <a:gd name="connsiteY0" fmla="*/ 0 h 735724"/>
                  <a:gd name="connsiteX1" fmla="*/ 609600 w 1114097"/>
                  <a:gd name="connsiteY1" fmla="*/ 0 h 735724"/>
                  <a:gd name="connsiteX2" fmla="*/ 1114097 w 1114097"/>
                  <a:gd name="connsiteY2" fmla="*/ 735724 h 735724"/>
                </a:gdLst>
                <a:ahLst/>
                <a:cxnLst>
                  <a:cxn ang="0">
                    <a:pos x="connsiteX0" y="connsiteY0"/>
                  </a:cxn>
                  <a:cxn ang="0">
                    <a:pos x="connsiteX1" y="connsiteY1"/>
                  </a:cxn>
                  <a:cxn ang="0">
                    <a:pos x="connsiteX2" y="connsiteY2"/>
                  </a:cxn>
                </a:cxnLst>
                <a:rect l="l" t="t" r="r" b="b"/>
                <a:pathLst>
                  <a:path w="1114097" h="735724">
                    <a:moveTo>
                      <a:pt x="0" y="0"/>
                    </a:moveTo>
                    <a:lnTo>
                      <a:pt x="609600" y="0"/>
                    </a:lnTo>
                    <a:lnTo>
                      <a:pt x="1114097" y="735724"/>
                    </a:lnTo>
                  </a:path>
                </a:pathLst>
              </a:custGeom>
              <a:noFill/>
              <a:ln w="12700">
                <a:solidFill>
                  <a:schemeClr val="tx1"/>
                </a:solidFill>
              </a:ln>
            </p:spPr>
            <p:style>
              <a:lnRef idx="0">
                <a:schemeClr val="accent1"/>
              </a:lnRef>
              <a:fillRef idx="1">
                <a:schemeClr val="accent1"/>
              </a:fillRef>
              <a:effectRef idx="0">
                <a:srgbClr val="000000"/>
              </a:effectRef>
              <a:fontRef idx="minor">
                <a:schemeClr val="bg1"/>
              </a:fontRef>
            </p:style>
            <p:txBody>
              <a:bodyPr rtlCol="0" anchor="ctr"/>
              <a:lstStyle/>
              <a:p>
                <a:pPr algn="ctr"/>
                <a:endParaRPr lang="en-UA">
                  <a:latin typeface="Aptos Light" panose="020B0004020202020204" pitchFamily="34" charset="0"/>
                </a:endParaRPr>
              </a:p>
            </p:txBody>
          </p:sp>
          <p:sp>
            <p:nvSpPr>
              <p:cNvPr id="18" name="Freeform 17">
                <a:extLst>
                  <a:ext uri="{FF2B5EF4-FFF2-40B4-BE49-F238E27FC236}">
                    <a16:creationId xmlns:a16="http://schemas.microsoft.com/office/drawing/2014/main" id="{DAB00B52-8B5D-0D4E-89BA-E74849ECF2FD}"/>
                  </a:ext>
                </a:extLst>
              </p:cNvPr>
              <p:cNvSpPr/>
              <p:nvPr/>
            </p:nvSpPr>
            <p:spPr>
              <a:xfrm flipV="1">
                <a:off x="5319301" y="4729539"/>
                <a:ext cx="1046723" cy="735724"/>
              </a:xfrm>
              <a:custGeom>
                <a:avLst/>
                <a:gdLst>
                  <a:gd name="connsiteX0" fmla="*/ 0 w 1114097"/>
                  <a:gd name="connsiteY0" fmla="*/ 0 h 735724"/>
                  <a:gd name="connsiteX1" fmla="*/ 609600 w 1114097"/>
                  <a:gd name="connsiteY1" fmla="*/ 0 h 735724"/>
                  <a:gd name="connsiteX2" fmla="*/ 1114097 w 1114097"/>
                  <a:gd name="connsiteY2" fmla="*/ 735724 h 735724"/>
                </a:gdLst>
                <a:ahLst/>
                <a:cxnLst>
                  <a:cxn ang="0">
                    <a:pos x="connsiteX0" y="connsiteY0"/>
                  </a:cxn>
                  <a:cxn ang="0">
                    <a:pos x="connsiteX1" y="connsiteY1"/>
                  </a:cxn>
                  <a:cxn ang="0">
                    <a:pos x="connsiteX2" y="connsiteY2"/>
                  </a:cxn>
                </a:cxnLst>
                <a:rect l="l" t="t" r="r" b="b"/>
                <a:pathLst>
                  <a:path w="1114097" h="735724">
                    <a:moveTo>
                      <a:pt x="0" y="0"/>
                    </a:moveTo>
                    <a:lnTo>
                      <a:pt x="609600" y="0"/>
                    </a:lnTo>
                    <a:lnTo>
                      <a:pt x="1114097" y="735724"/>
                    </a:lnTo>
                  </a:path>
                </a:pathLst>
              </a:custGeom>
              <a:noFill/>
              <a:ln w="12700">
                <a:solidFill>
                  <a:schemeClr val="tx1"/>
                </a:solidFill>
              </a:ln>
            </p:spPr>
            <p:style>
              <a:lnRef idx="0">
                <a:schemeClr val="accent1"/>
              </a:lnRef>
              <a:fillRef idx="1">
                <a:schemeClr val="accent1"/>
              </a:fillRef>
              <a:effectRef idx="0">
                <a:srgbClr val="000000"/>
              </a:effectRef>
              <a:fontRef idx="minor">
                <a:schemeClr val="bg1"/>
              </a:fontRef>
            </p:style>
            <p:txBody>
              <a:bodyPr rtlCol="0" anchor="ctr"/>
              <a:lstStyle/>
              <a:p>
                <a:pPr algn="ctr"/>
                <a:endParaRPr lang="en-UA">
                  <a:latin typeface="Aptos Light" panose="020B0004020202020204" pitchFamily="34" charset="0"/>
                </a:endParaRPr>
              </a:p>
            </p:txBody>
          </p:sp>
        </p:grpSp>
        <p:grpSp>
          <p:nvGrpSpPr>
            <p:cNvPr id="11" name="Group 10">
              <a:extLst>
                <a:ext uri="{FF2B5EF4-FFF2-40B4-BE49-F238E27FC236}">
                  <a16:creationId xmlns:a16="http://schemas.microsoft.com/office/drawing/2014/main" id="{54F95102-21B7-5D43-B11A-49C22A401513}"/>
                </a:ext>
              </a:extLst>
            </p:cNvPr>
            <p:cNvGrpSpPr/>
            <p:nvPr/>
          </p:nvGrpSpPr>
          <p:grpSpPr>
            <a:xfrm>
              <a:off x="4523760" y="2165131"/>
              <a:ext cx="3139218" cy="3300132"/>
              <a:chOff x="4523760" y="2165131"/>
              <a:chExt cx="3139218" cy="3300132"/>
            </a:xfrm>
          </p:grpSpPr>
          <p:sp>
            <p:nvSpPr>
              <p:cNvPr id="12" name="Freeform 11">
                <a:extLst>
                  <a:ext uri="{FF2B5EF4-FFF2-40B4-BE49-F238E27FC236}">
                    <a16:creationId xmlns:a16="http://schemas.microsoft.com/office/drawing/2014/main" id="{D5C885FC-FEA3-6A47-B3DA-10BAE1B65B41}"/>
                  </a:ext>
                </a:extLst>
              </p:cNvPr>
              <p:cNvSpPr/>
              <p:nvPr/>
            </p:nvSpPr>
            <p:spPr>
              <a:xfrm>
                <a:off x="4523760" y="2165131"/>
                <a:ext cx="1046723" cy="735724"/>
              </a:xfrm>
              <a:custGeom>
                <a:avLst/>
                <a:gdLst>
                  <a:gd name="connsiteX0" fmla="*/ 0 w 1114097"/>
                  <a:gd name="connsiteY0" fmla="*/ 0 h 735724"/>
                  <a:gd name="connsiteX1" fmla="*/ 609600 w 1114097"/>
                  <a:gd name="connsiteY1" fmla="*/ 0 h 735724"/>
                  <a:gd name="connsiteX2" fmla="*/ 1114097 w 1114097"/>
                  <a:gd name="connsiteY2" fmla="*/ 735724 h 735724"/>
                </a:gdLst>
                <a:ahLst/>
                <a:cxnLst>
                  <a:cxn ang="0">
                    <a:pos x="connsiteX0" y="connsiteY0"/>
                  </a:cxn>
                  <a:cxn ang="0">
                    <a:pos x="connsiteX1" y="connsiteY1"/>
                  </a:cxn>
                  <a:cxn ang="0">
                    <a:pos x="connsiteX2" y="connsiteY2"/>
                  </a:cxn>
                </a:cxnLst>
                <a:rect l="l" t="t" r="r" b="b"/>
                <a:pathLst>
                  <a:path w="1114097" h="735724">
                    <a:moveTo>
                      <a:pt x="0" y="0"/>
                    </a:moveTo>
                    <a:lnTo>
                      <a:pt x="609600" y="0"/>
                    </a:lnTo>
                    <a:lnTo>
                      <a:pt x="1114097" y="735724"/>
                    </a:lnTo>
                  </a:path>
                </a:pathLst>
              </a:custGeom>
              <a:noFill/>
              <a:ln w="12700">
                <a:solidFill>
                  <a:schemeClr val="tx1"/>
                </a:solidFill>
              </a:ln>
            </p:spPr>
            <p:style>
              <a:lnRef idx="0">
                <a:schemeClr val="accent1"/>
              </a:lnRef>
              <a:fillRef idx="1">
                <a:schemeClr val="accent1"/>
              </a:fillRef>
              <a:effectRef idx="0">
                <a:srgbClr val="000000"/>
              </a:effectRef>
              <a:fontRef idx="minor">
                <a:schemeClr val="bg1"/>
              </a:fontRef>
            </p:style>
            <p:txBody>
              <a:bodyPr rtlCol="0" anchor="ctr"/>
              <a:lstStyle/>
              <a:p>
                <a:pPr algn="ctr"/>
                <a:endParaRPr lang="en-UA">
                  <a:latin typeface="Aptos Light" panose="020B0004020202020204" pitchFamily="34" charset="0"/>
                </a:endParaRPr>
              </a:p>
            </p:txBody>
          </p:sp>
          <p:sp>
            <p:nvSpPr>
              <p:cNvPr id="13" name="Freeform 12">
                <a:extLst>
                  <a:ext uri="{FF2B5EF4-FFF2-40B4-BE49-F238E27FC236}">
                    <a16:creationId xmlns:a16="http://schemas.microsoft.com/office/drawing/2014/main" id="{4964E914-17DD-EA45-9539-DBC75C8DB186}"/>
                  </a:ext>
                </a:extLst>
              </p:cNvPr>
              <p:cNvSpPr/>
              <p:nvPr/>
            </p:nvSpPr>
            <p:spPr>
              <a:xfrm flipV="1">
                <a:off x="4523760" y="4729539"/>
                <a:ext cx="1046723" cy="735724"/>
              </a:xfrm>
              <a:custGeom>
                <a:avLst/>
                <a:gdLst>
                  <a:gd name="connsiteX0" fmla="*/ 0 w 1114097"/>
                  <a:gd name="connsiteY0" fmla="*/ 0 h 735724"/>
                  <a:gd name="connsiteX1" fmla="*/ 609600 w 1114097"/>
                  <a:gd name="connsiteY1" fmla="*/ 0 h 735724"/>
                  <a:gd name="connsiteX2" fmla="*/ 1114097 w 1114097"/>
                  <a:gd name="connsiteY2" fmla="*/ 735724 h 735724"/>
                </a:gdLst>
                <a:ahLst/>
                <a:cxnLst>
                  <a:cxn ang="0">
                    <a:pos x="connsiteX0" y="connsiteY0"/>
                  </a:cxn>
                  <a:cxn ang="0">
                    <a:pos x="connsiteX1" y="connsiteY1"/>
                  </a:cxn>
                  <a:cxn ang="0">
                    <a:pos x="connsiteX2" y="connsiteY2"/>
                  </a:cxn>
                </a:cxnLst>
                <a:rect l="l" t="t" r="r" b="b"/>
                <a:pathLst>
                  <a:path w="1114097" h="735724">
                    <a:moveTo>
                      <a:pt x="0" y="0"/>
                    </a:moveTo>
                    <a:lnTo>
                      <a:pt x="609600" y="0"/>
                    </a:lnTo>
                    <a:lnTo>
                      <a:pt x="1114097" y="735724"/>
                    </a:lnTo>
                  </a:path>
                </a:pathLst>
              </a:custGeom>
              <a:noFill/>
              <a:ln w="12700">
                <a:solidFill>
                  <a:schemeClr val="tx1"/>
                </a:solidFill>
              </a:ln>
            </p:spPr>
            <p:style>
              <a:lnRef idx="0">
                <a:schemeClr val="accent1"/>
              </a:lnRef>
              <a:fillRef idx="1">
                <a:schemeClr val="accent1"/>
              </a:fillRef>
              <a:effectRef idx="0">
                <a:srgbClr val="000000"/>
              </a:effectRef>
              <a:fontRef idx="minor">
                <a:schemeClr val="bg1"/>
              </a:fontRef>
            </p:style>
            <p:txBody>
              <a:bodyPr rtlCol="0" anchor="ctr"/>
              <a:lstStyle/>
              <a:p>
                <a:pPr algn="ctr"/>
                <a:endParaRPr lang="en-UA">
                  <a:latin typeface="Aptos Light" panose="020B0004020202020204" pitchFamily="34" charset="0"/>
                </a:endParaRPr>
              </a:p>
            </p:txBody>
          </p:sp>
          <p:grpSp>
            <p:nvGrpSpPr>
              <p:cNvPr id="14" name="Group 13">
                <a:extLst>
                  <a:ext uri="{FF2B5EF4-FFF2-40B4-BE49-F238E27FC236}">
                    <a16:creationId xmlns:a16="http://schemas.microsoft.com/office/drawing/2014/main" id="{243E3ADF-DC21-554A-8700-783D72893BF9}"/>
                  </a:ext>
                </a:extLst>
              </p:cNvPr>
              <p:cNvGrpSpPr/>
              <p:nvPr/>
            </p:nvGrpSpPr>
            <p:grpSpPr>
              <a:xfrm>
                <a:off x="4523760" y="3772576"/>
                <a:ext cx="3139218" cy="0"/>
                <a:chOff x="4523760" y="3772576"/>
                <a:chExt cx="3139218" cy="0"/>
              </a:xfrm>
            </p:grpSpPr>
            <p:cxnSp>
              <p:nvCxnSpPr>
                <p:cNvPr id="15" name="Straight Connector 14">
                  <a:extLst>
                    <a:ext uri="{FF2B5EF4-FFF2-40B4-BE49-F238E27FC236}">
                      <a16:creationId xmlns:a16="http://schemas.microsoft.com/office/drawing/2014/main" id="{EA01B305-7F11-B942-990C-C814D94EF69B}"/>
                    </a:ext>
                  </a:extLst>
                </p:cNvPr>
                <p:cNvCxnSpPr>
                  <a:cxnSpLocks/>
                </p:cNvCxnSpPr>
                <p:nvPr/>
              </p:nvCxnSpPr>
              <p:spPr>
                <a:xfrm flipH="1">
                  <a:off x="4523760" y="3772576"/>
                  <a:ext cx="496163" cy="0"/>
                </a:xfrm>
                <a:prstGeom prst="line">
                  <a:avLst/>
                </a:prstGeom>
                <a:noFill/>
                <a:ln w="12700">
                  <a:solidFill>
                    <a:schemeClr val="tx1"/>
                  </a:solidFill>
                </a:ln>
              </p:spPr>
              <p:style>
                <a:lnRef idx="0">
                  <a:schemeClr val="accent1"/>
                </a:lnRef>
                <a:fillRef idx="1">
                  <a:schemeClr val="accent1"/>
                </a:fillRef>
                <a:effectRef idx="0">
                  <a:srgbClr val="000000"/>
                </a:effectRef>
                <a:fontRef idx="minor">
                  <a:schemeClr val="bg1"/>
                </a:fontRef>
              </p:style>
            </p:cxnSp>
            <p:cxnSp>
              <p:nvCxnSpPr>
                <p:cNvPr id="16" name="Straight Connector 15">
                  <a:extLst>
                    <a:ext uri="{FF2B5EF4-FFF2-40B4-BE49-F238E27FC236}">
                      <a16:creationId xmlns:a16="http://schemas.microsoft.com/office/drawing/2014/main" id="{7573937A-7329-6A44-A5E0-6054923AD210}"/>
                    </a:ext>
                  </a:extLst>
                </p:cNvPr>
                <p:cNvCxnSpPr>
                  <a:cxnSpLocks/>
                </p:cNvCxnSpPr>
                <p:nvPr/>
              </p:nvCxnSpPr>
              <p:spPr>
                <a:xfrm flipH="1">
                  <a:off x="7166815" y="3772576"/>
                  <a:ext cx="496163" cy="0"/>
                </a:xfrm>
                <a:prstGeom prst="line">
                  <a:avLst/>
                </a:prstGeom>
                <a:noFill/>
                <a:ln w="12700">
                  <a:solidFill>
                    <a:schemeClr val="tx1"/>
                  </a:solidFill>
                </a:ln>
              </p:spPr>
              <p:style>
                <a:lnRef idx="0">
                  <a:schemeClr val="accent1"/>
                </a:lnRef>
                <a:fillRef idx="1">
                  <a:schemeClr val="accent1"/>
                </a:fillRef>
                <a:effectRef idx="0">
                  <a:srgbClr val="000000"/>
                </a:effectRef>
                <a:fontRef idx="minor">
                  <a:schemeClr val="bg1"/>
                </a:fontRef>
              </p:style>
            </p:cxnSp>
          </p:grpSp>
        </p:grpSp>
      </p:grpSp>
      <p:sp>
        <p:nvSpPr>
          <p:cNvPr id="19" name="Text Placeholder 3">
            <a:extLst>
              <a:ext uri="{FF2B5EF4-FFF2-40B4-BE49-F238E27FC236}">
                <a16:creationId xmlns:a16="http://schemas.microsoft.com/office/drawing/2014/main" id="{32194EF1-9713-B545-A686-F6233D0C83CB}"/>
              </a:ext>
            </a:extLst>
          </p:cNvPr>
          <p:cNvSpPr>
            <a:spLocks noGrp="1"/>
          </p:cNvSpPr>
          <p:nvPr>
            <p:ph type="body" sz="quarter" idx="14" hasCustomPrompt="1"/>
          </p:nvPr>
        </p:nvSpPr>
        <p:spPr>
          <a:xfrm>
            <a:off x="1326515" y="2011680"/>
            <a:ext cx="2651760" cy="914400"/>
          </a:xfrm>
        </p:spPr>
        <p:txBody>
          <a:bodyPr>
            <a:noAutofit/>
          </a:bodyPr>
          <a:lstStyle>
            <a:lvl1pPr marL="0" indent="0" algn="r">
              <a:spcBef>
                <a:spcPts val="0"/>
              </a:spcBef>
              <a:buFontTx/>
              <a:buNone/>
              <a:defRPr sz="1600" b="1">
                <a:latin typeface="Aptos Light" panose="020B0004020202020204" pitchFamily="34" charset="0"/>
              </a:defRPr>
            </a:lvl1pPr>
            <a:lvl2pPr marL="0" indent="0" algn="r">
              <a:spcBef>
                <a:spcPts val="0"/>
              </a:spcBef>
              <a:buFontTx/>
              <a:buNone/>
              <a:defRPr sz="1400">
                <a:latin typeface="Aptos Light" panose="020B0004020202020204" pitchFamily="34" charset="0"/>
              </a:defRPr>
            </a:lvl2pPr>
            <a:lvl3pPr marL="0" indent="0" algn="r">
              <a:spcBef>
                <a:spcPts val="0"/>
              </a:spcBef>
              <a:buFontTx/>
              <a:buNone/>
              <a:defRPr sz="1400">
                <a:latin typeface="Aptos Light" panose="020B0004020202020204" pitchFamily="34" charset="0"/>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0" name="Text Placeholder 3">
            <a:extLst>
              <a:ext uri="{FF2B5EF4-FFF2-40B4-BE49-F238E27FC236}">
                <a16:creationId xmlns:a16="http://schemas.microsoft.com/office/drawing/2014/main" id="{76D6238E-7EFF-1944-B782-00E6D63FCA78}"/>
              </a:ext>
            </a:extLst>
          </p:cNvPr>
          <p:cNvSpPr>
            <a:spLocks noGrp="1"/>
          </p:cNvSpPr>
          <p:nvPr>
            <p:ph type="body" sz="quarter" idx="15" hasCustomPrompt="1"/>
          </p:nvPr>
        </p:nvSpPr>
        <p:spPr>
          <a:xfrm>
            <a:off x="1310456" y="3501656"/>
            <a:ext cx="2651760" cy="914400"/>
          </a:xfrm>
        </p:spPr>
        <p:txBody>
          <a:bodyPr>
            <a:noAutofit/>
          </a:bodyPr>
          <a:lstStyle>
            <a:lvl1pPr marL="0" indent="0" algn="r">
              <a:spcBef>
                <a:spcPts val="0"/>
              </a:spcBef>
              <a:buFontTx/>
              <a:buNone/>
              <a:defRPr sz="1600" b="1">
                <a:latin typeface="Aptos Light" panose="020B0004020202020204" pitchFamily="34" charset="0"/>
              </a:defRPr>
            </a:lvl1pPr>
            <a:lvl2pPr marL="0" indent="0" algn="r">
              <a:spcBef>
                <a:spcPts val="0"/>
              </a:spcBef>
              <a:buFontTx/>
              <a:buNone/>
              <a:defRPr sz="1400">
                <a:latin typeface="Aptos Light" panose="020B0004020202020204" pitchFamily="34" charset="0"/>
              </a:defRPr>
            </a:lvl2pPr>
            <a:lvl3pPr marL="0" indent="0" algn="r">
              <a:spcBef>
                <a:spcPts val="0"/>
              </a:spcBef>
              <a:buFontTx/>
              <a:buNone/>
              <a:defRPr sz="1400">
                <a:latin typeface="Aptos Light" panose="020B0004020202020204" pitchFamily="34" charset="0"/>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1" name="Text Placeholder 3">
            <a:extLst>
              <a:ext uri="{FF2B5EF4-FFF2-40B4-BE49-F238E27FC236}">
                <a16:creationId xmlns:a16="http://schemas.microsoft.com/office/drawing/2014/main" id="{B0F906E1-AFB2-3342-9AEE-5D9D3825D059}"/>
              </a:ext>
            </a:extLst>
          </p:cNvPr>
          <p:cNvSpPr>
            <a:spLocks noGrp="1"/>
          </p:cNvSpPr>
          <p:nvPr>
            <p:ph type="body" sz="quarter" idx="16" hasCustomPrompt="1"/>
          </p:nvPr>
        </p:nvSpPr>
        <p:spPr>
          <a:xfrm>
            <a:off x="1310456" y="4991632"/>
            <a:ext cx="2651760" cy="914400"/>
          </a:xfrm>
        </p:spPr>
        <p:txBody>
          <a:bodyPr>
            <a:noAutofit/>
          </a:bodyPr>
          <a:lstStyle>
            <a:lvl1pPr marL="0" indent="0" algn="r">
              <a:spcBef>
                <a:spcPts val="0"/>
              </a:spcBef>
              <a:buFontTx/>
              <a:buNone/>
              <a:defRPr sz="1600" b="1">
                <a:latin typeface="Aptos Light" panose="020B0004020202020204" pitchFamily="34" charset="0"/>
              </a:defRPr>
            </a:lvl1pPr>
            <a:lvl2pPr marL="0" indent="0" algn="r">
              <a:spcBef>
                <a:spcPts val="0"/>
              </a:spcBef>
              <a:buFontTx/>
              <a:buNone/>
              <a:defRPr sz="1400">
                <a:latin typeface="Aptos Light" panose="020B0004020202020204" pitchFamily="34" charset="0"/>
              </a:defRPr>
            </a:lvl2pPr>
            <a:lvl3pPr marL="0" indent="0" algn="r">
              <a:spcBef>
                <a:spcPts val="0"/>
              </a:spcBef>
              <a:buFontTx/>
              <a:buNone/>
              <a:defRPr sz="1400">
                <a:latin typeface="Aptos Light" panose="020B0004020202020204" pitchFamily="34" charset="0"/>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2" name="Text Placeholder 3">
            <a:extLst>
              <a:ext uri="{FF2B5EF4-FFF2-40B4-BE49-F238E27FC236}">
                <a16:creationId xmlns:a16="http://schemas.microsoft.com/office/drawing/2014/main" id="{6F22C132-DC15-354D-A2CF-2709D58EC79E}"/>
              </a:ext>
            </a:extLst>
          </p:cNvPr>
          <p:cNvSpPr>
            <a:spLocks noGrp="1"/>
          </p:cNvSpPr>
          <p:nvPr>
            <p:ph type="body" sz="quarter" idx="17" hasCustomPrompt="1"/>
          </p:nvPr>
        </p:nvSpPr>
        <p:spPr>
          <a:xfrm>
            <a:off x="8281591" y="2011680"/>
            <a:ext cx="2651760" cy="914400"/>
          </a:xfrm>
        </p:spPr>
        <p:txBody>
          <a:bodyPr>
            <a:noAutofit/>
          </a:bodyPr>
          <a:lstStyle>
            <a:lvl1pPr marL="0" indent="0" algn="l">
              <a:spcBef>
                <a:spcPts val="0"/>
              </a:spcBef>
              <a:buFontTx/>
              <a:buNone/>
              <a:defRPr sz="1600" b="1">
                <a:latin typeface="Aptos Light" panose="020B0004020202020204" pitchFamily="34" charset="0"/>
              </a:defRPr>
            </a:lvl1pPr>
            <a:lvl2pPr marL="0" indent="0" algn="l">
              <a:spcBef>
                <a:spcPts val="0"/>
              </a:spcBef>
              <a:buFontTx/>
              <a:buNone/>
              <a:defRPr sz="1400">
                <a:latin typeface="Aptos Light" panose="020B0004020202020204" pitchFamily="34" charset="0"/>
              </a:defRPr>
            </a:lvl2pPr>
            <a:lvl3pPr marL="0" indent="0" algn="l">
              <a:spcBef>
                <a:spcPts val="0"/>
              </a:spcBef>
              <a:buFontTx/>
              <a:buNone/>
              <a:defRPr sz="1400">
                <a:latin typeface="Aptos Light" panose="020B0004020202020204" pitchFamily="34" charset="0"/>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3" name="Text Placeholder 3">
            <a:extLst>
              <a:ext uri="{FF2B5EF4-FFF2-40B4-BE49-F238E27FC236}">
                <a16:creationId xmlns:a16="http://schemas.microsoft.com/office/drawing/2014/main" id="{3DDB394F-E1C7-9246-982F-9B98213F2451}"/>
              </a:ext>
            </a:extLst>
          </p:cNvPr>
          <p:cNvSpPr>
            <a:spLocks noGrp="1"/>
          </p:cNvSpPr>
          <p:nvPr>
            <p:ph type="body" sz="quarter" idx="18" hasCustomPrompt="1"/>
          </p:nvPr>
        </p:nvSpPr>
        <p:spPr>
          <a:xfrm>
            <a:off x="8265532" y="3501656"/>
            <a:ext cx="2651760" cy="914400"/>
          </a:xfrm>
        </p:spPr>
        <p:txBody>
          <a:bodyPr>
            <a:noAutofit/>
          </a:bodyPr>
          <a:lstStyle>
            <a:lvl1pPr marL="0" indent="0" algn="l">
              <a:spcBef>
                <a:spcPts val="0"/>
              </a:spcBef>
              <a:buFontTx/>
              <a:buNone/>
              <a:defRPr sz="1600" b="1">
                <a:latin typeface="Aptos Light" panose="020B0004020202020204" pitchFamily="34" charset="0"/>
              </a:defRPr>
            </a:lvl1pPr>
            <a:lvl2pPr marL="0" indent="0" algn="l">
              <a:spcBef>
                <a:spcPts val="0"/>
              </a:spcBef>
              <a:buFontTx/>
              <a:buNone/>
              <a:defRPr sz="1400">
                <a:latin typeface="Aptos Light" panose="020B0004020202020204" pitchFamily="34" charset="0"/>
              </a:defRPr>
            </a:lvl2pPr>
            <a:lvl3pPr marL="0" indent="0" algn="l">
              <a:spcBef>
                <a:spcPts val="0"/>
              </a:spcBef>
              <a:buFontTx/>
              <a:buNone/>
              <a:defRPr sz="1400">
                <a:latin typeface="Aptos Light" panose="020B0004020202020204" pitchFamily="34" charset="0"/>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4" name="Text Placeholder 3">
            <a:extLst>
              <a:ext uri="{FF2B5EF4-FFF2-40B4-BE49-F238E27FC236}">
                <a16:creationId xmlns:a16="http://schemas.microsoft.com/office/drawing/2014/main" id="{C234B5C4-1230-8C4E-AD1C-1CBA6628DF9E}"/>
              </a:ext>
            </a:extLst>
          </p:cNvPr>
          <p:cNvSpPr>
            <a:spLocks noGrp="1"/>
          </p:cNvSpPr>
          <p:nvPr>
            <p:ph type="body" sz="quarter" idx="19" hasCustomPrompt="1"/>
          </p:nvPr>
        </p:nvSpPr>
        <p:spPr>
          <a:xfrm>
            <a:off x="8265532" y="4991632"/>
            <a:ext cx="2651760" cy="914400"/>
          </a:xfrm>
        </p:spPr>
        <p:txBody>
          <a:bodyPr>
            <a:noAutofit/>
          </a:bodyPr>
          <a:lstStyle>
            <a:lvl1pPr marL="0" indent="0" algn="l">
              <a:spcBef>
                <a:spcPts val="0"/>
              </a:spcBef>
              <a:buFontTx/>
              <a:buNone/>
              <a:defRPr sz="1600" b="1">
                <a:latin typeface="Aptos Light" panose="020B0004020202020204" pitchFamily="34" charset="0"/>
              </a:defRPr>
            </a:lvl1pPr>
            <a:lvl2pPr marL="0" indent="0" algn="l">
              <a:spcBef>
                <a:spcPts val="0"/>
              </a:spcBef>
              <a:buFontTx/>
              <a:buNone/>
              <a:defRPr sz="1400">
                <a:latin typeface="Aptos Light" panose="020B0004020202020204" pitchFamily="34" charset="0"/>
              </a:defRPr>
            </a:lvl2pPr>
            <a:lvl3pPr marL="0" indent="0" algn="l">
              <a:spcBef>
                <a:spcPts val="0"/>
              </a:spcBef>
              <a:buFontTx/>
              <a:buNone/>
              <a:defRPr sz="1400">
                <a:latin typeface="Aptos Light" panose="020B0004020202020204" pitchFamily="34" charset="0"/>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5" name="Text Placeholder 3">
            <a:extLst>
              <a:ext uri="{FF2B5EF4-FFF2-40B4-BE49-F238E27FC236}">
                <a16:creationId xmlns:a16="http://schemas.microsoft.com/office/drawing/2014/main" id="{E5E72B16-C9CB-364D-87B5-41808627C99A}"/>
              </a:ext>
            </a:extLst>
          </p:cNvPr>
          <p:cNvSpPr>
            <a:spLocks noGrp="1"/>
          </p:cNvSpPr>
          <p:nvPr>
            <p:ph type="body" sz="quarter" idx="20" hasCustomPrompt="1"/>
          </p:nvPr>
        </p:nvSpPr>
        <p:spPr>
          <a:xfrm>
            <a:off x="5414262" y="3429716"/>
            <a:ext cx="1370015" cy="914400"/>
          </a:xfrm>
        </p:spPr>
        <p:txBody>
          <a:bodyPr anchor="ctr" anchorCtr="0">
            <a:noAutofit/>
          </a:bodyPr>
          <a:lstStyle>
            <a:lvl1pPr marL="0" indent="0" algn="ctr">
              <a:spcBef>
                <a:spcPts val="0"/>
              </a:spcBef>
              <a:buFontTx/>
              <a:buNone/>
              <a:defRPr sz="1600" b="1">
                <a:solidFill>
                  <a:schemeClr val="bg1"/>
                </a:solidFill>
                <a:latin typeface="Aptos Light" panose="020B0004020202020204" pitchFamily="34" charset="0"/>
              </a:defRPr>
            </a:lvl1pPr>
            <a:lvl2pPr marL="0" indent="0" algn="ctr">
              <a:spcBef>
                <a:spcPts val="0"/>
              </a:spcBef>
              <a:buFontTx/>
              <a:buNone/>
              <a:defRPr sz="1400">
                <a:solidFill>
                  <a:schemeClr val="bg1"/>
                </a:solidFill>
                <a:latin typeface="Aptos Light" panose="020B0004020202020204" pitchFamily="34" charset="0"/>
              </a:defRPr>
            </a:lvl2pPr>
            <a:lvl3pPr marL="0" indent="0" algn="l">
              <a:spcBef>
                <a:spcPts val="0"/>
              </a:spcBef>
              <a:buFontTx/>
              <a:buNone/>
              <a:defRPr sz="1400">
                <a:solidFill>
                  <a:schemeClr val="bg1"/>
                </a:solidFill>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p:txBody>
      </p:sp>
      <p:sp>
        <p:nvSpPr>
          <p:cNvPr id="26" name="Text Placeholder 3">
            <a:extLst>
              <a:ext uri="{FF2B5EF4-FFF2-40B4-BE49-F238E27FC236}">
                <a16:creationId xmlns:a16="http://schemas.microsoft.com/office/drawing/2014/main" id="{987FC7CF-BBAC-484D-8F40-A8B0E9643121}"/>
              </a:ext>
            </a:extLst>
          </p:cNvPr>
          <p:cNvSpPr>
            <a:spLocks noGrp="1"/>
          </p:cNvSpPr>
          <p:nvPr>
            <p:ph type="body" sz="quarter" idx="21" hasCustomPrompt="1"/>
          </p:nvPr>
        </p:nvSpPr>
        <p:spPr>
          <a:xfrm>
            <a:off x="4795292" y="1485320"/>
            <a:ext cx="2601416" cy="526236"/>
          </a:xfrm>
        </p:spPr>
        <p:txBody>
          <a:bodyPr anchor="ctr" anchorCtr="0">
            <a:noAutofit/>
          </a:bodyPr>
          <a:lstStyle>
            <a:lvl1pPr marL="0" indent="0" algn="ctr">
              <a:spcBef>
                <a:spcPts val="0"/>
              </a:spcBef>
              <a:buFontTx/>
              <a:buNone/>
              <a:defRPr sz="1600" b="1">
                <a:solidFill>
                  <a:schemeClr val="tx1"/>
                </a:solidFill>
                <a:latin typeface="Aptos Light" panose="020B0004020202020204" pitchFamily="34" charset="0"/>
              </a:defRPr>
            </a:lvl1pPr>
            <a:lvl2pPr marL="0" indent="0" algn="ctr">
              <a:spcBef>
                <a:spcPts val="0"/>
              </a:spcBef>
              <a:buFontTx/>
              <a:buNone/>
              <a:defRPr sz="1400">
                <a:solidFill>
                  <a:schemeClr val="tx1"/>
                </a:solidFill>
              </a:defRPr>
            </a:lvl2pPr>
            <a:lvl3pPr marL="0" indent="0" algn="l">
              <a:spcBef>
                <a:spcPts val="0"/>
              </a:spcBef>
              <a:buFontTx/>
              <a:buNone/>
              <a:defRPr sz="1400">
                <a:solidFill>
                  <a:schemeClr val="bg1"/>
                </a:solidFill>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p:txBody>
      </p:sp>
    </p:spTree>
    <p:extLst>
      <p:ext uri="{BB962C8B-B14F-4D97-AF65-F5344CB8AC3E}">
        <p14:creationId xmlns:p14="http://schemas.microsoft.com/office/powerpoint/2010/main" val="7917972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userDrawn="1">
          <p15:clr>
            <a:srgbClr val="FBAE40"/>
          </p15:clr>
        </p15:guide>
        <p15:guide id="2" pos="2506" userDrawn="1">
          <p15:clr>
            <a:srgbClr val="FBAE40"/>
          </p15:clr>
        </p15:guide>
        <p15:guide id="3" orient="horz" pos="1152" userDrawn="1">
          <p15:clr>
            <a:srgbClr val="FBAE40"/>
          </p15:clr>
        </p15:guide>
        <p15:guide id="4" orient="horz" pos="3832" userDrawn="1">
          <p15:clr>
            <a:srgbClr val="FBAE40"/>
          </p15:clr>
        </p15:guide>
        <p15:guide id="5" orient="horz" pos="4148" userDrawn="1">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Black and Sand spli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3D903699-153C-AD47-95F6-16E2B30162AA}"/>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a:t>[Slide title]</a:t>
            </a:r>
          </a:p>
        </p:txBody>
      </p:sp>
      <p:sp>
        <p:nvSpPr>
          <p:cNvPr id="32" name="Freeform 31">
            <a:extLst>
              <a:ext uri="{FF2B5EF4-FFF2-40B4-BE49-F238E27FC236}">
                <a16:creationId xmlns:a16="http://schemas.microsoft.com/office/drawing/2014/main" id="{136403A3-D4C5-E84F-8B96-DE5D6AE3517C}"/>
              </a:ext>
            </a:extLst>
          </p:cNvPr>
          <p:cNvSpPr/>
          <p:nvPr/>
        </p:nvSpPr>
        <p:spPr>
          <a:xfrm>
            <a:off x="7308866" y="1434775"/>
            <a:ext cx="4409647" cy="4749057"/>
          </a:xfrm>
          <a:custGeom>
            <a:avLst/>
            <a:gdLst>
              <a:gd name="connsiteX0" fmla="*/ 0 w 4409647"/>
              <a:gd name="connsiteY0" fmla="*/ 0 h 4749057"/>
              <a:gd name="connsiteX1" fmla="*/ 3702744 w 4409647"/>
              <a:gd name="connsiteY1" fmla="*/ 0 h 4749057"/>
              <a:gd name="connsiteX2" fmla="*/ 3703129 w 4409647"/>
              <a:gd name="connsiteY2" fmla="*/ 1391 h 4749057"/>
              <a:gd name="connsiteX3" fmla="*/ 4409647 w 4409647"/>
              <a:gd name="connsiteY3" fmla="*/ 1391 h 4749057"/>
              <a:gd name="connsiteX4" fmla="*/ 4409647 w 4409647"/>
              <a:gd name="connsiteY4" fmla="*/ 4749057 h 4749057"/>
              <a:gd name="connsiteX5" fmla="*/ 3599008 w 4409647"/>
              <a:gd name="connsiteY5" fmla="*/ 4749057 h 4749057"/>
              <a:gd name="connsiteX6" fmla="*/ 3599008 w 4409647"/>
              <a:gd name="connsiteY6" fmla="*/ 4749049 h 4749057"/>
              <a:gd name="connsiteX7" fmla="*/ 0 w 4409647"/>
              <a:gd name="connsiteY7" fmla="*/ 4749049 h 4749057"/>
              <a:gd name="connsiteX8" fmla="*/ 657529 w 4409647"/>
              <a:gd name="connsiteY8" fmla="*/ 2374525 h 4749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409647" h="4749057">
                <a:moveTo>
                  <a:pt x="0" y="0"/>
                </a:moveTo>
                <a:lnTo>
                  <a:pt x="3702744" y="0"/>
                </a:lnTo>
                <a:lnTo>
                  <a:pt x="3703129" y="1391"/>
                </a:lnTo>
                <a:lnTo>
                  <a:pt x="4409647" y="1391"/>
                </a:lnTo>
                <a:lnTo>
                  <a:pt x="4409647" y="4749057"/>
                </a:lnTo>
                <a:lnTo>
                  <a:pt x="3599008" y="4749057"/>
                </a:lnTo>
                <a:lnTo>
                  <a:pt x="3599008" y="4749049"/>
                </a:lnTo>
                <a:lnTo>
                  <a:pt x="0" y="4749049"/>
                </a:lnTo>
                <a:lnTo>
                  <a:pt x="657529" y="2374525"/>
                </a:lnTo>
                <a:close/>
              </a:path>
            </a:pathLst>
          </a:custGeom>
          <a:solidFill>
            <a:schemeClr val="bg2"/>
          </a:solidFill>
          <a:ln>
            <a:noFill/>
          </a:ln>
        </p:spPr>
        <p:style>
          <a:lnRef idx="0">
            <a:schemeClr val="accent1"/>
          </a:lnRef>
          <a:fillRef idx="1">
            <a:schemeClr val="accent1"/>
          </a:fillRef>
          <a:effectRef idx="0">
            <a:srgbClr val="000000"/>
          </a:effectRef>
          <a:fontRef idx="minor">
            <a:schemeClr val="bg1"/>
          </a:fontRef>
        </p:style>
        <p:txBody>
          <a:bodyPr wrap="square" rtlCol="0" anchor="ctr">
            <a:noAutofit/>
          </a:bodyPr>
          <a:lstStyle/>
          <a:p>
            <a:pPr algn="ctr">
              <a:lnSpc>
                <a:spcPct val="100000"/>
              </a:lnSpc>
            </a:pPr>
            <a:endParaRPr lang="en-US" sz="1800">
              <a:latin typeface="Aptos Light" panose="020B0004020202020204" pitchFamily="34" charset="0"/>
            </a:endParaRPr>
          </a:p>
        </p:txBody>
      </p:sp>
      <p:sp>
        <p:nvSpPr>
          <p:cNvPr id="33" name="Pentagon 32">
            <a:extLst>
              <a:ext uri="{FF2B5EF4-FFF2-40B4-BE49-F238E27FC236}">
                <a16:creationId xmlns:a16="http://schemas.microsoft.com/office/drawing/2014/main" id="{754B9373-6DD7-4342-A7CF-94901BAE2421}"/>
              </a:ext>
            </a:extLst>
          </p:cNvPr>
          <p:cNvSpPr/>
          <p:nvPr/>
        </p:nvSpPr>
        <p:spPr>
          <a:xfrm>
            <a:off x="365760" y="1434775"/>
            <a:ext cx="8138024" cy="4749049"/>
          </a:xfrm>
          <a:prstGeom prst="homePlate">
            <a:avLst>
              <a:gd name="adj" fmla="val 14796"/>
            </a:avLst>
          </a:prstGeom>
          <a:solidFill>
            <a:schemeClr val="tx1"/>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latin typeface="Aptos Light" panose="020B0004020202020204" pitchFamily="34" charset="0"/>
            </a:endParaRPr>
          </a:p>
        </p:txBody>
      </p:sp>
      <p:sp>
        <p:nvSpPr>
          <p:cNvPr id="34" name="Content Placeholder 3">
            <a:extLst>
              <a:ext uri="{FF2B5EF4-FFF2-40B4-BE49-F238E27FC236}">
                <a16:creationId xmlns:a16="http://schemas.microsoft.com/office/drawing/2014/main" id="{F1FA6CEB-34D4-A847-BF61-190089B39F92}"/>
              </a:ext>
            </a:extLst>
          </p:cNvPr>
          <p:cNvSpPr>
            <a:spLocks noGrp="1"/>
          </p:cNvSpPr>
          <p:nvPr>
            <p:ph sz="quarter" idx="14"/>
          </p:nvPr>
        </p:nvSpPr>
        <p:spPr>
          <a:xfrm>
            <a:off x="8794412" y="2057400"/>
            <a:ext cx="2633472" cy="3740255"/>
          </a:xfrm>
        </p:spPr>
        <p:txBody>
          <a:bodyPr>
            <a:normAutofit/>
          </a:bodyPr>
          <a:lstStyle>
            <a:lvl1pPr>
              <a:defRPr sz="1600">
                <a:latin typeface="Aptos Light" panose="020B0004020202020204" pitchFamily="34" charset="0"/>
              </a:defRPr>
            </a:lvl1pPr>
            <a:lvl2pPr>
              <a:defRPr sz="1600">
                <a:latin typeface="Aptos Light" panose="020B0004020202020204" pitchFamily="34" charset="0"/>
              </a:defRPr>
            </a:lvl2pPr>
            <a:lvl3pPr>
              <a:defRPr sz="1600">
                <a:latin typeface="Aptos Light" panose="020B0004020202020204" pitchFamily="34" charset="0"/>
              </a:defRPr>
            </a:lvl3pPr>
            <a:lvl4pPr>
              <a:defRPr sz="1600">
                <a:latin typeface="Aptos Light" panose="020B0004020202020204" pitchFamily="34" charset="0"/>
              </a:defRPr>
            </a:lvl4pPr>
            <a:lvl5pPr>
              <a:defRPr sz="1600">
                <a:latin typeface="Aptos Light" panose="020B0004020202020204" pitchFamily="34" charset="0"/>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2">
            <a:extLst>
              <a:ext uri="{FF2B5EF4-FFF2-40B4-BE49-F238E27FC236}">
                <a16:creationId xmlns:a16="http://schemas.microsoft.com/office/drawing/2014/main" id="{CB09CFE8-20C6-F140-A80A-4DC505D8D0F1}"/>
              </a:ext>
            </a:extLst>
          </p:cNvPr>
          <p:cNvSpPr>
            <a:spLocks noGrp="1"/>
          </p:cNvSpPr>
          <p:nvPr>
            <p:ph sz="half" idx="1"/>
          </p:nvPr>
        </p:nvSpPr>
        <p:spPr>
          <a:xfrm>
            <a:off x="849854" y="2002895"/>
            <a:ext cx="5425440" cy="3794760"/>
          </a:xfrm>
        </p:spPr>
        <p:txBody>
          <a:bodyPr/>
          <a:lstStyle>
            <a:lvl1pPr>
              <a:defRPr>
                <a:solidFill>
                  <a:schemeClr val="bg1"/>
                </a:solidFill>
                <a:latin typeface="Aptos Light" panose="020B0004020202020204" pitchFamily="34" charset="0"/>
              </a:defRPr>
            </a:lvl1pPr>
            <a:lvl2pPr>
              <a:defRPr>
                <a:solidFill>
                  <a:schemeClr val="bg1"/>
                </a:solidFill>
                <a:latin typeface="Aptos Light" panose="020B0004020202020204" pitchFamily="34" charset="0"/>
              </a:defRPr>
            </a:lvl2pPr>
            <a:lvl3pPr>
              <a:defRPr>
                <a:solidFill>
                  <a:schemeClr val="bg1"/>
                </a:solidFill>
                <a:latin typeface="Aptos Light" panose="020B0004020202020204" pitchFamily="34" charset="0"/>
              </a:defRPr>
            </a:lvl3pPr>
            <a:lvl4pPr>
              <a:defRPr>
                <a:solidFill>
                  <a:schemeClr val="bg1"/>
                </a:solidFill>
                <a:latin typeface="Aptos Light" panose="020B0004020202020204" pitchFamily="34" charset="0"/>
              </a:defRPr>
            </a:lvl4pPr>
            <a:lvl5pPr>
              <a:defRPr>
                <a:solidFill>
                  <a:schemeClr val="bg1"/>
                </a:solidFill>
                <a:latin typeface="Aptos Light" panose="020B00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788523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userDrawn="1">
          <p15:clr>
            <a:srgbClr val="FBAE40"/>
          </p15:clr>
        </p15:guide>
        <p15:guide id="2" pos="2506" userDrawn="1">
          <p15:clr>
            <a:srgbClr val="FBAE40"/>
          </p15:clr>
        </p15:guide>
        <p15:guide id="3" orient="horz" pos="1152" userDrawn="1">
          <p15:clr>
            <a:srgbClr val="FBAE40"/>
          </p15:clr>
        </p15:guide>
        <p15:guide id="4" orient="horz" pos="3832" userDrawn="1">
          <p15:clr>
            <a:srgbClr val="FBAE40"/>
          </p15:clr>
        </p15:guide>
        <p15:guide id="5" orient="horz" pos="4148" userDrawn="1">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Statement and Photo">
    <p:spTree>
      <p:nvGrpSpPr>
        <p:cNvPr id="1" name=""/>
        <p:cNvGrpSpPr/>
        <p:nvPr/>
      </p:nvGrpSpPr>
      <p:grpSpPr>
        <a:xfrm>
          <a:off x="0" y="0"/>
          <a:ext cx="0" cy="0"/>
          <a:chOff x="0" y="0"/>
          <a:chExt cx="0" cy="0"/>
        </a:xfrm>
      </p:grpSpPr>
      <p:sp>
        <p:nvSpPr>
          <p:cNvPr id="3" name="Content Placeholder 1">
            <a:extLst>
              <a:ext uri="{FF2B5EF4-FFF2-40B4-BE49-F238E27FC236}">
                <a16:creationId xmlns:a16="http://schemas.microsoft.com/office/drawing/2014/main" id="{A8D83941-3469-4946-BCE6-FA84F7323A00}"/>
              </a:ext>
            </a:extLst>
          </p:cNvPr>
          <p:cNvSpPr>
            <a:spLocks noGrp="1"/>
          </p:cNvSpPr>
          <p:nvPr>
            <p:ph sz="half" idx="1" hasCustomPrompt="1"/>
          </p:nvPr>
        </p:nvSpPr>
        <p:spPr>
          <a:xfrm>
            <a:off x="365760" y="365760"/>
            <a:ext cx="4114800" cy="2560320"/>
          </a:xfrm>
          <a:solidFill>
            <a:srgbClr val="006E74"/>
          </a:solidFill>
        </p:spPr>
        <p:txBody>
          <a:bodyPr lIns="182880" tIns="182880" rIns="182880" bIns="182880">
            <a:noAutofit/>
          </a:bodyPr>
          <a:lstStyle>
            <a:lvl1pPr marL="0" indent="0">
              <a:lnSpc>
                <a:spcPct val="90000"/>
              </a:lnSpc>
              <a:spcBef>
                <a:spcPts val="0"/>
              </a:spcBef>
              <a:buNone/>
              <a:defRPr sz="3200">
                <a:solidFill>
                  <a:schemeClr val="bg1"/>
                </a:solidFill>
                <a:latin typeface="Aptos Light" panose="020B0004020202020204" pitchFamily="34" charset="0"/>
              </a:defRPr>
            </a:lvl1pPr>
            <a:lvl2pPr marL="182880" indent="-182880">
              <a:spcBef>
                <a:spcPts val="1200"/>
              </a:spcBef>
              <a:buFont typeface="Arial" panose="020B0604020202020204" pitchFamily="34" charset="0"/>
              <a:buChar char="•"/>
              <a:defRPr>
                <a:solidFill>
                  <a:schemeClr val="bg1"/>
                </a:solidFill>
                <a:latin typeface="Aptos Light" panose="020B0004020202020204" pitchFamily="34" charset="0"/>
              </a:defRPr>
            </a:lvl2pPr>
            <a:lvl3pPr marL="365760">
              <a:defRPr>
                <a:solidFill>
                  <a:schemeClr val="bg1"/>
                </a:solidFill>
                <a:latin typeface="Aptos Light" panose="020B0004020202020204" pitchFamily="34" charset="0"/>
              </a:defRPr>
            </a:lvl3pPr>
            <a:lvl4pPr marL="548640">
              <a:defRPr>
                <a:solidFill>
                  <a:schemeClr val="bg1"/>
                </a:solidFill>
                <a:latin typeface="Aptos Light" panose="020B0004020202020204" pitchFamily="34" charset="0"/>
              </a:defRPr>
            </a:lvl4pPr>
            <a:lvl5pPr marL="731520">
              <a:defRPr>
                <a:solidFill>
                  <a:schemeClr val="bg1"/>
                </a:solidFill>
                <a:latin typeface="Aptos Light" panose="020B0004020202020204" pitchFamily="34" charset="0"/>
              </a:defRPr>
            </a:lvl5pPr>
            <a:lvl6pPr marL="914400">
              <a:defRPr>
                <a:solidFill>
                  <a:schemeClr val="bg1"/>
                </a:solidFill>
              </a:defRPr>
            </a:lvl6pPr>
            <a:lvl7pPr marL="1097280">
              <a:defRPr>
                <a:solidFill>
                  <a:schemeClr val="bg1"/>
                </a:solidFill>
              </a:defRPr>
            </a:lvl7pPr>
            <a:lvl8pPr marL="1280160">
              <a:defRPr>
                <a:solidFill>
                  <a:schemeClr val="bg1"/>
                </a:solidFill>
              </a:defRPr>
            </a:lvl8pPr>
            <a:lvl9pPr marL="1463040">
              <a:defRPr>
                <a:solidFill>
                  <a:schemeClr val="bg1"/>
                </a:solidFill>
              </a:defRPr>
            </a:lvl9pPr>
          </a:lstStyle>
          <a:p>
            <a:pPr lvl="0"/>
            <a:r>
              <a:rPr lang="en-US"/>
              <a:t>[Statement]</a:t>
            </a:r>
          </a:p>
          <a:p>
            <a:pPr lvl="1"/>
            <a:r>
              <a:rPr lang="en-US"/>
              <a:t>Second level</a:t>
            </a:r>
          </a:p>
          <a:p>
            <a:pPr lvl="2"/>
            <a:r>
              <a:rPr lang="en-US"/>
              <a:t>Third level</a:t>
            </a:r>
          </a:p>
          <a:p>
            <a:pPr lvl="3"/>
            <a:r>
              <a:rPr lang="en-US"/>
              <a:t>Fourth level</a:t>
            </a:r>
          </a:p>
          <a:p>
            <a:pPr lvl="4"/>
            <a:r>
              <a:rPr lang="en-US"/>
              <a:t>Fifth level</a:t>
            </a:r>
          </a:p>
        </p:txBody>
      </p:sp>
      <p:sp>
        <p:nvSpPr>
          <p:cNvPr id="5" name="Picture Placeholder 2">
            <a:extLst>
              <a:ext uri="{FF2B5EF4-FFF2-40B4-BE49-F238E27FC236}">
                <a16:creationId xmlns:a16="http://schemas.microsoft.com/office/drawing/2014/main" id="{918B9EB3-9DF0-FF4B-93BA-55630E773DD9}"/>
              </a:ext>
            </a:extLst>
          </p:cNvPr>
          <p:cNvSpPr>
            <a:spLocks noGrp="1"/>
          </p:cNvSpPr>
          <p:nvPr>
            <p:ph type="pic" sz="quarter" idx="13" hasCustomPrompt="1"/>
          </p:nvPr>
        </p:nvSpPr>
        <p:spPr>
          <a:xfrm>
            <a:off x="6245352" y="365760"/>
            <a:ext cx="5577840" cy="5717540"/>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a:t>[Click icon to insert photo]</a:t>
            </a:r>
          </a:p>
        </p:txBody>
      </p:sp>
    </p:spTree>
    <p:extLst>
      <p:ext uri="{BB962C8B-B14F-4D97-AF65-F5344CB8AC3E}">
        <p14:creationId xmlns:p14="http://schemas.microsoft.com/office/powerpoint/2010/main" val="42778347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744" userDrawn="1">
          <p15:clr>
            <a:srgbClr val="FBAE40"/>
          </p15:clr>
        </p15:guide>
        <p15:guide id="2" pos="3934" userDrawn="1">
          <p15:clr>
            <a:srgbClr val="FBAE40"/>
          </p15:clr>
        </p15:guide>
        <p15:guide id="3" orient="horz" pos="3832" userDrawn="1">
          <p15:clr>
            <a:srgbClr val="FBAE40"/>
          </p15:clr>
        </p15:guide>
        <p15:guide id="4" orient="horz" pos="1152" userDrawn="1">
          <p15:clr>
            <a:srgbClr val="FBAE40"/>
          </p15:clr>
        </p15:guide>
        <p15:guide id="5" orient="horz" pos="4148" userDrawn="1">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Photo and Statemen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a:t>[Slide title]</a:t>
            </a:r>
          </a:p>
        </p:txBody>
      </p:sp>
      <p:sp>
        <p:nvSpPr>
          <p:cNvPr id="10" name="Picture Placeholder 2">
            <a:extLst>
              <a:ext uri="{FF2B5EF4-FFF2-40B4-BE49-F238E27FC236}">
                <a16:creationId xmlns:a16="http://schemas.microsoft.com/office/drawing/2014/main" id="{BC9FA658-DB0D-3B49-8AC4-95F223F6A727}"/>
              </a:ext>
            </a:extLst>
          </p:cNvPr>
          <p:cNvSpPr>
            <a:spLocks noGrp="1"/>
          </p:cNvSpPr>
          <p:nvPr>
            <p:ph type="pic" sz="quarter" idx="16" hasCustomPrompt="1"/>
          </p:nvPr>
        </p:nvSpPr>
        <p:spPr>
          <a:xfrm>
            <a:off x="758824" y="1828800"/>
            <a:ext cx="5184775" cy="3200400"/>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a:t>[Click icon to insert photo]</a:t>
            </a:r>
          </a:p>
        </p:txBody>
      </p:sp>
      <p:sp>
        <p:nvSpPr>
          <p:cNvPr id="15" name="Content Placeholder 3">
            <a:extLst>
              <a:ext uri="{FF2B5EF4-FFF2-40B4-BE49-F238E27FC236}">
                <a16:creationId xmlns:a16="http://schemas.microsoft.com/office/drawing/2014/main" id="{04198CF4-E51B-2147-88D7-1228A1479BFA}"/>
              </a:ext>
            </a:extLst>
          </p:cNvPr>
          <p:cNvSpPr>
            <a:spLocks noGrp="1"/>
          </p:cNvSpPr>
          <p:nvPr>
            <p:ph sz="quarter" idx="14" hasCustomPrompt="1"/>
          </p:nvPr>
        </p:nvSpPr>
        <p:spPr>
          <a:xfrm>
            <a:off x="6245352" y="1828800"/>
            <a:ext cx="5577840" cy="3200400"/>
          </a:xfrm>
        </p:spPr>
        <p:txBody>
          <a:bodyPr anchor="b" anchorCtr="0">
            <a:normAutofit/>
          </a:bodyPr>
          <a:lstStyle>
            <a:lvl1pPr marL="0" indent="0">
              <a:lnSpc>
                <a:spcPct val="90000"/>
              </a:lnSpc>
              <a:spcBef>
                <a:spcPts val="0"/>
              </a:spcBef>
              <a:buNone/>
              <a:defRPr sz="3600">
                <a:solidFill>
                  <a:schemeClr val="tx1"/>
                </a:solidFill>
                <a:latin typeface="Aptos Light" panose="020B0004020202020204" pitchFamily="34" charset="0"/>
              </a:defRPr>
            </a:lvl1pPr>
            <a:lvl2pPr marL="182880" indent="-182880">
              <a:spcBef>
                <a:spcPts val="1200"/>
              </a:spcBef>
              <a:buFont typeface="Arial" panose="020B0604020202020204" pitchFamily="34" charset="0"/>
              <a:buChar char="•"/>
              <a:defRPr sz="1800"/>
            </a:lvl2pPr>
            <a:lvl3pPr marL="365760">
              <a:defRPr sz="1800"/>
            </a:lvl3pPr>
            <a:lvl4pPr marL="548640">
              <a:defRPr sz="1800"/>
            </a:lvl4pPr>
            <a:lvl5pPr marL="731520">
              <a:defRPr sz="1800"/>
            </a:lvl5pPr>
            <a:lvl6pPr marL="914400">
              <a:defRPr sz="1800"/>
            </a:lvl6pPr>
            <a:lvl7pPr marL="1097280">
              <a:defRPr sz="1800"/>
            </a:lvl7pPr>
            <a:lvl8pPr marL="1280160">
              <a:defRPr sz="1800"/>
            </a:lvl8pPr>
            <a:lvl9pPr marL="1463040">
              <a:defRPr sz="1800"/>
            </a:lvl9pPr>
          </a:lstStyle>
          <a:p>
            <a:pPr lvl="0"/>
            <a:r>
              <a:rPr lang="en-US"/>
              <a:t>[Statement]</a:t>
            </a:r>
          </a:p>
        </p:txBody>
      </p:sp>
    </p:spTree>
    <p:extLst>
      <p:ext uri="{BB962C8B-B14F-4D97-AF65-F5344CB8AC3E}">
        <p14:creationId xmlns:p14="http://schemas.microsoft.com/office/powerpoint/2010/main" val="19466382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pos="3936" userDrawn="1">
          <p15:clr>
            <a:srgbClr val="FBAE40"/>
          </p15:clr>
        </p15:guide>
        <p15:guide id="4" pos="3744" userDrawn="1">
          <p15:clr>
            <a:srgbClr val="FBAE40"/>
          </p15:clr>
        </p15:guide>
        <p15:guide id="7" orient="horz" pos="1152" userDrawn="1">
          <p15:clr>
            <a:srgbClr val="FBAE40"/>
          </p15:clr>
        </p15:guide>
        <p15:guide id="8" orient="horz" pos="3832" userDrawn="1">
          <p15:clr>
            <a:srgbClr val="FBAE40"/>
          </p15:clr>
        </p15:guide>
        <p15:guide id="9" orient="horz" pos="4148" userDrawn="1">
          <p15:clr>
            <a:srgbClr val="FBAE40"/>
          </p15:clr>
        </p15:guide>
        <p15:guide id="10" orient="horz" pos="3168" userDrawn="1">
          <p15:clr>
            <a:srgbClr val="FBAE40"/>
          </p15:clr>
        </p15:guide>
        <p15:guide id="11" pos="476" userDrawn="1">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Layout for Next step: Six content">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71CA1839-2459-D9A5-EBCE-0D164326CCA0}"/>
              </a:ext>
            </a:extLst>
          </p:cNvPr>
          <p:cNvCxnSpPr>
            <a:cxnSpLocks/>
            <a:stCxn id="14" idx="2"/>
            <a:endCxn id="20" idx="0"/>
          </p:cNvCxnSpPr>
          <p:nvPr/>
        </p:nvCxnSpPr>
        <p:spPr>
          <a:xfrm>
            <a:off x="5960745" y="782139"/>
            <a:ext cx="0" cy="3583418"/>
          </a:xfrm>
          <a:prstGeom prst="line">
            <a:avLst/>
          </a:prstGeom>
          <a:ln w="12700" cap="sq">
            <a:solidFill>
              <a:schemeClr val="tx1"/>
            </a:solidFill>
          </a:ln>
        </p:spPr>
        <p:style>
          <a:lnRef idx="1">
            <a:schemeClr val="accent1"/>
          </a:lnRef>
          <a:fillRef idx="0">
            <a:schemeClr val="accent1"/>
          </a:fillRef>
          <a:effectRef idx="0">
            <a:srgbClr val="000000"/>
          </a:effectRef>
          <a:fontRef idx="minor">
            <a:schemeClr val="bg1"/>
          </a:fontRef>
        </p:style>
      </p:cxnSp>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a:xfrm>
            <a:off x="365760" y="365760"/>
            <a:ext cx="4819015" cy="914400"/>
          </a:xfrm>
        </p:spPr>
        <p:txBody>
          <a:bodyPr/>
          <a:lstStyle/>
          <a:p>
            <a:r>
              <a:rPr lang="en-US"/>
              <a:t>[Slide title]</a:t>
            </a:r>
          </a:p>
        </p:txBody>
      </p:sp>
      <p:sp>
        <p:nvSpPr>
          <p:cNvPr id="10" name="Picture Placeholder 2">
            <a:extLst>
              <a:ext uri="{FF2B5EF4-FFF2-40B4-BE49-F238E27FC236}">
                <a16:creationId xmlns:a16="http://schemas.microsoft.com/office/drawing/2014/main" id="{BC9FA658-DB0D-3B49-8AC4-95F223F6A727}"/>
              </a:ext>
            </a:extLst>
          </p:cNvPr>
          <p:cNvSpPr>
            <a:spLocks noGrp="1"/>
          </p:cNvSpPr>
          <p:nvPr>
            <p:ph type="pic" sz="quarter" idx="16" hasCustomPrompt="1"/>
          </p:nvPr>
        </p:nvSpPr>
        <p:spPr>
          <a:xfrm>
            <a:off x="0" y="1828800"/>
            <a:ext cx="5184775" cy="3200400"/>
          </a:xfrm>
          <a:solidFill>
            <a:srgbClr val="D7E0E3"/>
          </a:solidFill>
        </p:spPr>
        <p:txBody>
          <a:bodyPr anchor="ctr" anchorCtr="0">
            <a:normAutofit/>
          </a:bodyPr>
          <a:lstStyle>
            <a:lvl1pPr marL="0" indent="0" algn="ctr">
              <a:buNone/>
              <a:defRPr sz="1200"/>
            </a:lvl1pPr>
          </a:lstStyle>
          <a:p>
            <a:r>
              <a:rPr lang="en-US"/>
              <a:t>[Click icon to insert photo]</a:t>
            </a:r>
          </a:p>
        </p:txBody>
      </p:sp>
      <p:sp>
        <p:nvSpPr>
          <p:cNvPr id="2" name="Text Placeholder 17">
            <a:extLst>
              <a:ext uri="{FF2B5EF4-FFF2-40B4-BE49-F238E27FC236}">
                <a16:creationId xmlns:a16="http://schemas.microsoft.com/office/drawing/2014/main" id="{475F19E3-F39C-5F0E-0007-39B3862E405C}"/>
              </a:ext>
            </a:extLst>
          </p:cNvPr>
          <p:cNvSpPr>
            <a:spLocks noGrp="1"/>
          </p:cNvSpPr>
          <p:nvPr>
            <p:ph type="body" sz="quarter" idx="41" hasCustomPrompt="1"/>
          </p:nvPr>
        </p:nvSpPr>
        <p:spPr>
          <a:xfrm>
            <a:off x="5673089" y="1166028"/>
            <a:ext cx="575311" cy="415993"/>
          </a:xfrm>
          <a:solidFill>
            <a:schemeClr val="bg1"/>
          </a:solidFill>
        </p:spPr>
        <p:txBody>
          <a:bodyPr>
            <a:noAutofit/>
          </a:bodyPr>
          <a:lstStyle>
            <a:lvl1pPr marL="0" indent="0">
              <a:buFontTx/>
              <a:buNone/>
              <a:defRPr sz="3200"/>
            </a:lvl1pPr>
            <a:lvl2pPr marL="182880" indent="0">
              <a:buFontTx/>
              <a:buNone/>
              <a:defRPr sz="3200"/>
            </a:lvl2pPr>
            <a:lvl3pPr marL="365760" indent="0">
              <a:buFontTx/>
              <a:buNone/>
              <a:defRPr sz="3200"/>
            </a:lvl3pPr>
            <a:lvl4pPr marL="548640" indent="0">
              <a:buFontTx/>
              <a:buNone/>
              <a:defRPr sz="3200"/>
            </a:lvl4pPr>
            <a:lvl5pPr marL="731520" indent="0">
              <a:buFontTx/>
              <a:buNone/>
              <a:defRPr sz="3200"/>
            </a:lvl5pPr>
          </a:lstStyle>
          <a:p>
            <a:pPr lvl="0"/>
            <a:r>
              <a:rPr lang="en-US"/>
              <a:t>02</a:t>
            </a:r>
          </a:p>
        </p:txBody>
      </p:sp>
      <p:sp>
        <p:nvSpPr>
          <p:cNvPr id="3" name="Content Placeholder 3">
            <a:extLst>
              <a:ext uri="{FF2B5EF4-FFF2-40B4-BE49-F238E27FC236}">
                <a16:creationId xmlns:a16="http://schemas.microsoft.com/office/drawing/2014/main" id="{54D1037B-0C6F-45E8-C46C-92D44BBB6B5B}"/>
              </a:ext>
            </a:extLst>
          </p:cNvPr>
          <p:cNvSpPr>
            <a:spLocks noGrp="1"/>
          </p:cNvSpPr>
          <p:nvPr>
            <p:ph sz="half" idx="2" hasCustomPrompt="1"/>
          </p:nvPr>
        </p:nvSpPr>
        <p:spPr>
          <a:xfrm>
            <a:off x="6429375" y="1165719"/>
            <a:ext cx="5393499" cy="663643"/>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mj-lt"/>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This is an example of a metric description with a length of four lines of text.</a:t>
            </a:r>
          </a:p>
        </p:txBody>
      </p:sp>
      <p:sp>
        <p:nvSpPr>
          <p:cNvPr id="4" name="Content Placeholder 2">
            <a:extLst>
              <a:ext uri="{FF2B5EF4-FFF2-40B4-BE49-F238E27FC236}">
                <a16:creationId xmlns:a16="http://schemas.microsoft.com/office/drawing/2014/main" id="{E40AC114-FB7A-C7E2-DBF4-46903FC7F812}"/>
              </a:ext>
            </a:extLst>
          </p:cNvPr>
          <p:cNvSpPr>
            <a:spLocks noGrp="1"/>
          </p:cNvSpPr>
          <p:nvPr>
            <p:ph sz="half" idx="23" hasCustomPrompt="1"/>
          </p:nvPr>
        </p:nvSpPr>
        <p:spPr>
          <a:xfrm>
            <a:off x="365760" y="5314598"/>
            <a:ext cx="11457114" cy="526483"/>
          </a:xfrm>
        </p:spPr>
        <p:txBody>
          <a:bodyPr>
            <a:noAutofit/>
          </a:bodyPr>
          <a:lstStyle>
            <a:lvl1pPr marL="0" indent="0">
              <a:buFontTx/>
              <a:buNone/>
              <a:defRPr sz="14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Enter a sub-text here</a:t>
            </a:r>
          </a:p>
        </p:txBody>
      </p:sp>
      <p:sp>
        <p:nvSpPr>
          <p:cNvPr id="6" name="Content Placeholder 3">
            <a:extLst>
              <a:ext uri="{FF2B5EF4-FFF2-40B4-BE49-F238E27FC236}">
                <a16:creationId xmlns:a16="http://schemas.microsoft.com/office/drawing/2014/main" id="{2817E022-CF3B-55C4-CAF9-4A0BBB1AACF5}"/>
              </a:ext>
            </a:extLst>
          </p:cNvPr>
          <p:cNvSpPr>
            <a:spLocks noGrp="1"/>
          </p:cNvSpPr>
          <p:nvPr>
            <p:ph sz="half" idx="35" hasCustomPrompt="1"/>
          </p:nvPr>
        </p:nvSpPr>
        <p:spPr>
          <a:xfrm>
            <a:off x="6429375" y="1965678"/>
            <a:ext cx="5393499" cy="663643"/>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mj-lt"/>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This is an example of a metric description with a length of four lines of text.</a:t>
            </a:r>
          </a:p>
        </p:txBody>
      </p:sp>
      <p:sp>
        <p:nvSpPr>
          <p:cNvPr id="9" name="Content Placeholder 3">
            <a:extLst>
              <a:ext uri="{FF2B5EF4-FFF2-40B4-BE49-F238E27FC236}">
                <a16:creationId xmlns:a16="http://schemas.microsoft.com/office/drawing/2014/main" id="{D0845AFD-7AF0-6C7D-D843-F7A2BDC5D073}"/>
              </a:ext>
            </a:extLst>
          </p:cNvPr>
          <p:cNvSpPr>
            <a:spLocks noGrp="1"/>
          </p:cNvSpPr>
          <p:nvPr>
            <p:ph sz="half" idx="38" hasCustomPrompt="1"/>
          </p:nvPr>
        </p:nvSpPr>
        <p:spPr>
          <a:xfrm>
            <a:off x="6429375" y="2765637"/>
            <a:ext cx="5393499" cy="663643"/>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mj-lt"/>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This is an example of a metric description with a length of four lines of text.</a:t>
            </a:r>
          </a:p>
        </p:txBody>
      </p:sp>
      <p:sp>
        <p:nvSpPr>
          <p:cNvPr id="12" name="Text Placeholder 17">
            <a:extLst>
              <a:ext uri="{FF2B5EF4-FFF2-40B4-BE49-F238E27FC236}">
                <a16:creationId xmlns:a16="http://schemas.microsoft.com/office/drawing/2014/main" id="{EFFD5499-80A0-B223-EA66-0163C9D06B3E}"/>
              </a:ext>
            </a:extLst>
          </p:cNvPr>
          <p:cNvSpPr>
            <a:spLocks noGrp="1"/>
          </p:cNvSpPr>
          <p:nvPr>
            <p:ph type="body" sz="quarter" idx="42" hasCustomPrompt="1"/>
          </p:nvPr>
        </p:nvSpPr>
        <p:spPr>
          <a:xfrm>
            <a:off x="5673089" y="1965910"/>
            <a:ext cx="575311" cy="415993"/>
          </a:xfrm>
          <a:solidFill>
            <a:schemeClr val="bg1"/>
          </a:solidFill>
        </p:spPr>
        <p:txBody>
          <a:bodyPr>
            <a:noAutofit/>
          </a:bodyPr>
          <a:lstStyle>
            <a:lvl1pPr marL="0" indent="0">
              <a:buFontTx/>
              <a:buNone/>
              <a:defRPr sz="3200"/>
            </a:lvl1pPr>
            <a:lvl2pPr marL="182880" indent="0">
              <a:buFontTx/>
              <a:buNone/>
              <a:defRPr sz="3200"/>
            </a:lvl2pPr>
            <a:lvl3pPr marL="365760" indent="0">
              <a:buFontTx/>
              <a:buNone/>
              <a:defRPr sz="3200"/>
            </a:lvl3pPr>
            <a:lvl4pPr marL="548640" indent="0">
              <a:buFontTx/>
              <a:buNone/>
              <a:defRPr sz="3200"/>
            </a:lvl4pPr>
            <a:lvl5pPr marL="731520" indent="0">
              <a:buFontTx/>
              <a:buNone/>
              <a:defRPr sz="3200"/>
            </a:lvl5pPr>
          </a:lstStyle>
          <a:p>
            <a:pPr lvl="0"/>
            <a:r>
              <a:rPr lang="en-US"/>
              <a:t>03</a:t>
            </a:r>
          </a:p>
        </p:txBody>
      </p:sp>
      <p:sp>
        <p:nvSpPr>
          <p:cNvPr id="13" name="Text Placeholder 17">
            <a:extLst>
              <a:ext uri="{FF2B5EF4-FFF2-40B4-BE49-F238E27FC236}">
                <a16:creationId xmlns:a16="http://schemas.microsoft.com/office/drawing/2014/main" id="{39E8A2D6-B388-0B5D-BCD1-EE5D12DF60DB}"/>
              </a:ext>
            </a:extLst>
          </p:cNvPr>
          <p:cNvSpPr>
            <a:spLocks noGrp="1"/>
          </p:cNvSpPr>
          <p:nvPr>
            <p:ph type="body" sz="quarter" idx="43" hasCustomPrompt="1"/>
          </p:nvPr>
        </p:nvSpPr>
        <p:spPr>
          <a:xfrm>
            <a:off x="5673089" y="2765792"/>
            <a:ext cx="575311" cy="415993"/>
          </a:xfrm>
          <a:solidFill>
            <a:schemeClr val="bg1"/>
          </a:solidFill>
        </p:spPr>
        <p:txBody>
          <a:bodyPr>
            <a:noAutofit/>
          </a:bodyPr>
          <a:lstStyle>
            <a:lvl1pPr marL="0" indent="0">
              <a:buFontTx/>
              <a:buNone/>
              <a:defRPr sz="3200"/>
            </a:lvl1pPr>
            <a:lvl2pPr marL="182880" indent="0">
              <a:buFontTx/>
              <a:buNone/>
              <a:defRPr sz="3200"/>
            </a:lvl2pPr>
            <a:lvl3pPr marL="365760" indent="0">
              <a:buFontTx/>
              <a:buNone/>
              <a:defRPr sz="3200"/>
            </a:lvl3pPr>
            <a:lvl4pPr marL="548640" indent="0">
              <a:buFontTx/>
              <a:buNone/>
              <a:defRPr sz="3200"/>
            </a:lvl4pPr>
            <a:lvl5pPr marL="731520" indent="0">
              <a:buFontTx/>
              <a:buNone/>
              <a:defRPr sz="3200"/>
            </a:lvl5pPr>
          </a:lstStyle>
          <a:p>
            <a:pPr lvl="0"/>
            <a:r>
              <a:rPr lang="en-US"/>
              <a:t>04</a:t>
            </a:r>
          </a:p>
        </p:txBody>
      </p:sp>
      <p:sp>
        <p:nvSpPr>
          <p:cNvPr id="14" name="Text Placeholder 17">
            <a:extLst>
              <a:ext uri="{FF2B5EF4-FFF2-40B4-BE49-F238E27FC236}">
                <a16:creationId xmlns:a16="http://schemas.microsoft.com/office/drawing/2014/main" id="{9F222DDC-206B-913F-EED4-AFF4CBABBFFE}"/>
              </a:ext>
            </a:extLst>
          </p:cNvPr>
          <p:cNvSpPr>
            <a:spLocks noGrp="1"/>
          </p:cNvSpPr>
          <p:nvPr>
            <p:ph type="body" sz="quarter" idx="44" hasCustomPrompt="1"/>
          </p:nvPr>
        </p:nvSpPr>
        <p:spPr>
          <a:xfrm>
            <a:off x="5673089" y="366146"/>
            <a:ext cx="575311" cy="415993"/>
          </a:xfrm>
          <a:solidFill>
            <a:schemeClr val="bg1"/>
          </a:solidFill>
        </p:spPr>
        <p:txBody>
          <a:bodyPr>
            <a:noAutofit/>
          </a:bodyPr>
          <a:lstStyle>
            <a:lvl1pPr marL="0" indent="0">
              <a:buFontTx/>
              <a:buNone/>
              <a:defRPr sz="3200"/>
            </a:lvl1pPr>
            <a:lvl2pPr marL="182880" indent="0">
              <a:buFontTx/>
              <a:buNone/>
              <a:defRPr sz="3200"/>
            </a:lvl2pPr>
            <a:lvl3pPr marL="365760" indent="0">
              <a:buFontTx/>
              <a:buNone/>
              <a:defRPr sz="3200"/>
            </a:lvl3pPr>
            <a:lvl4pPr marL="548640" indent="0">
              <a:buFontTx/>
              <a:buNone/>
              <a:defRPr sz="3200"/>
            </a:lvl4pPr>
            <a:lvl5pPr marL="731520" indent="0">
              <a:buFontTx/>
              <a:buNone/>
              <a:defRPr sz="3200"/>
            </a:lvl5pPr>
          </a:lstStyle>
          <a:p>
            <a:pPr lvl="0"/>
            <a:r>
              <a:rPr lang="en-US"/>
              <a:t>01</a:t>
            </a:r>
          </a:p>
        </p:txBody>
      </p:sp>
      <p:sp>
        <p:nvSpPr>
          <p:cNvPr id="16" name="Content Placeholder 3">
            <a:extLst>
              <a:ext uri="{FF2B5EF4-FFF2-40B4-BE49-F238E27FC236}">
                <a16:creationId xmlns:a16="http://schemas.microsoft.com/office/drawing/2014/main" id="{F1036C9A-2250-90E5-2100-7974F425840E}"/>
              </a:ext>
            </a:extLst>
          </p:cNvPr>
          <p:cNvSpPr>
            <a:spLocks noGrp="1"/>
          </p:cNvSpPr>
          <p:nvPr>
            <p:ph sz="half" idx="45" hasCustomPrompt="1"/>
          </p:nvPr>
        </p:nvSpPr>
        <p:spPr>
          <a:xfrm>
            <a:off x="6429375" y="365760"/>
            <a:ext cx="5393499" cy="663643"/>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mj-lt"/>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This is an example of a metric description with a length of four lines of text.</a:t>
            </a:r>
          </a:p>
        </p:txBody>
      </p:sp>
      <p:sp>
        <p:nvSpPr>
          <p:cNvPr id="17" name="Content Placeholder 3">
            <a:extLst>
              <a:ext uri="{FF2B5EF4-FFF2-40B4-BE49-F238E27FC236}">
                <a16:creationId xmlns:a16="http://schemas.microsoft.com/office/drawing/2014/main" id="{054881AE-2DE4-A21B-1312-2AA4A1CEADC0}"/>
              </a:ext>
            </a:extLst>
          </p:cNvPr>
          <p:cNvSpPr>
            <a:spLocks noGrp="1"/>
          </p:cNvSpPr>
          <p:nvPr>
            <p:ph sz="half" idx="46" hasCustomPrompt="1"/>
          </p:nvPr>
        </p:nvSpPr>
        <p:spPr>
          <a:xfrm>
            <a:off x="6429375" y="3565596"/>
            <a:ext cx="5393499" cy="663643"/>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mj-lt"/>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This is an example of a metric description with a length of four lines of text.</a:t>
            </a:r>
          </a:p>
        </p:txBody>
      </p:sp>
      <p:sp>
        <p:nvSpPr>
          <p:cNvPr id="18" name="Content Placeholder 3">
            <a:extLst>
              <a:ext uri="{FF2B5EF4-FFF2-40B4-BE49-F238E27FC236}">
                <a16:creationId xmlns:a16="http://schemas.microsoft.com/office/drawing/2014/main" id="{1A441F86-1250-61F6-319F-A3B02590623A}"/>
              </a:ext>
            </a:extLst>
          </p:cNvPr>
          <p:cNvSpPr>
            <a:spLocks noGrp="1"/>
          </p:cNvSpPr>
          <p:nvPr>
            <p:ph sz="half" idx="47" hasCustomPrompt="1"/>
          </p:nvPr>
        </p:nvSpPr>
        <p:spPr>
          <a:xfrm>
            <a:off x="6429375" y="4365557"/>
            <a:ext cx="5393499" cy="663643"/>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mj-lt"/>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This is an example of a metric description with a length of four lines of text.</a:t>
            </a:r>
          </a:p>
        </p:txBody>
      </p:sp>
      <p:sp>
        <p:nvSpPr>
          <p:cNvPr id="19" name="Text Placeholder 17">
            <a:extLst>
              <a:ext uri="{FF2B5EF4-FFF2-40B4-BE49-F238E27FC236}">
                <a16:creationId xmlns:a16="http://schemas.microsoft.com/office/drawing/2014/main" id="{4E380EE4-C5FB-E217-9413-876551E70DB8}"/>
              </a:ext>
            </a:extLst>
          </p:cNvPr>
          <p:cNvSpPr>
            <a:spLocks noGrp="1"/>
          </p:cNvSpPr>
          <p:nvPr>
            <p:ph type="body" sz="quarter" idx="48" hasCustomPrompt="1"/>
          </p:nvPr>
        </p:nvSpPr>
        <p:spPr>
          <a:xfrm>
            <a:off x="5673089" y="3565674"/>
            <a:ext cx="575311" cy="415993"/>
          </a:xfrm>
          <a:solidFill>
            <a:schemeClr val="bg1"/>
          </a:solidFill>
        </p:spPr>
        <p:txBody>
          <a:bodyPr>
            <a:noAutofit/>
          </a:bodyPr>
          <a:lstStyle>
            <a:lvl1pPr marL="0" indent="0">
              <a:buFontTx/>
              <a:buNone/>
              <a:defRPr sz="3200"/>
            </a:lvl1pPr>
            <a:lvl2pPr marL="182880" indent="0">
              <a:buFontTx/>
              <a:buNone/>
              <a:defRPr sz="3200"/>
            </a:lvl2pPr>
            <a:lvl3pPr marL="365760" indent="0">
              <a:buFontTx/>
              <a:buNone/>
              <a:defRPr sz="3200"/>
            </a:lvl3pPr>
            <a:lvl4pPr marL="548640" indent="0">
              <a:buFontTx/>
              <a:buNone/>
              <a:defRPr sz="3200"/>
            </a:lvl4pPr>
            <a:lvl5pPr marL="731520" indent="0">
              <a:buFontTx/>
              <a:buNone/>
              <a:defRPr sz="3200"/>
            </a:lvl5pPr>
          </a:lstStyle>
          <a:p>
            <a:pPr lvl="0"/>
            <a:r>
              <a:rPr lang="en-US"/>
              <a:t>05</a:t>
            </a:r>
          </a:p>
        </p:txBody>
      </p:sp>
      <p:sp>
        <p:nvSpPr>
          <p:cNvPr id="20" name="Text Placeholder 17">
            <a:extLst>
              <a:ext uri="{FF2B5EF4-FFF2-40B4-BE49-F238E27FC236}">
                <a16:creationId xmlns:a16="http://schemas.microsoft.com/office/drawing/2014/main" id="{CB14684E-CBFF-7E53-C65C-3A3D09C6062C}"/>
              </a:ext>
            </a:extLst>
          </p:cNvPr>
          <p:cNvSpPr>
            <a:spLocks noGrp="1"/>
          </p:cNvSpPr>
          <p:nvPr>
            <p:ph type="body" sz="quarter" idx="49" hasCustomPrompt="1"/>
          </p:nvPr>
        </p:nvSpPr>
        <p:spPr>
          <a:xfrm>
            <a:off x="5673089" y="4365557"/>
            <a:ext cx="575311" cy="415993"/>
          </a:xfrm>
          <a:solidFill>
            <a:schemeClr val="bg1"/>
          </a:solidFill>
        </p:spPr>
        <p:txBody>
          <a:bodyPr>
            <a:noAutofit/>
          </a:bodyPr>
          <a:lstStyle>
            <a:lvl1pPr marL="0" indent="0">
              <a:buFontTx/>
              <a:buNone/>
              <a:defRPr sz="3200"/>
            </a:lvl1pPr>
            <a:lvl2pPr marL="182880" indent="0">
              <a:buFontTx/>
              <a:buNone/>
              <a:defRPr sz="3200"/>
            </a:lvl2pPr>
            <a:lvl3pPr marL="365760" indent="0">
              <a:buFontTx/>
              <a:buNone/>
              <a:defRPr sz="3200"/>
            </a:lvl3pPr>
            <a:lvl4pPr marL="548640" indent="0">
              <a:buFontTx/>
              <a:buNone/>
              <a:defRPr sz="3200"/>
            </a:lvl4pPr>
            <a:lvl5pPr marL="731520" indent="0">
              <a:buFontTx/>
              <a:buNone/>
              <a:defRPr sz="3200"/>
            </a:lvl5pPr>
          </a:lstStyle>
          <a:p>
            <a:pPr lvl="0"/>
            <a:r>
              <a:rPr lang="en-US"/>
              <a:t>06</a:t>
            </a:r>
          </a:p>
        </p:txBody>
      </p:sp>
    </p:spTree>
    <p:extLst>
      <p:ext uri="{BB962C8B-B14F-4D97-AF65-F5344CB8AC3E}">
        <p14:creationId xmlns:p14="http://schemas.microsoft.com/office/powerpoint/2010/main" val="41875580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pos="3936" userDrawn="1">
          <p15:clr>
            <a:srgbClr val="FBAE40"/>
          </p15:clr>
        </p15:guide>
        <p15:guide id="4" pos="3744" userDrawn="1">
          <p15:clr>
            <a:srgbClr val="FBAE40"/>
          </p15:clr>
        </p15:guide>
        <p15:guide id="7" orient="horz" pos="1139" userDrawn="1">
          <p15:clr>
            <a:srgbClr val="FBAE40"/>
          </p15:clr>
        </p15:guide>
        <p15:guide id="8" orient="horz" pos="3832" userDrawn="1">
          <p15:clr>
            <a:srgbClr val="FBAE40"/>
          </p15:clr>
        </p15:guide>
        <p15:guide id="9" orient="horz" pos="4148" userDrawn="1">
          <p15:clr>
            <a:srgbClr val="FBAE40"/>
          </p15:clr>
        </p15:guide>
        <p15:guide id="10" orient="horz" pos="3168" userDrawn="1">
          <p15:clr>
            <a:srgbClr val="FBAE40"/>
          </p15:clr>
        </p15:guide>
        <p15:guide id="11" pos="476" userDrawn="1">
          <p15:clr>
            <a:srgbClr val="FBAE40"/>
          </p15:clr>
        </p15:guide>
        <p15:guide id="12" orient="horz" pos="2160" userDrawn="1">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Layout for Next step: Three content">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71CA1839-2459-D9A5-EBCE-0D164326CCA0}"/>
              </a:ext>
            </a:extLst>
          </p:cNvPr>
          <p:cNvCxnSpPr>
            <a:cxnSpLocks/>
            <a:stCxn id="14" idx="2"/>
            <a:endCxn id="19" idx="0"/>
          </p:cNvCxnSpPr>
          <p:nvPr/>
        </p:nvCxnSpPr>
        <p:spPr>
          <a:xfrm>
            <a:off x="5960745" y="782139"/>
            <a:ext cx="0" cy="2783535"/>
          </a:xfrm>
          <a:prstGeom prst="line">
            <a:avLst/>
          </a:prstGeom>
          <a:ln w="12700" cap="sq">
            <a:solidFill>
              <a:schemeClr val="tx1"/>
            </a:solidFill>
          </a:ln>
        </p:spPr>
        <p:style>
          <a:lnRef idx="1">
            <a:schemeClr val="accent1"/>
          </a:lnRef>
          <a:fillRef idx="0">
            <a:schemeClr val="accent1"/>
          </a:fillRef>
          <a:effectRef idx="0">
            <a:srgbClr val="000000"/>
          </a:effectRef>
          <a:fontRef idx="minor">
            <a:schemeClr val="bg1"/>
          </a:fontRef>
        </p:style>
      </p:cxnSp>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a:xfrm>
            <a:off x="365760" y="365760"/>
            <a:ext cx="4819015" cy="914400"/>
          </a:xfrm>
        </p:spPr>
        <p:txBody>
          <a:bodyPr/>
          <a:lstStyle/>
          <a:p>
            <a:r>
              <a:rPr lang="en-US"/>
              <a:t>[Slide title]</a:t>
            </a:r>
          </a:p>
        </p:txBody>
      </p:sp>
      <p:sp>
        <p:nvSpPr>
          <p:cNvPr id="10" name="Picture Placeholder 2">
            <a:extLst>
              <a:ext uri="{FF2B5EF4-FFF2-40B4-BE49-F238E27FC236}">
                <a16:creationId xmlns:a16="http://schemas.microsoft.com/office/drawing/2014/main" id="{BC9FA658-DB0D-3B49-8AC4-95F223F6A727}"/>
              </a:ext>
            </a:extLst>
          </p:cNvPr>
          <p:cNvSpPr>
            <a:spLocks noGrp="1"/>
          </p:cNvSpPr>
          <p:nvPr>
            <p:ph type="pic" sz="quarter" idx="16" hasCustomPrompt="1"/>
          </p:nvPr>
        </p:nvSpPr>
        <p:spPr>
          <a:xfrm>
            <a:off x="0" y="1828800"/>
            <a:ext cx="5184775" cy="3200400"/>
          </a:xfrm>
          <a:solidFill>
            <a:srgbClr val="D7E0E3"/>
          </a:solidFill>
        </p:spPr>
        <p:txBody>
          <a:bodyPr anchor="ctr" anchorCtr="0">
            <a:normAutofit/>
          </a:bodyPr>
          <a:lstStyle>
            <a:lvl1pPr marL="0" indent="0" algn="ctr">
              <a:buNone/>
              <a:defRPr sz="1200"/>
            </a:lvl1pPr>
          </a:lstStyle>
          <a:p>
            <a:r>
              <a:rPr lang="en-US"/>
              <a:t>[Click icon to insert photo]</a:t>
            </a:r>
          </a:p>
        </p:txBody>
      </p:sp>
      <p:sp>
        <p:nvSpPr>
          <p:cNvPr id="4" name="Content Placeholder 2">
            <a:extLst>
              <a:ext uri="{FF2B5EF4-FFF2-40B4-BE49-F238E27FC236}">
                <a16:creationId xmlns:a16="http://schemas.microsoft.com/office/drawing/2014/main" id="{E40AC114-FB7A-C7E2-DBF4-46903FC7F812}"/>
              </a:ext>
            </a:extLst>
          </p:cNvPr>
          <p:cNvSpPr>
            <a:spLocks noGrp="1"/>
          </p:cNvSpPr>
          <p:nvPr>
            <p:ph sz="half" idx="23" hasCustomPrompt="1"/>
          </p:nvPr>
        </p:nvSpPr>
        <p:spPr>
          <a:xfrm>
            <a:off x="365760" y="5314598"/>
            <a:ext cx="11457114" cy="526483"/>
          </a:xfrm>
        </p:spPr>
        <p:txBody>
          <a:bodyPr>
            <a:noAutofit/>
          </a:bodyPr>
          <a:lstStyle>
            <a:lvl1pPr marL="0" indent="0">
              <a:buFontTx/>
              <a:buNone/>
              <a:defRPr sz="14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Enter a sub-text here</a:t>
            </a:r>
          </a:p>
        </p:txBody>
      </p:sp>
      <p:sp>
        <p:nvSpPr>
          <p:cNvPr id="6" name="Content Placeholder 3">
            <a:extLst>
              <a:ext uri="{FF2B5EF4-FFF2-40B4-BE49-F238E27FC236}">
                <a16:creationId xmlns:a16="http://schemas.microsoft.com/office/drawing/2014/main" id="{2817E022-CF3B-55C4-CAF9-4A0BBB1AACF5}"/>
              </a:ext>
            </a:extLst>
          </p:cNvPr>
          <p:cNvSpPr>
            <a:spLocks noGrp="1"/>
          </p:cNvSpPr>
          <p:nvPr>
            <p:ph sz="half" idx="35" hasCustomPrompt="1"/>
          </p:nvPr>
        </p:nvSpPr>
        <p:spPr>
          <a:xfrm>
            <a:off x="6429375" y="1965678"/>
            <a:ext cx="5393499" cy="1463604"/>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mj-lt"/>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This is an example of a metric description with a length of four lines of text.</a:t>
            </a:r>
          </a:p>
        </p:txBody>
      </p:sp>
      <p:sp>
        <p:nvSpPr>
          <p:cNvPr id="12" name="Text Placeholder 17">
            <a:extLst>
              <a:ext uri="{FF2B5EF4-FFF2-40B4-BE49-F238E27FC236}">
                <a16:creationId xmlns:a16="http://schemas.microsoft.com/office/drawing/2014/main" id="{EFFD5499-80A0-B223-EA66-0163C9D06B3E}"/>
              </a:ext>
            </a:extLst>
          </p:cNvPr>
          <p:cNvSpPr>
            <a:spLocks noGrp="1"/>
          </p:cNvSpPr>
          <p:nvPr>
            <p:ph type="body" sz="quarter" idx="42" hasCustomPrompt="1"/>
          </p:nvPr>
        </p:nvSpPr>
        <p:spPr>
          <a:xfrm>
            <a:off x="5673089" y="1965910"/>
            <a:ext cx="575311" cy="415993"/>
          </a:xfrm>
          <a:solidFill>
            <a:schemeClr val="bg1"/>
          </a:solidFill>
        </p:spPr>
        <p:txBody>
          <a:bodyPr>
            <a:noAutofit/>
          </a:bodyPr>
          <a:lstStyle>
            <a:lvl1pPr marL="0" indent="0">
              <a:buFontTx/>
              <a:buNone/>
              <a:defRPr sz="3200"/>
            </a:lvl1pPr>
            <a:lvl2pPr marL="182880" indent="0">
              <a:buFontTx/>
              <a:buNone/>
              <a:defRPr sz="3200"/>
            </a:lvl2pPr>
            <a:lvl3pPr marL="365760" indent="0">
              <a:buFontTx/>
              <a:buNone/>
              <a:defRPr sz="3200"/>
            </a:lvl3pPr>
            <a:lvl4pPr marL="548640" indent="0">
              <a:buFontTx/>
              <a:buNone/>
              <a:defRPr sz="3200"/>
            </a:lvl4pPr>
            <a:lvl5pPr marL="731520" indent="0">
              <a:buFontTx/>
              <a:buNone/>
              <a:defRPr sz="3200"/>
            </a:lvl5pPr>
          </a:lstStyle>
          <a:p>
            <a:pPr lvl="0"/>
            <a:r>
              <a:rPr lang="en-US"/>
              <a:t>02</a:t>
            </a:r>
          </a:p>
        </p:txBody>
      </p:sp>
      <p:sp>
        <p:nvSpPr>
          <p:cNvPr id="14" name="Text Placeholder 17">
            <a:extLst>
              <a:ext uri="{FF2B5EF4-FFF2-40B4-BE49-F238E27FC236}">
                <a16:creationId xmlns:a16="http://schemas.microsoft.com/office/drawing/2014/main" id="{9F222DDC-206B-913F-EED4-AFF4CBABBFFE}"/>
              </a:ext>
            </a:extLst>
          </p:cNvPr>
          <p:cNvSpPr>
            <a:spLocks noGrp="1"/>
          </p:cNvSpPr>
          <p:nvPr>
            <p:ph type="body" sz="quarter" idx="44" hasCustomPrompt="1"/>
          </p:nvPr>
        </p:nvSpPr>
        <p:spPr>
          <a:xfrm>
            <a:off x="5673089" y="366146"/>
            <a:ext cx="575311" cy="415993"/>
          </a:xfrm>
          <a:solidFill>
            <a:schemeClr val="bg1"/>
          </a:solidFill>
        </p:spPr>
        <p:txBody>
          <a:bodyPr>
            <a:noAutofit/>
          </a:bodyPr>
          <a:lstStyle>
            <a:lvl1pPr marL="0" indent="0">
              <a:buFontTx/>
              <a:buNone/>
              <a:defRPr sz="3200"/>
            </a:lvl1pPr>
            <a:lvl2pPr marL="182880" indent="0">
              <a:buFontTx/>
              <a:buNone/>
              <a:defRPr sz="3200"/>
            </a:lvl2pPr>
            <a:lvl3pPr marL="365760" indent="0">
              <a:buFontTx/>
              <a:buNone/>
              <a:defRPr sz="3200"/>
            </a:lvl3pPr>
            <a:lvl4pPr marL="548640" indent="0">
              <a:buFontTx/>
              <a:buNone/>
              <a:defRPr sz="3200"/>
            </a:lvl4pPr>
            <a:lvl5pPr marL="731520" indent="0">
              <a:buFontTx/>
              <a:buNone/>
              <a:defRPr sz="3200"/>
            </a:lvl5pPr>
          </a:lstStyle>
          <a:p>
            <a:pPr lvl="0"/>
            <a:r>
              <a:rPr lang="en-US"/>
              <a:t>01</a:t>
            </a:r>
          </a:p>
        </p:txBody>
      </p:sp>
      <p:sp>
        <p:nvSpPr>
          <p:cNvPr id="16" name="Content Placeholder 3">
            <a:extLst>
              <a:ext uri="{FF2B5EF4-FFF2-40B4-BE49-F238E27FC236}">
                <a16:creationId xmlns:a16="http://schemas.microsoft.com/office/drawing/2014/main" id="{F1036C9A-2250-90E5-2100-7974F425840E}"/>
              </a:ext>
            </a:extLst>
          </p:cNvPr>
          <p:cNvSpPr>
            <a:spLocks noGrp="1"/>
          </p:cNvSpPr>
          <p:nvPr>
            <p:ph sz="half" idx="45" hasCustomPrompt="1"/>
          </p:nvPr>
        </p:nvSpPr>
        <p:spPr>
          <a:xfrm>
            <a:off x="6429375" y="365760"/>
            <a:ext cx="5393499" cy="1463604"/>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mj-lt"/>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This is an example of a metric description with a length of four lines of text.</a:t>
            </a:r>
          </a:p>
        </p:txBody>
      </p:sp>
      <p:sp>
        <p:nvSpPr>
          <p:cNvPr id="17" name="Content Placeholder 3">
            <a:extLst>
              <a:ext uri="{FF2B5EF4-FFF2-40B4-BE49-F238E27FC236}">
                <a16:creationId xmlns:a16="http://schemas.microsoft.com/office/drawing/2014/main" id="{054881AE-2DE4-A21B-1312-2AA4A1CEADC0}"/>
              </a:ext>
            </a:extLst>
          </p:cNvPr>
          <p:cNvSpPr>
            <a:spLocks noGrp="1"/>
          </p:cNvSpPr>
          <p:nvPr>
            <p:ph sz="half" idx="46" hasCustomPrompt="1"/>
          </p:nvPr>
        </p:nvSpPr>
        <p:spPr>
          <a:xfrm>
            <a:off x="6429375" y="3565596"/>
            <a:ext cx="5393499" cy="1463604"/>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mj-lt"/>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This is an example of a metric description with a length of four lines of text.</a:t>
            </a:r>
          </a:p>
        </p:txBody>
      </p:sp>
      <p:sp>
        <p:nvSpPr>
          <p:cNvPr id="19" name="Text Placeholder 17">
            <a:extLst>
              <a:ext uri="{FF2B5EF4-FFF2-40B4-BE49-F238E27FC236}">
                <a16:creationId xmlns:a16="http://schemas.microsoft.com/office/drawing/2014/main" id="{4E380EE4-C5FB-E217-9413-876551E70DB8}"/>
              </a:ext>
            </a:extLst>
          </p:cNvPr>
          <p:cNvSpPr>
            <a:spLocks noGrp="1"/>
          </p:cNvSpPr>
          <p:nvPr>
            <p:ph type="body" sz="quarter" idx="48" hasCustomPrompt="1"/>
          </p:nvPr>
        </p:nvSpPr>
        <p:spPr>
          <a:xfrm>
            <a:off x="5673089" y="3565674"/>
            <a:ext cx="575311" cy="415993"/>
          </a:xfrm>
          <a:solidFill>
            <a:schemeClr val="bg1"/>
          </a:solidFill>
        </p:spPr>
        <p:txBody>
          <a:bodyPr>
            <a:noAutofit/>
          </a:bodyPr>
          <a:lstStyle>
            <a:lvl1pPr marL="0" indent="0">
              <a:buFontTx/>
              <a:buNone/>
              <a:defRPr sz="3200"/>
            </a:lvl1pPr>
            <a:lvl2pPr marL="182880" indent="0">
              <a:buFontTx/>
              <a:buNone/>
              <a:defRPr sz="3200"/>
            </a:lvl2pPr>
            <a:lvl3pPr marL="365760" indent="0">
              <a:buFontTx/>
              <a:buNone/>
              <a:defRPr sz="3200"/>
            </a:lvl3pPr>
            <a:lvl4pPr marL="548640" indent="0">
              <a:buFontTx/>
              <a:buNone/>
              <a:defRPr sz="3200"/>
            </a:lvl4pPr>
            <a:lvl5pPr marL="731520" indent="0">
              <a:buFontTx/>
              <a:buNone/>
              <a:defRPr sz="3200"/>
            </a:lvl5pPr>
          </a:lstStyle>
          <a:p>
            <a:pPr lvl="0"/>
            <a:r>
              <a:rPr lang="en-US"/>
              <a:t>03</a:t>
            </a:r>
          </a:p>
        </p:txBody>
      </p:sp>
    </p:spTree>
    <p:extLst>
      <p:ext uri="{BB962C8B-B14F-4D97-AF65-F5344CB8AC3E}">
        <p14:creationId xmlns:p14="http://schemas.microsoft.com/office/powerpoint/2010/main" val="9491587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pos="3936" userDrawn="1">
          <p15:clr>
            <a:srgbClr val="FBAE40"/>
          </p15:clr>
        </p15:guide>
        <p15:guide id="4" pos="3744" userDrawn="1">
          <p15:clr>
            <a:srgbClr val="FBAE40"/>
          </p15:clr>
        </p15:guide>
        <p15:guide id="7" orient="horz" pos="1139" userDrawn="1">
          <p15:clr>
            <a:srgbClr val="FBAE40"/>
          </p15:clr>
        </p15:guide>
        <p15:guide id="8" orient="horz" pos="3832" userDrawn="1">
          <p15:clr>
            <a:srgbClr val="FBAE40"/>
          </p15:clr>
        </p15:guide>
        <p15:guide id="9" orient="horz" pos="4148" userDrawn="1">
          <p15:clr>
            <a:srgbClr val="FBAE40"/>
          </p15:clr>
        </p15:guide>
        <p15:guide id="10" orient="horz" pos="3168" userDrawn="1">
          <p15:clr>
            <a:srgbClr val="FBAE40"/>
          </p15:clr>
        </p15:guide>
        <p15:guide id="11" pos="476" userDrawn="1">
          <p15:clr>
            <a:srgbClr val="FBAE40"/>
          </p15:clr>
        </p15:guide>
        <p15:guide id="12" orient="horz" pos="2160" userDrawn="1">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Photo and Sidebar">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a:t>[Slide title]</a:t>
            </a:r>
          </a:p>
        </p:txBody>
      </p:sp>
      <p:sp>
        <p:nvSpPr>
          <p:cNvPr id="10" name="Picture Placeholder 2">
            <a:extLst>
              <a:ext uri="{FF2B5EF4-FFF2-40B4-BE49-F238E27FC236}">
                <a16:creationId xmlns:a16="http://schemas.microsoft.com/office/drawing/2014/main" id="{BC9FA658-DB0D-3B49-8AC4-95F223F6A727}"/>
              </a:ext>
            </a:extLst>
          </p:cNvPr>
          <p:cNvSpPr>
            <a:spLocks noGrp="1"/>
          </p:cNvSpPr>
          <p:nvPr>
            <p:ph type="pic" sz="quarter" idx="16" hasCustomPrompt="1"/>
          </p:nvPr>
        </p:nvSpPr>
        <p:spPr>
          <a:xfrm>
            <a:off x="758825" y="1828801"/>
            <a:ext cx="8121650" cy="4254500"/>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a:t>[Click icon to insert photo]</a:t>
            </a:r>
          </a:p>
        </p:txBody>
      </p:sp>
      <p:sp>
        <p:nvSpPr>
          <p:cNvPr id="15" name="Content Placeholder 3">
            <a:extLst>
              <a:ext uri="{FF2B5EF4-FFF2-40B4-BE49-F238E27FC236}">
                <a16:creationId xmlns:a16="http://schemas.microsoft.com/office/drawing/2014/main" id="{04198CF4-E51B-2147-88D7-1228A1479BFA}"/>
              </a:ext>
            </a:extLst>
          </p:cNvPr>
          <p:cNvSpPr>
            <a:spLocks noGrp="1"/>
          </p:cNvSpPr>
          <p:nvPr>
            <p:ph sz="quarter" idx="14"/>
          </p:nvPr>
        </p:nvSpPr>
        <p:spPr>
          <a:xfrm>
            <a:off x="9189720" y="1828800"/>
            <a:ext cx="2633472" cy="4251960"/>
          </a:xfrm>
        </p:spPr>
        <p:txBody>
          <a:bodyPr>
            <a:normAutofit/>
          </a:bodyPr>
          <a:lstStyle>
            <a:lvl1pPr>
              <a:defRPr sz="1600">
                <a:latin typeface="Aptos Light" panose="020B0004020202020204" pitchFamily="34" charset="0"/>
              </a:defRPr>
            </a:lvl1pPr>
            <a:lvl2pPr>
              <a:defRPr sz="1600">
                <a:latin typeface="Aptos Light" panose="020B0004020202020204" pitchFamily="34" charset="0"/>
              </a:defRPr>
            </a:lvl2pPr>
            <a:lvl3pPr>
              <a:defRPr sz="1600">
                <a:latin typeface="Aptos Light" panose="020B0004020202020204" pitchFamily="34" charset="0"/>
              </a:defRPr>
            </a:lvl3pPr>
            <a:lvl4pPr>
              <a:defRPr sz="1600">
                <a:latin typeface="Aptos Light" panose="020B0004020202020204" pitchFamily="34" charset="0"/>
              </a:defRPr>
            </a:lvl4pPr>
            <a:lvl5pPr>
              <a:defRPr sz="1600">
                <a:latin typeface="Aptos Light" panose="020B0004020202020204" pitchFamily="34" charset="0"/>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19923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78" userDrawn="1">
          <p15:clr>
            <a:srgbClr val="FBAE40"/>
          </p15:clr>
        </p15:guide>
        <p15:guide id="3" pos="5594" userDrawn="1">
          <p15:clr>
            <a:srgbClr val="FBAE40"/>
          </p15:clr>
        </p15:guide>
        <p15:guide id="4" pos="5788" userDrawn="1">
          <p15:clr>
            <a:srgbClr val="FBAE40"/>
          </p15:clr>
        </p15:guide>
        <p15:guide id="7" orient="horz" pos="1152" userDrawn="1">
          <p15:clr>
            <a:srgbClr val="FBAE40"/>
          </p15:clr>
        </p15:guide>
        <p15:guide id="8" orient="horz" pos="3832" userDrawn="1">
          <p15:clr>
            <a:srgbClr val="FBAE40"/>
          </p15:clr>
        </p15:guide>
        <p15:guide id="9" orient="horz" pos="4148" userDrawn="1">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3_Photo and Sidebar">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a:xfrm>
            <a:off x="365760" y="365760"/>
            <a:ext cx="4527516" cy="914400"/>
          </a:xfrm>
        </p:spPr>
        <p:txBody>
          <a:bodyPr/>
          <a:lstStyle>
            <a:lvl1pPr>
              <a:defRPr>
                <a:latin typeface="Aptos Light" panose="020B0004020202020204" pitchFamily="34" charset="0"/>
              </a:defRPr>
            </a:lvl1pPr>
          </a:lstStyle>
          <a:p>
            <a:r>
              <a:rPr lang="en-US"/>
              <a:t>[Slide title]</a:t>
            </a:r>
          </a:p>
        </p:txBody>
      </p:sp>
      <p:sp>
        <p:nvSpPr>
          <p:cNvPr id="10" name="Picture Placeholder 2">
            <a:extLst>
              <a:ext uri="{FF2B5EF4-FFF2-40B4-BE49-F238E27FC236}">
                <a16:creationId xmlns:a16="http://schemas.microsoft.com/office/drawing/2014/main" id="{BC9FA658-DB0D-3B49-8AC4-95F223F6A727}"/>
              </a:ext>
            </a:extLst>
          </p:cNvPr>
          <p:cNvSpPr>
            <a:spLocks noGrp="1"/>
          </p:cNvSpPr>
          <p:nvPr>
            <p:ph type="pic" sz="quarter" idx="16" hasCustomPrompt="1"/>
          </p:nvPr>
        </p:nvSpPr>
        <p:spPr>
          <a:xfrm>
            <a:off x="5461686" y="0"/>
            <a:ext cx="6730314" cy="5288692"/>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a:t>[Click icon to insert photo]</a:t>
            </a:r>
          </a:p>
        </p:txBody>
      </p:sp>
      <p:sp>
        <p:nvSpPr>
          <p:cNvPr id="15" name="Content Placeholder 3">
            <a:extLst>
              <a:ext uri="{FF2B5EF4-FFF2-40B4-BE49-F238E27FC236}">
                <a16:creationId xmlns:a16="http://schemas.microsoft.com/office/drawing/2014/main" id="{04198CF4-E51B-2147-88D7-1228A1479BFA}"/>
              </a:ext>
            </a:extLst>
          </p:cNvPr>
          <p:cNvSpPr>
            <a:spLocks noGrp="1"/>
          </p:cNvSpPr>
          <p:nvPr>
            <p:ph sz="quarter" idx="14"/>
          </p:nvPr>
        </p:nvSpPr>
        <p:spPr>
          <a:xfrm>
            <a:off x="365759" y="1594022"/>
            <a:ext cx="4527516" cy="4151870"/>
          </a:xfrm>
        </p:spPr>
        <p:txBody>
          <a:bodyPr>
            <a:normAutofit/>
          </a:bodyPr>
          <a:lstStyle>
            <a:lvl1pPr>
              <a:defRPr sz="1600">
                <a:latin typeface="Aptos Light" panose="020B0004020202020204" pitchFamily="34" charset="0"/>
              </a:defRPr>
            </a:lvl1pPr>
            <a:lvl2pPr>
              <a:defRPr sz="1600">
                <a:latin typeface="Aptos Light" panose="020B0004020202020204" pitchFamily="34" charset="0"/>
              </a:defRPr>
            </a:lvl2pPr>
            <a:lvl3pPr>
              <a:defRPr sz="1600">
                <a:latin typeface="Aptos Light" panose="020B0004020202020204" pitchFamily="34" charset="0"/>
              </a:defRPr>
            </a:lvl3pPr>
            <a:lvl4pPr>
              <a:defRPr sz="1600">
                <a:latin typeface="Aptos Light" panose="020B0004020202020204" pitchFamily="34" charset="0"/>
              </a:defRPr>
            </a:lvl4pPr>
            <a:lvl5pPr>
              <a:defRPr sz="1600">
                <a:latin typeface="Aptos Light" panose="020B0004020202020204" pitchFamily="34" charset="0"/>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422874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78" userDrawn="1">
          <p15:clr>
            <a:srgbClr val="FBAE40"/>
          </p15:clr>
        </p15:guide>
        <p15:guide id="3" pos="5594" userDrawn="1">
          <p15:clr>
            <a:srgbClr val="FBAE40"/>
          </p15:clr>
        </p15:guide>
        <p15:guide id="4" pos="5788" userDrawn="1">
          <p15:clr>
            <a:srgbClr val="FBAE40"/>
          </p15:clr>
        </p15:guide>
        <p15:guide id="7" orient="horz" pos="1152" userDrawn="1">
          <p15:clr>
            <a:srgbClr val="FBAE40"/>
          </p15:clr>
        </p15:guide>
        <p15:guide id="8" orient="horz" pos="3832" userDrawn="1">
          <p15:clr>
            <a:srgbClr val="FBAE40"/>
          </p15:clr>
        </p15:guide>
        <p15:guide id="9" orient="horz" pos="4148" userDrawn="1">
          <p15:clr>
            <a:srgbClr val="FBAE4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Photo and Sidebar with teal box">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a:xfrm>
            <a:off x="365760" y="365760"/>
            <a:ext cx="4527516" cy="914400"/>
          </a:xfrm>
        </p:spPr>
        <p:txBody>
          <a:bodyPr/>
          <a:lstStyle>
            <a:lvl1pPr>
              <a:defRPr>
                <a:latin typeface="Aptos Light" panose="020B0004020202020204" pitchFamily="34" charset="0"/>
              </a:defRPr>
            </a:lvl1pPr>
          </a:lstStyle>
          <a:p>
            <a:r>
              <a:rPr lang="en-US"/>
              <a:t>[Slide title]</a:t>
            </a:r>
          </a:p>
        </p:txBody>
      </p:sp>
      <p:sp>
        <p:nvSpPr>
          <p:cNvPr id="10" name="Picture Placeholder 2">
            <a:extLst>
              <a:ext uri="{FF2B5EF4-FFF2-40B4-BE49-F238E27FC236}">
                <a16:creationId xmlns:a16="http://schemas.microsoft.com/office/drawing/2014/main" id="{BC9FA658-DB0D-3B49-8AC4-95F223F6A727}"/>
              </a:ext>
            </a:extLst>
          </p:cNvPr>
          <p:cNvSpPr>
            <a:spLocks noGrp="1"/>
          </p:cNvSpPr>
          <p:nvPr>
            <p:ph type="pic" sz="quarter" idx="16" hasCustomPrompt="1"/>
          </p:nvPr>
        </p:nvSpPr>
        <p:spPr>
          <a:xfrm>
            <a:off x="6096000" y="0"/>
            <a:ext cx="6096000" cy="5288692"/>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a:t>[Click icon to insert photo]</a:t>
            </a:r>
          </a:p>
        </p:txBody>
      </p:sp>
      <p:sp>
        <p:nvSpPr>
          <p:cNvPr id="15" name="Content Placeholder 3">
            <a:extLst>
              <a:ext uri="{FF2B5EF4-FFF2-40B4-BE49-F238E27FC236}">
                <a16:creationId xmlns:a16="http://schemas.microsoft.com/office/drawing/2014/main" id="{04198CF4-E51B-2147-88D7-1228A1479BFA}"/>
              </a:ext>
            </a:extLst>
          </p:cNvPr>
          <p:cNvSpPr>
            <a:spLocks noGrp="1"/>
          </p:cNvSpPr>
          <p:nvPr>
            <p:ph sz="quarter" idx="14"/>
          </p:nvPr>
        </p:nvSpPr>
        <p:spPr>
          <a:xfrm>
            <a:off x="365759" y="1594022"/>
            <a:ext cx="4527516" cy="4151870"/>
          </a:xfrm>
        </p:spPr>
        <p:txBody>
          <a:bodyPr>
            <a:normAutofit/>
          </a:bodyPr>
          <a:lstStyle>
            <a:lvl1pPr>
              <a:defRPr sz="1600">
                <a:latin typeface="Aptos Light" panose="020B0004020202020204" pitchFamily="34" charset="0"/>
              </a:defRPr>
            </a:lvl1pPr>
            <a:lvl2pPr>
              <a:defRPr sz="1600">
                <a:latin typeface="Aptos Light" panose="020B0004020202020204" pitchFamily="34" charset="0"/>
              </a:defRPr>
            </a:lvl2pPr>
            <a:lvl3pPr>
              <a:defRPr sz="1600">
                <a:latin typeface="Aptos Light" panose="020B0004020202020204" pitchFamily="34" charset="0"/>
              </a:defRPr>
            </a:lvl3pPr>
            <a:lvl4pPr>
              <a:defRPr sz="1600">
                <a:latin typeface="Aptos Light" panose="020B0004020202020204" pitchFamily="34" charset="0"/>
              </a:defRPr>
            </a:lvl4pPr>
            <a:lvl5pPr>
              <a:defRPr sz="1600">
                <a:latin typeface="Aptos Light" panose="020B0004020202020204" pitchFamily="34" charset="0"/>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Rectangle 1">
            <a:extLst>
              <a:ext uri="{FF2B5EF4-FFF2-40B4-BE49-F238E27FC236}">
                <a16:creationId xmlns:a16="http://schemas.microsoft.com/office/drawing/2014/main" id="{985D88AB-63E1-E741-A6EB-DF5CD5CA5685}"/>
              </a:ext>
            </a:extLst>
          </p:cNvPr>
          <p:cNvSpPr/>
          <p:nvPr/>
        </p:nvSpPr>
        <p:spPr>
          <a:xfrm>
            <a:off x="5324255" y="4399722"/>
            <a:ext cx="2994991" cy="2199860"/>
          </a:xfrm>
          <a:prstGeom prst="rect">
            <a:avLst/>
          </a:prstGeom>
          <a:solidFill>
            <a:schemeClr val="tx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latin typeface="Aptos Light" panose="020B0004020202020204" pitchFamily="34" charset="0"/>
            </a:endParaRPr>
          </a:p>
        </p:txBody>
      </p:sp>
      <p:sp>
        <p:nvSpPr>
          <p:cNvPr id="4" name="Text Placeholder 3">
            <a:extLst>
              <a:ext uri="{FF2B5EF4-FFF2-40B4-BE49-F238E27FC236}">
                <a16:creationId xmlns:a16="http://schemas.microsoft.com/office/drawing/2014/main" id="{F6A996E6-60D4-A74E-B117-BF0A00752627}"/>
              </a:ext>
            </a:extLst>
          </p:cNvPr>
          <p:cNvSpPr>
            <a:spLocks noGrp="1"/>
          </p:cNvSpPr>
          <p:nvPr>
            <p:ph type="body" sz="quarter" idx="17"/>
          </p:nvPr>
        </p:nvSpPr>
        <p:spPr>
          <a:xfrm>
            <a:off x="5616011" y="5499652"/>
            <a:ext cx="2490787" cy="848761"/>
          </a:xfrm>
        </p:spPr>
        <p:txBody>
          <a:bodyPr anchor="ctr" anchorCtr="0">
            <a:normAutofit/>
          </a:bodyPr>
          <a:lstStyle>
            <a:lvl1pPr marL="0" indent="0" algn="ctr">
              <a:buNone/>
              <a:defRPr sz="1600">
                <a:solidFill>
                  <a:schemeClr val="bg1"/>
                </a:solidFill>
                <a:latin typeface="Aptos Light" panose="020B0004020202020204" pitchFamily="34" charset="0"/>
              </a:defRPr>
            </a:lvl1pPr>
            <a:lvl2pPr marL="182880" indent="0">
              <a:buNone/>
              <a:defRPr>
                <a:solidFill>
                  <a:schemeClr val="bg1"/>
                </a:solidFill>
              </a:defRPr>
            </a:lvl2pPr>
            <a:lvl3pPr marL="365760" indent="0">
              <a:buNone/>
              <a:defRPr>
                <a:solidFill>
                  <a:schemeClr val="bg1"/>
                </a:solidFill>
              </a:defRPr>
            </a:lvl3pPr>
            <a:lvl4pPr marL="548640" indent="0">
              <a:buNone/>
              <a:defRPr>
                <a:solidFill>
                  <a:schemeClr val="bg1"/>
                </a:solidFill>
              </a:defRPr>
            </a:lvl4pPr>
            <a:lvl5pPr marL="731520" indent="0">
              <a:buNone/>
              <a:defRPr>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40056255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78" userDrawn="1">
          <p15:clr>
            <a:srgbClr val="FBAE40"/>
          </p15:clr>
        </p15:guide>
        <p15:guide id="3" pos="5594" userDrawn="1">
          <p15:clr>
            <a:srgbClr val="FBAE40"/>
          </p15:clr>
        </p15:guide>
        <p15:guide id="4" pos="5788" userDrawn="1">
          <p15:clr>
            <a:srgbClr val="FBAE40"/>
          </p15:clr>
        </p15:guide>
        <p15:guide id="7" orient="horz" pos="1152" userDrawn="1">
          <p15:clr>
            <a:srgbClr val="FBAE40"/>
          </p15:clr>
        </p15:guide>
        <p15:guide id="8" orient="horz" pos="3832" userDrawn="1">
          <p15:clr>
            <a:srgbClr val="FBAE40"/>
          </p15:clr>
        </p15:guide>
        <p15:guide id="9" orient="horz" pos="4148" userDrawn="1">
          <p15:clr>
            <a:srgbClr val="FBAE4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2_Photo and Sidebar">
    <p:spTree>
      <p:nvGrpSpPr>
        <p:cNvPr id="1" name=""/>
        <p:cNvGrpSpPr/>
        <p:nvPr/>
      </p:nvGrpSpPr>
      <p:grpSpPr>
        <a:xfrm>
          <a:off x="0" y="0"/>
          <a:ext cx="0" cy="0"/>
          <a:chOff x="0" y="0"/>
          <a:chExt cx="0" cy="0"/>
        </a:xfrm>
      </p:grpSpPr>
      <p:sp>
        <p:nvSpPr>
          <p:cNvPr id="10" name="Picture Placeholder 2">
            <a:extLst>
              <a:ext uri="{FF2B5EF4-FFF2-40B4-BE49-F238E27FC236}">
                <a16:creationId xmlns:a16="http://schemas.microsoft.com/office/drawing/2014/main" id="{BC9FA658-DB0D-3B49-8AC4-95F223F6A727}"/>
              </a:ext>
            </a:extLst>
          </p:cNvPr>
          <p:cNvSpPr>
            <a:spLocks noGrp="1"/>
          </p:cNvSpPr>
          <p:nvPr>
            <p:ph type="pic" sz="quarter" idx="16" hasCustomPrompt="1"/>
          </p:nvPr>
        </p:nvSpPr>
        <p:spPr>
          <a:xfrm>
            <a:off x="0" y="0"/>
            <a:ext cx="8711514" cy="5647038"/>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a:t>[Click icon to insert photo]</a:t>
            </a:r>
          </a:p>
        </p:txBody>
      </p:sp>
      <p:sp>
        <p:nvSpPr>
          <p:cNvPr id="15" name="Content Placeholder 3">
            <a:extLst>
              <a:ext uri="{FF2B5EF4-FFF2-40B4-BE49-F238E27FC236}">
                <a16:creationId xmlns:a16="http://schemas.microsoft.com/office/drawing/2014/main" id="{04198CF4-E51B-2147-88D7-1228A1479BFA}"/>
              </a:ext>
            </a:extLst>
          </p:cNvPr>
          <p:cNvSpPr>
            <a:spLocks noGrp="1"/>
          </p:cNvSpPr>
          <p:nvPr>
            <p:ph sz="quarter" idx="14"/>
          </p:nvPr>
        </p:nvSpPr>
        <p:spPr>
          <a:xfrm>
            <a:off x="9189720" y="444843"/>
            <a:ext cx="2633472" cy="4251960"/>
          </a:xfrm>
        </p:spPr>
        <p:txBody>
          <a:bodyPr>
            <a:normAutofit/>
          </a:bodyPr>
          <a:lstStyle>
            <a:lvl1pPr>
              <a:defRPr sz="1600">
                <a:latin typeface="Aptos Light" panose="020B0004020202020204" pitchFamily="34" charset="0"/>
              </a:defRPr>
            </a:lvl1pPr>
            <a:lvl2pPr>
              <a:defRPr sz="1600">
                <a:latin typeface="Aptos Light" panose="020B0004020202020204" pitchFamily="34" charset="0"/>
              </a:defRPr>
            </a:lvl2pPr>
            <a:lvl3pPr>
              <a:defRPr sz="1600">
                <a:latin typeface="Aptos Light" panose="020B0004020202020204" pitchFamily="34" charset="0"/>
              </a:defRPr>
            </a:lvl3pPr>
            <a:lvl4pPr>
              <a:defRPr sz="1600">
                <a:latin typeface="Aptos Light" panose="020B0004020202020204" pitchFamily="34" charset="0"/>
              </a:defRPr>
            </a:lvl4pPr>
            <a:lvl5pPr>
              <a:defRPr sz="1600">
                <a:latin typeface="Aptos Light" panose="020B0004020202020204" pitchFamily="34" charset="0"/>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872905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78" userDrawn="1">
          <p15:clr>
            <a:srgbClr val="FBAE40"/>
          </p15:clr>
        </p15:guide>
        <p15:guide id="3" pos="5594" userDrawn="1">
          <p15:clr>
            <a:srgbClr val="FBAE40"/>
          </p15:clr>
        </p15:guide>
        <p15:guide id="4" pos="5788" userDrawn="1">
          <p15:clr>
            <a:srgbClr val="FBAE40"/>
          </p15:clr>
        </p15:guide>
        <p15:guide id="7" orient="horz" pos="1152" userDrawn="1">
          <p15:clr>
            <a:srgbClr val="FBAE40"/>
          </p15:clr>
        </p15:guide>
        <p15:guide id="8" orient="horz" pos="3832" userDrawn="1">
          <p15:clr>
            <a:srgbClr val="FBAE40"/>
          </p15:clr>
        </p15:guide>
        <p15:guide id="9" orient="horz" pos="4148" userDrawn="1">
          <p15:clr>
            <a:srgbClr val="FBAE4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Text Cluster 0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A9F03-AF36-8741-89EC-934AF55A87B1}"/>
              </a:ext>
            </a:extLst>
          </p:cNvPr>
          <p:cNvSpPr>
            <a:spLocks noGrp="1"/>
          </p:cNvSpPr>
          <p:nvPr>
            <p:ph type="title" hasCustomPrompt="1"/>
          </p:nvPr>
        </p:nvSpPr>
        <p:spPr>
          <a:xfrm>
            <a:off x="365760" y="365760"/>
            <a:ext cx="8519160" cy="914400"/>
          </a:xfrm>
        </p:spPr>
        <p:txBody>
          <a:bodyPr/>
          <a:lstStyle>
            <a:lvl1pPr>
              <a:defRPr>
                <a:latin typeface="Aptos Light" panose="020B0004020202020204" pitchFamily="34" charset="0"/>
              </a:defRPr>
            </a:lvl1pPr>
          </a:lstStyle>
          <a:p>
            <a:r>
              <a:rPr lang="en-US"/>
              <a:t>[Slide title]</a:t>
            </a:r>
          </a:p>
        </p:txBody>
      </p:sp>
      <p:sp>
        <p:nvSpPr>
          <p:cNvPr id="4" name="Text Placeholder 2">
            <a:extLst>
              <a:ext uri="{FF2B5EF4-FFF2-40B4-BE49-F238E27FC236}">
                <a16:creationId xmlns:a16="http://schemas.microsoft.com/office/drawing/2014/main" id="{C6755960-CA7F-B343-93A9-6D346754C415}"/>
              </a:ext>
            </a:extLst>
          </p:cNvPr>
          <p:cNvSpPr>
            <a:spLocks noGrp="1"/>
          </p:cNvSpPr>
          <p:nvPr>
            <p:ph type="body" sz="quarter" idx="11"/>
          </p:nvPr>
        </p:nvSpPr>
        <p:spPr>
          <a:xfrm>
            <a:off x="6142738" y="2492528"/>
            <a:ext cx="2795016" cy="2788920"/>
          </a:xfrm>
          <a:solidFill>
            <a:srgbClr val="003C51"/>
          </a:solidFill>
        </p:spPr>
        <p:txBody>
          <a:bodyPr lIns="274320" tIns="274320" rIns="182880" bIns="182880">
            <a:noAutofit/>
          </a:bodyPr>
          <a:lstStyle>
            <a:lvl1pPr marL="0" indent="0">
              <a:spcBef>
                <a:spcPts val="1200"/>
              </a:spcBef>
              <a:buNone/>
              <a:defRPr sz="1600">
                <a:solidFill>
                  <a:schemeClr val="bg1"/>
                </a:solidFill>
                <a:latin typeface="Aptos Light" panose="020B0004020202020204" pitchFamily="34" charset="0"/>
              </a:defRPr>
            </a:lvl1pPr>
            <a:lvl2pPr marL="182880" indent="-182880">
              <a:spcBef>
                <a:spcPts val="1200"/>
              </a:spcBef>
              <a:buFont typeface="Arial" panose="020B0604020202020204" pitchFamily="34" charset="0"/>
              <a:buChar char="•"/>
              <a:defRPr sz="1600">
                <a:solidFill>
                  <a:schemeClr val="bg1"/>
                </a:solidFill>
                <a:latin typeface="Aptos Light" panose="020B0004020202020204" pitchFamily="34" charset="0"/>
              </a:defRPr>
            </a:lvl2pPr>
            <a:lvl3pPr marL="365760">
              <a:defRPr sz="1600">
                <a:solidFill>
                  <a:schemeClr val="bg1"/>
                </a:solidFill>
                <a:latin typeface="Aptos Light" panose="020B0004020202020204" pitchFamily="34" charset="0"/>
              </a:defRPr>
            </a:lvl3pPr>
            <a:lvl4pPr marL="548640">
              <a:defRPr sz="1600">
                <a:solidFill>
                  <a:schemeClr val="bg1"/>
                </a:solidFill>
                <a:latin typeface="Aptos Light" panose="020B0004020202020204" pitchFamily="34" charset="0"/>
              </a:defRPr>
            </a:lvl4pPr>
            <a:lvl5pPr marL="731520">
              <a:defRPr sz="1600">
                <a:solidFill>
                  <a:schemeClr val="bg1"/>
                </a:solidFill>
                <a:latin typeface="Aptos Light" panose="020B0004020202020204" pitchFamily="34" charset="0"/>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3">
            <a:extLst>
              <a:ext uri="{FF2B5EF4-FFF2-40B4-BE49-F238E27FC236}">
                <a16:creationId xmlns:a16="http://schemas.microsoft.com/office/drawing/2014/main" id="{1DE689A2-ED8E-6449-8345-C15EAB8BCA76}"/>
              </a:ext>
            </a:extLst>
          </p:cNvPr>
          <p:cNvSpPr>
            <a:spLocks noGrp="1"/>
          </p:cNvSpPr>
          <p:nvPr>
            <p:ph type="body" sz="quarter" idx="13"/>
          </p:nvPr>
        </p:nvSpPr>
        <p:spPr>
          <a:xfrm>
            <a:off x="3254249" y="2492528"/>
            <a:ext cx="2788920" cy="2788920"/>
          </a:xfrm>
          <a:solidFill>
            <a:srgbClr val="881E87"/>
          </a:solidFill>
        </p:spPr>
        <p:txBody>
          <a:bodyPr lIns="274320" tIns="274320" rIns="182880" bIns="182880">
            <a:noAutofit/>
          </a:bodyPr>
          <a:lstStyle>
            <a:lvl1pPr marL="0" indent="0">
              <a:spcBef>
                <a:spcPts val="1200"/>
              </a:spcBef>
              <a:buNone/>
              <a:defRPr sz="1600">
                <a:solidFill>
                  <a:schemeClr val="bg1"/>
                </a:solidFill>
                <a:latin typeface="Aptos Light" panose="020B0004020202020204" pitchFamily="34" charset="0"/>
              </a:defRPr>
            </a:lvl1pPr>
            <a:lvl2pPr marL="182880" indent="-182880">
              <a:spcBef>
                <a:spcPts val="1200"/>
              </a:spcBef>
              <a:buFont typeface="Arial" panose="020B0604020202020204" pitchFamily="34" charset="0"/>
              <a:buChar char="•"/>
              <a:defRPr sz="1600">
                <a:solidFill>
                  <a:schemeClr val="bg1"/>
                </a:solidFill>
                <a:latin typeface="Aptos Light" panose="020B0004020202020204" pitchFamily="34" charset="0"/>
              </a:defRPr>
            </a:lvl2pPr>
            <a:lvl3pPr marL="365760">
              <a:defRPr sz="1600">
                <a:solidFill>
                  <a:schemeClr val="bg1"/>
                </a:solidFill>
                <a:latin typeface="Aptos Light" panose="020B0004020202020204" pitchFamily="34" charset="0"/>
              </a:defRPr>
            </a:lvl3pPr>
            <a:lvl4pPr marL="548640">
              <a:defRPr sz="1600">
                <a:solidFill>
                  <a:schemeClr val="bg1"/>
                </a:solidFill>
                <a:latin typeface="Aptos Light" panose="020B0004020202020204" pitchFamily="34" charset="0"/>
              </a:defRPr>
            </a:lvl4pPr>
            <a:lvl5pPr marL="731520">
              <a:defRPr sz="1600">
                <a:solidFill>
                  <a:schemeClr val="bg1"/>
                </a:solidFill>
                <a:latin typeface="Aptos Light" panose="020B0004020202020204" pitchFamily="34" charset="0"/>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4">
            <a:extLst>
              <a:ext uri="{FF2B5EF4-FFF2-40B4-BE49-F238E27FC236}">
                <a16:creationId xmlns:a16="http://schemas.microsoft.com/office/drawing/2014/main" id="{1F89D7C7-C7B4-A74A-B754-DF69007D9111}"/>
              </a:ext>
            </a:extLst>
          </p:cNvPr>
          <p:cNvSpPr>
            <a:spLocks noGrp="1"/>
          </p:cNvSpPr>
          <p:nvPr>
            <p:ph type="body" sz="quarter" idx="12"/>
          </p:nvPr>
        </p:nvSpPr>
        <p:spPr>
          <a:xfrm>
            <a:off x="9037322" y="2492528"/>
            <a:ext cx="2795016" cy="2788920"/>
          </a:xfrm>
          <a:solidFill>
            <a:srgbClr val="0097AC"/>
          </a:solidFill>
        </p:spPr>
        <p:txBody>
          <a:bodyPr lIns="274320" tIns="274320" rIns="182880" bIns="182880">
            <a:noAutofit/>
          </a:bodyPr>
          <a:lstStyle>
            <a:lvl1pPr marL="0" indent="0">
              <a:spcBef>
                <a:spcPts val="1200"/>
              </a:spcBef>
              <a:buNone/>
              <a:defRPr sz="1600">
                <a:solidFill>
                  <a:schemeClr val="bg1"/>
                </a:solidFill>
                <a:latin typeface="Aptos Light" panose="020B0004020202020204" pitchFamily="34" charset="0"/>
              </a:defRPr>
            </a:lvl1pPr>
            <a:lvl2pPr marL="182880" indent="-182880">
              <a:spcBef>
                <a:spcPts val="1200"/>
              </a:spcBef>
              <a:buFont typeface="Arial" panose="020B0604020202020204" pitchFamily="34" charset="0"/>
              <a:buChar char="•"/>
              <a:defRPr sz="1600">
                <a:solidFill>
                  <a:schemeClr val="bg1"/>
                </a:solidFill>
                <a:latin typeface="Aptos Light" panose="020B0004020202020204" pitchFamily="34" charset="0"/>
              </a:defRPr>
            </a:lvl2pPr>
            <a:lvl3pPr marL="365760">
              <a:defRPr sz="1600">
                <a:solidFill>
                  <a:schemeClr val="bg1"/>
                </a:solidFill>
                <a:latin typeface="Aptos Light" panose="020B0004020202020204" pitchFamily="34" charset="0"/>
              </a:defRPr>
            </a:lvl3pPr>
            <a:lvl4pPr marL="548640">
              <a:defRPr sz="1600">
                <a:solidFill>
                  <a:schemeClr val="bg1"/>
                </a:solidFill>
                <a:latin typeface="Aptos Light" panose="020B0004020202020204" pitchFamily="34" charset="0"/>
              </a:defRPr>
            </a:lvl4pPr>
            <a:lvl5pPr marL="731520">
              <a:defRPr sz="1600">
                <a:solidFill>
                  <a:schemeClr val="bg1"/>
                </a:solidFill>
                <a:latin typeface="Aptos Light" panose="020B0004020202020204" pitchFamily="34" charset="0"/>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5">
            <a:extLst>
              <a:ext uri="{FF2B5EF4-FFF2-40B4-BE49-F238E27FC236}">
                <a16:creationId xmlns:a16="http://schemas.microsoft.com/office/drawing/2014/main" id="{4C83E999-6B6B-E44A-8409-73A1C711A568}"/>
              </a:ext>
            </a:extLst>
          </p:cNvPr>
          <p:cNvSpPr>
            <a:spLocks noGrp="1"/>
          </p:cNvSpPr>
          <p:nvPr>
            <p:ph type="body" sz="quarter" idx="14"/>
          </p:nvPr>
        </p:nvSpPr>
        <p:spPr>
          <a:xfrm>
            <a:off x="365760" y="2492528"/>
            <a:ext cx="2788920" cy="2788920"/>
          </a:xfrm>
          <a:solidFill>
            <a:srgbClr val="006E74"/>
          </a:solidFill>
        </p:spPr>
        <p:txBody>
          <a:bodyPr lIns="274320" tIns="274320" rIns="182880" bIns="182880">
            <a:noAutofit/>
          </a:bodyPr>
          <a:lstStyle>
            <a:lvl1pPr marL="0" indent="0">
              <a:spcBef>
                <a:spcPts val="1200"/>
              </a:spcBef>
              <a:buNone/>
              <a:defRPr sz="1600">
                <a:solidFill>
                  <a:schemeClr val="bg1"/>
                </a:solidFill>
                <a:latin typeface="Aptos Light" panose="020B0004020202020204" pitchFamily="34" charset="0"/>
              </a:defRPr>
            </a:lvl1pPr>
            <a:lvl2pPr marL="182880" indent="-182880">
              <a:spcBef>
                <a:spcPts val="1200"/>
              </a:spcBef>
              <a:buFont typeface="Arial" panose="020B0604020202020204" pitchFamily="34" charset="0"/>
              <a:buChar char="•"/>
              <a:defRPr sz="1600">
                <a:solidFill>
                  <a:schemeClr val="bg1"/>
                </a:solidFill>
                <a:latin typeface="Aptos Light" panose="020B0004020202020204" pitchFamily="34" charset="0"/>
              </a:defRPr>
            </a:lvl2pPr>
            <a:lvl3pPr marL="365760">
              <a:defRPr sz="1600">
                <a:solidFill>
                  <a:schemeClr val="bg1"/>
                </a:solidFill>
                <a:latin typeface="Aptos Light" panose="020B0004020202020204" pitchFamily="34" charset="0"/>
              </a:defRPr>
            </a:lvl3pPr>
            <a:lvl4pPr marL="548640">
              <a:defRPr sz="1600">
                <a:solidFill>
                  <a:schemeClr val="bg1"/>
                </a:solidFill>
                <a:latin typeface="Aptos Light" panose="020B0004020202020204" pitchFamily="34" charset="0"/>
              </a:defRPr>
            </a:lvl4pPr>
            <a:lvl5pPr marL="731520">
              <a:defRPr sz="1600">
                <a:solidFill>
                  <a:schemeClr val="bg1"/>
                </a:solidFill>
                <a:latin typeface="Aptos Light" panose="020B0004020202020204" pitchFamily="34" charset="0"/>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946776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3832" userDrawn="1">
          <p15:clr>
            <a:srgbClr val="FBAE4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Text Cluster 0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A9F03-AF36-8741-89EC-934AF55A87B1}"/>
              </a:ext>
            </a:extLst>
          </p:cNvPr>
          <p:cNvSpPr>
            <a:spLocks noGrp="1"/>
          </p:cNvSpPr>
          <p:nvPr>
            <p:ph type="title" hasCustomPrompt="1"/>
          </p:nvPr>
        </p:nvSpPr>
        <p:spPr>
          <a:xfrm>
            <a:off x="365760" y="365760"/>
            <a:ext cx="7205471" cy="914400"/>
          </a:xfrm>
        </p:spPr>
        <p:txBody>
          <a:bodyPr/>
          <a:lstStyle>
            <a:lvl1pPr>
              <a:defRPr>
                <a:latin typeface="Aptos Light" panose="020B0004020202020204" pitchFamily="34" charset="0"/>
              </a:defRPr>
            </a:lvl1pPr>
          </a:lstStyle>
          <a:p>
            <a:r>
              <a:rPr lang="en-US"/>
              <a:t>[Slide title]</a:t>
            </a:r>
          </a:p>
        </p:txBody>
      </p:sp>
      <p:sp>
        <p:nvSpPr>
          <p:cNvPr id="4" name="Text Placeholder 2">
            <a:extLst>
              <a:ext uri="{FF2B5EF4-FFF2-40B4-BE49-F238E27FC236}">
                <a16:creationId xmlns:a16="http://schemas.microsoft.com/office/drawing/2014/main" id="{C6755960-CA7F-B343-93A9-6D346754C415}"/>
              </a:ext>
            </a:extLst>
          </p:cNvPr>
          <p:cNvSpPr>
            <a:spLocks noGrp="1"/>
          </p:cNvSpPr>
          <p:nvPr>
            <p:ph type="body" sz="quarter" idx="11"/>
          </p:nvPr>
        </p:nvSpPr>
        <p:spPr>
          <a:xfrm>
            <a:off x="6230848" y="1600200"/>
            <a:ext cx="4572000" cy="1828800"/>
          </a:xfrm>
          <a:solidFill>
            <a:schemeClr val="accent1"/>
          </a:solidFill>
        </p:spPr>
        <p:txBody>
          <a:bodyPr lIns="274320" tIns="274320" rIns="182880" bIns="182880">
            <a:noAutofit/>
          </a:bodyPr>
          <a:lstStyle>
            <a:lvl1pPr marL="0" indent="0">
              <a:spcBef>
                <a:spcPts val="1200"/>
              </a:spcBef>
              <a:buNone/>
              <a:defRPr sz="1600">
                <a:solidFill>
                  <a:schemeClr val="bg1"/>
                </a:solidFill>
                <a:latin typeface="Aptos Light" panose="020B0004020202020204" pitchFamily="34" charset="0"/>
              </a:defRPr>
            </a:lvl1pPr>
            <a:lvl2pPr marL="182880" indent="-182880">
              <a:spcBef>
                <a:spcPts val="1200"/>
              </a:spcBef>
              <a:buFont typeface="Arial" panose="020B0604020202020204" pitchFamily="34" charset="0"/>
              <a:buChar char="•"/>
              <a:defRPr sz="1600">
                <a:solidFill>
                  <a:schemeClr val="bg1"/>
                </a:solidFill>
                <a:latin typeface="Aptos Light" panose="020B0004020202020204" pitchFamily="34" charset="0"/>
              </a:defRPr>
            </a:lvl2pPr>
            <a:lvl3pPr marL="365760">
              <a:defRPr sz="1600">
                <a:solidFill>
                  <a:schemeClr val="bg1"/>
                </a:solidFill>
                <a:latin typeface="Aptos Light" panose="020B0004020202020204" pitchFamily="34" charset="0"/>
              </a:defRPr>
            </a:lvl3pPr>
            <a:lvl4pPr marL="548640">
              <a:defRPr sz="1600">
                <a:solidFill>
                  <a:schemeClr val="bg1"/>
                </a:solidFill>
                <a:latin typeface="Aptos Light" panose="020B0004020202020204" pitchFamily="34" charset="0"/>
              </a:defRPr>
            </a:lvl4pPr>
            <a:lvl5pPr marL="731520">
              <a:defRPr sz="1600">
                <a:solidFill>
                  <a:schemeClr val="bg1"/>
                </a:solidFill>
                <a:latin typeface="Aptos Light" panose="020B0004020202020204" pitchFamily="34" charset="0"/>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3">
            <a:extLst>
              <a:ext uri="{FF2B5EF4-FFF2-40B4-BE49-F238E27FC236}">
                <a16:creationId xmlns:a16="http://schemas.microsoft.com/office/drawing/2014/main" id="{1DE689A2-ED8E-6449-8345-C15EAB8BCA76}"/>
              </a:ext>
            </a:extLst>
          </p:cNvPr>
          <p:cNvSpPr>
            <a:spLocks noGrp="1"/>
          </p:cNvSpPr>
          <p:nvPr>
            <p:ph type="body" sz="quarter" idx="13"/>
          </p:nvPr>
        </p:nvSpPr>
        <p:spPr>
          <a:xfrm>
            <a:off x="1376856" y="1600200"/>
            <a:ext cx="4572000" cy="1828800"/>
          </a:xfrm>
          <a:solidFill>
            <a:schemeClr val="tx2"/>
          </a:solidFill>
        </p:spPr>
        <p:txBody>
          <a:bodyPr lIns="274320" tIns="274320" rIns="182880" bIns="182880">
            <a:noAutofit/>
          </a:bodyPr>
          <a:lstStyle>
            <a:lvl1pPr marL="0" indent="0">
              <a:spcBef>
                <a:spcPts val="1200"/>
              </a:spcBef>
              <a:buNone/>
              <a:defRPr sz="1600">
                <a:solidFill>
                  <a:schemeClr val="bg1"/>
                </a:solidFill>
                <a:latin typeface="Aptos Light" panose="020B0004020202020204" pitchFamily="34" charset="0"/>
              </a:defRPr>
            </a:lvl1pPr>
            <a:lvl2pPr marL="182880" indent="-182880">
              <a:spcBef>
                <a:spcPts val="1200"/>
              </a:spcBef>
              <a:buFont typeface="Arial" panose="020B0604020202020204" pitchFamily="34" charset="0"/>
              <a:buChar char="•"/>
              <a:defRPr sz="1600">
                <a:solidFill>
                  <a:schemeClr val="bg1"/>
                </a:solidFill>
                <a:latin typeface="Aptos Light" panose="020B0004020202020204" pitchFamily="34" charset="0"/>
              </a:defRPr>
            </a:lvl2pPr>
            <a:lvl3pPr marL="365760">
              <a:defRPr sz="1600">
                <a:solidFill>
                  <a:schemeClr val="bg1"/>
                </a:solidFill>
                <a:latin typeface="Aptos Light" panose="020B0004020202020204" pitchFamily="34" charset="0"/>
              </a:defRPr>
            </a:lvl3pPr>
            <a:lvl4pPr marL="548640">
              <a:defRPr sz="1600">
                <a:solidFill>
                  <a:schemeClr val="bg1"/>
                </a:solidFill>
                <a:latin typeface="Aptos Light" panose="020B0004020202020204" pitchFamily="34" charset="0"/>
              </a:defRPr>
            </a:lvl4pPr>
            <a:lvl5pPr marL="731520">
              <a:defRPr sz="1600">
                <a:solidFill>
                  <a:schemeClr val="bg1"/>
                </a:solidFill>
                <a:latin typeface="Aptos Light" panose="020B0004020202020204" pitchFamily="34" charset="0"/>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4">
            <a:extLst>
              <a:ext uri="{FF2B5EF4-FFF2-40B4-BE49-F238E27FC236}">
                <a16:creationId xmlns:a16="http://schemas.microsoft.com/office/drawing/2014/main" id="{4C83E999-6B6B-E44A-8409-73A1C711A568}"/>
              </a:ext>
            </a:extLst>
          </p:cNvPr>
          <p:cNvSpPr>
            <a:spLocks noGrp="1"/>
          </p:cNvSpPr>
          <p:nvPr>
            <p:ph type="body" sz="quarter" idx="14"/>
          </p:nvPr>
        </p:nvSpPr>
        <p:spPr>
          <a:xfrm>
            <a:off x="1376856" y="3749041"/>
            <a:ext cx="4572000" cy="1828800"/>
          </a:xfrm>
          <a:solidFill>
            <a:schemeClr val="accent2"/>
          </a:solidFill>
        </p:spPr>
        <p:txBody>
          <a:bodyPr lIns="274320" tIns="274320" rIns="182880" bIns="182880">
            <a:noAutofit/>
          </a:bodyPr>
          <a:lstStyle>
            <a:lvl1pPr marL="0" indent="0">
              <a:spcBef>
                <a:spcPts val="1200"/>
              </a:spcBef>
              <a:buNone/>
              <a:defRPr sz="1600">
                <a:solidFill>
                  <a:schemeClr val="bg1"/>
                </a:solidFill>
                <a:latin typeface="Aptos Light" panose="020B0004020202020204" pitchFamily="34" charset="0"/>
              </a:defRPr>
            </a:lvl1pPr>
            <a:lvl2pPr marL="182880" indent="-182880">
              <a:spcBef>
                <a:spcPts val="1200"/>
              </a:spcBef>
              <a:buFont typeface="Arial" panose="020B0604020202020204" pitchFamily="34" charset="0"/>
              <a:buChar char="•"/>
              <a:defRPr sz="1600">
                <a:solidFill>
                  <a:schemeClr val="bg1"/>
                </a:solidFill>
                <a:latin typeface="Aptos Light" panose="020B0004020202020204" pitchFamily="34" charset="0"/>
              </a:defRPr>
            </a:lvl2pPr>
            <a:lvl3pPr marL="365760">
              <a:defRPr sz="1600">
                <a:solidFill>
                  <a:schemeClr val="bg1"/>
                </a:solidFill>
                <a:latin typeface="Aptos Light" panose="020B0004020202020204" pitchFamily="34" charset="0"/>
              </a:defRPr>
            </a:lvl3pPr>
            <a:lvl4pPr marL="548640">
              <a:defRPr sz="1600">
                <a:solidFill>
                  <a:schemeClr val="bg1"/>
                </a:solidFill>
                <a:latin typeface="Aptos Light" panose="020B0004020202020204" pitchFamily="34" charset="0"/>
              </a:defRPr>
            </a:lvl4pPr>
            <a:lvl5pPr marL="731520">
              <a:defRPr sz="1600">
                <a:solidFill>
                  <a:schemeClr val="bg1"/>
                </a:solidFill>
                <a:latin typeface="Aptos Light" panose="020B0004020202020204" pitchFamily="34" charset="0"/>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5">
            <a:extLst>
              <a:ext uri="{FF2B5EF4-FFF2-40B4-BE49-F238E27FC236}">
                <a16:creationId xmlns:a16="http://schemas.microsoft.com/office/drawing/2014/main" id="{1F89D7C7-C7B4-A74A-B754-DF69007D9111}"/>
              </a:ext>
            </a:extLst>
          </p:cNvPr>
          <p:cNvSpPr>
            <a:spLocks noGrp="1"/>
          </p:cNvSpPr>
          <p:nvPr>
            <p:ph type="body" sz="quarter" idx="12"/>
          </p:nvPr>
        </p:nvSpPr>
        <p:spPr>
          <a:xfrm>
            <a:off x="6230848" y="3749041"/>
            <a:ext cx="4572000" cy="1828800"/>
          </a:xfrm>
          <a:solidFill>
            <a:schemeClr val="accent3"/>
          </a:solidFill>
        </p:spPr>
        <p:txBody>
          <a:bodyPr lIns="274320" tIns="274320" rIns="182880" bIns="182880">
            <a:noAutofit/>
          </a:bodyPr>
          <a:lstStyle>
            <a:lvl1pPr marL="0" indent="0">
              <a:spcBef>
                <a:spcPts val="1200"/>
              </a:spcBef>
              <a:buNone/>
              <a:defRPr sz="1600">
                <a:solidFill>
                  <a:schemeClr val="bg1"/>
                </a:solidFill>
                <a:latin typeface="Aptos Light" panose="020B0004020202020204" pitchFamily="34" charset="0"/>
              </a:defRPr>
            </a:lvl1pPr>
            <a:lvl2pPr marL="182880" indent="-182880">
              <a:spcBef>
                <a:spcPts val="1200"/>
              </a:spcBef>
              <a:buFont typeface="Arial" panose="020B0604020202020204" pitchFamily="34" charset="0"/>
              <a:buChar char="•"/>
              <a:defRPr sz="1600">
                <a:solidFill>
                  <a:schemeClr val="bg1"/>
                </a:solidFill>
                <a:latin typeface="Aptos Light" panose="020B0004020202020204" pitchFamily="34" charset="0"/>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42418305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3832" userDrawn="1">
          <p15:clr>
            <a:srgbClr val="FBAE4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Text Cluster 0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A9F03-AF36-8741-89EC-934AF55A87B1}"/>
              </a:ext>
            </a:extLst>
          </p:cNvPr>
          <p:cNvSpPr>
            <a:spLocks noGrp="1"/>
          </p:cNvSpPr>
          <p:nvPr>
            <p:ph type="title" hasCustomPrompt="1"/>
          </p:nvPr>
        </p:nvSpPr>
        <p:spPr>
          <a:xfrm>
            <a:off x="365760" y="365760"/>
            <a:ext cx="7205471" cy="914400"/>
          </a:xfrm>
        </p:spPr>
        <p:txBody>
          <a:bodyPr/>
          <a:lstStyle>
            <a:lvl1pPr>
              <a:defRPr>
                <a:latin typeface="Aptos Light" panose="020B0004020202020204" pitchFamily="34" charset="0"/>
              </a:defRPr>
            </a:lvl1pPr>
          </a:lstStyle>
          <a:p>
            <a:r>
              <a:rPr lang="en-US"/>
              <a:t>[Slide title]</a:t>
            </a:r>
          </a:p>
        </p:txBody>
      </p:sp>
      <p:sp>
        <p:nvSpPr>
          <p:cNvPr id="4" name="Text Placeholder 2">
            <a:extLst>
              <a:ext uri="{FF2B5EF4-FFF2-40B4-BE49-F238E27FC236}">
                <a16:creationId xmlns:a16="http://schemas.microsoft.com/office/drawing/2014/main" id="{C6755960-CA7F-B343-93A9-6D346754C415}"/>
              </a:ext>
            </a:extLst>
          </p:cNvPr>
          <p:cNvSpPr>
            <a:spLocks noGrp="1"/>
          </p:cNvSpPr>
          <p:nvPr>
            <p:ph type="body" sz="quarter" idx="11"/>
          </p:nvPr>
        </p:nvSpPr>
        <p:spPr>
          <a:xfrm>
            <a:off x="6230848" y="1854310"/>
            <a:ext cx="4572000" cy="1828800"/>
          </a:xfrm>
          <a:solidFill>
            <a:schemeClr val="bg2"/>
          </a:solidFill>
        </p:spPr>
        <p:txBody>
          <a:bodyPr lIns="274320" tIns="274320" rIns="182880" bIns="182880">
            <a:noAutofit/>
          </a:bodyPr>
          <a:lstStyle>
            <a:lvl1pPr marL="0" indent="0">
              <a:spcBef>
                <a:spcPts val="1200"/>
              </a:spcBef>
              <a:buNone/>
              <a:defRPr sz="1600">
                <a:solidFill>
                  <a:schemeClr val="tx1"/>
                </a:solidFill>
                <a:latin typeface="Aptos Light" panose="020B0004020202020204" pitchFamily="34" charset="0"/>
              </a:defRPr>
            </a:lvl1pPr>
            <a:lvl2pPr marL="182880" indent="-182880">
              <a:spcBef>
                <a:spcPts val="1200"/>
              </a:spcBef>
              <a:buFont typeface="Arial" panose="020B0604020202020204" pitchFamily="34" charset="0"/>
              <a:buChar char="•"/>
              <a:defRPr sz="1600">
                <a:solidFill>
                  <a:schemeClr val="tx1"/>
                </a:solidFill>
                <a:latin typeface="Aptos Light" panose="020B0004020202020204" pitchFamily="34" charset="0"/>
              </a:defRPr>
            </a:lvl2pPr>
            <a:lvl3pPr marL="365760">
              <a:defRPr sz="1600">
                <a:solidFill>
                  <a:schemeClr val="tx1"/>
                </a:solidFill>
                <a:latin typeface="Aptos Light" panose="020B0004020202020204" pitchFamily="34" charset="0"/>
              </a:defRPr>
            </a:lvl3pPr>
            <a:lvl4pPr marL="548640">
              <a:defRPr sz="1600">
                <a:solidFill>
                  <a:schemeClr val="tx1"/>
                </a:solidFill>
                <a:latin typeface="Aptos Light" panose="020B0004020202020204" pitchFamily="34" charset="0"/>
              </a:defRPr>
            </a:lvl4pPr>
            <a:lvl5pPr marL="731520">
              <a:defRPr sz="1600">
                <a:solidFill>
                  <a:schemeClr val="tx1"/>
                </a:solidFill>
                <a:latin typeface="Aptos Light" panose="020B0004020202020204" pitchFamily="34" charset="0"/>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3">
            <a:extLst>
              <a:ext uri="{FF2B5EF4-FFF2-40B4-BE49-F238E27FC236}">
                <a16:creationId xmlns:a16="http://schemas.microsoft.com/office/drawing/2014/main" id="{1DE689A2-ED8E-6449-8345-C15EAB8BCA76}"/>
              </a:ext>
            </a:extLst>
          </p:cNvPr>
          <p:cNvSpPr>
            <a:spLocks noGrp="1"/>
          </p:cNvSpPr>
          <p:nvPr>
            <p:ph type="body" sz="quarter" idx="13"/>
          </p:nvPr>
        </p:nvSpPr>
        <p:spPr>
          <a:xfrm>
            <a:off x="1376857" y="1854310"/>
            <a:ext cx="4572000" cy="1828800"/>
          </a:xfrm>
          <a:solidFill>
            <a:schemeClr val="bg2"/>
          </a:solidFill>
        </p:spPr>
        <p:txBody>
          <a:bodyPr lIns="274320" tIns="274320" rIns="182880" bIns="182880">
            <a:noAutofit/>
          </a:bodyPr>
          <a:lstStyle>
            <a:lvl1pPr marL="0" indent="0">
              <a:spcBef>
                <a:spcPts val="1200"/>
              </a:spcBef>
              <a:buNone/>
              <a:defRPr sz="1600">
                <a:solidFill>
                  <a:schemeClr val="tx1"/>
                </a:solidFill>
                <a:latin typeface="Aptos Light" panose="020B0004020202020204" pitchFamily="34" charset="0"/>
              </a:defRPr>
            </a:lvl1pPr>
            <a:lvl2pPr marL="182880" indent="-182880">
              <a:spcBef>
                <a:spcPts val="1200"/>
              </a:spcBef>
              <a:buFont typeface="Arial" panose="020B0604020202020204" pitchFamily="34" charset="0"/>
              <a:buChar char="•"/>
              <a:defRPr sz="1600">
                <a:solidFill>
                  <a:schemeClr val="tx1"/>
                </a:solidFill>
                <a:latin typeface="Aptos Light" panose="020B0004020202020204" pitchFamily="34" charset="0"/>
              </a:defRPr>
            </a:lvl2pPr>
            <a:lvl3pPr marL="365760">
              <a:defRPr sz="1600">
                <a:solidFill>
                  <a:schemeClr val="tx1"/>
                </a:solidFill>
                <a:latin typeface="Aptos Light" panose="020B0004020202020204" pitchFamily="34" charset="0"/>
              </a:defRPr>
            </a:lvl3pPr>
            <a:lvl4pPr marL="548640">
              <a:defRPr sz="1600">
                <a:solidFill>
                  <a:schemeClr val="tx1"/>
                </a:solidFill>
                <a:latin typeface="Aptos Light" panose="020B0004020202020204" pitchFamily="34" charset="0"/>
              </a:defRPr>
            </a:lvl4pPr>
            <a:lvl5pPr marL="731520">
              <a:defRPr sz="1600">
                <a:solidFill>
                  <a:schemeClr val="tx1"/>
                </a:solidFill>
                <a:latin typeface="Aptos Light" panose="020B0004020202020204" pitchFamily="34" charset="0"/>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4">
            <a:extLst>
              <a:ext uri="{FF2B5EF4-FFF2-40B4-BE49-F238E27FC236}">
                <a16:creationId xmlns:a16="http://schemas.microsoft.com/office/drawing/2014/main" id="{4C83E999-6B6B-E44A-8409-73A1C711A568}"/>
              </a:ext>
            </a:extLst>
          </p:cNvPr>
          <p:cNvSpPr>
            <a:spLocks noGrp="1"/>
          </p:cNvSpPr>
          <p:nvPr>
            <p:ph type="body" sz="quarter" idx="14"/>
          </p:nvPr>
        </p:nvSpPr>
        <p:spPr>
          <a:xfrm>
            <a:off x="1376857" y="4343400"/>
            <a:ext cx="4572000" cy="1828800"/>
          </a:xfrm>
          <a:solidFill>
            <a:schemeClr val="bg2"/>
          </a:solidFill>
        </p:spPr>
        <p:txBody>
          <a:bodyPr lIns="274320" tIns="274320" rIns="182880" bIns="182880">
            <a:noAutofit/>
          </a:bodyPr>
          <a:lstStyle>
            <a:lvl1pPr marL="0" indent="0">
              <a:spcBef>
                <a:spcPts val="1200"/>
              </a:spcBef>
              <a:buNone/>
              <a:defRPr sz="1600">
                <a:solidFill>
                  <a:schemeClr val="tx1"/>
                </a:solidFill>
                <a:latin typeface="Aptos Light" panose="020B0004020202020204" pitchFamily="34" charset="0"/>
              </a:defRPr>
            </a:lvl1pPr>
            <a:lvl2pPr marL="182880" indent="-182880">
              <a:spcBef>
                <a:spcPts val="1200"/>
              </a:spcBef>
              <a:buFont typeface="Arial" panose="020B0604020202020204" pitchFamily="34" charset="0"/>
              <a:buChar char="•"/>
              <a:defRPr sz="1600">
                <a:solidFill>
                  <a:schemeClr val="tx1"/>
                </a:solidFill>
                <a:latin typeface="Aptos Light" panose="020B0004020202020204" pitchFamily="34" charset="0"/>
              </a:defRPr>
            </a:lvl2pPr>
            <a:lvl3pPr marL="365760">
              <a:defRPr sz="1600">
                <a:solidFill>
                  <a:schemeClr val="tx1"/>
                </a:solidFill>
                <a:latin typeface="Aptos Light" panose="020B0004020202020204" pitchFamily="34" charset="0"/>
              </a:defRPr>
            </a:lvl3pPr>
            <a:lvl4pPr marL="548640">
              <a:defRPr sz="1600">
                <a:solidFill>
                  <a:schemeClr val="tx1"/>
                </a:solidFill>
                <a:latin typeface="Aptos Light" panose="020B0004020202020204" pitchFamily="34" charset="0"/>
              </a:defRPr>
            </a:lvl4pPr>
            <a:lvl5pPr marL="731520">
              <a:defRPr sz="1600">
                <a:solidFill>
                  <a:schemeClr val="tx1"/>
                </a:solidFill>
                <a:latin typeface="Aptos Light" panose="020B0004020202020204" pitchFamily="34" charset="0"/>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5">
            <a:extLst>
              <a:ext uri="{FF2B5EF4-FFF2-40B4-BE49-F238E27FC236}">
                <a16:creationId xmlns:a16="http://schemas.microsoft.com/office/drawing/2014/main" id="{1F89D7C7-C7B4-A74A-B754-DF69007D9111}"/>
              </a:ext>
            </a:extLst>
          </p:cNvPr>
          <p:cNvSpPr>
            <a:spLocks noGrp="1"/>
          </p:cNvSpPr>
          <p:nvPr>
            <p:ph type="body" sz="quarter" idx="12"/>
          </p:nvPr>
        </p:nvSpPr>
        <p:spPr>
          <a:xfrm>
            <a:off x="6230848" y="4343400"/>
            <a:ext cx="4572000" cy="1828800"/>
          </a:xfrm>
          <a:solidFill>
            <a:schemeClr val="bg2"/>
          </a:solidFill>
        </p:spPr>
        <p:txBody>
          <a:bodyPr lIns="274320" tIns="274320" rIns="182880" bIns="182880">
            <a:noAutofit/>
          </a:bodyPr>
          <a:lstStyle>
            <a:lvl1pPr marL="0" indent="0">
              <a:spcBef>
                <a:spcPts val="1200"/>
              </a:spcBef>
              <a:buNone/>
              <a:defRPr sz="1600">
                <a:solidFill>
                  <a:schemeClr val="tx1"/>
                </a:solidFill>
                <a:latin typeface="Aptos Light" panose="020B0004020202020204" pitchFamily="34" charset="0"/>
              </a:defRPr>
            </a:lvl1pPr>
            <a:lvl2pPr marL="182880" indent="-182880">
              <a:spcBef>
                <a:spcPts val="1200"/>
              </a:spcBef>
              <a:buFont typeface="Arial" panose="020B0604020202020204" pitchFamily="34" charset="0"/>
              <a:buChar char="•"/>
              <a:defRPr sz="1600">
                <a:solidFill>
                  <a:schemeClr val="tx1"/>
                </a:solidFill>
                <a:latin typeface="Aptos Light" panose="020B0004020202020204" pitchFamily="34" charset="0"/>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p:txBody>
      </p:sp>
      <p:sp>
        <p:nvSpPr>
          <p:cNvPr id="3" name="Rectangle 2">
            <a:extLst>
              <a:ext uri="{FF2B5EF4-FFF2-40B4-BE49-F238E27FC236}">
                <a16:creationId xmlns:a16="http://schemas.microsoft.com/office/drawing/2014/main" id="{21ED8479-B827-0543-818F-C205C61745F5}"/>
              </a:ext>
            </a:extLst>
          </p:cNvPr>
          <p:cNvSpPr/>
          <p:nvPr/>
        </p:nvSpPr>
        <p:spPr>
          <a:xfrm>
            <a:off x="1376857" y="1497496"/>
            <a:ext cx="4572000" cy="356814"/>
          </a:xfrm>
          <a:prstGeom prst="rect">
            <a:avLst/>
          </a:prstGeom>
          <a:solidFill>
            <a:schemeClr val="tx1"/>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latin typeface="Aptos Light" panose="020B0004020202020204" pitchFamily="34" charset="0"/>
            </a:endParaRPr>
          </a:p>
        </p:txBody>
      </p:sp>
      <p:sp>
        <p:nvSpPr>
          <p:cNvPr id="8" name="Rectangle 7">
            <a:extLst>
              <a:ext uri="{FF2B5EF4-FFF2-40B4-BE49-F238E27FC236}">
                <a16:creationId xmlns:a16="http://schemas.microsoft.com/office/drawing/2014/main" id="{DBF87AB8-C489-3145-A597-EBA19BBB89B8}"/>
              </a:ext>
            </a:extLst>
          </p:cNvPr>
          <p:cNvSpPr/>
          <p:nvPr/>
        </p:nvSpPr>
        <p:spPr>
          <a:xfrm>
            <a:off x="1376857" y="3975653"/>
            <a:ext cx="4572000" cy="356814"/>
          </a:xfrm>
          <a:prstGeom prst="rect">
            <a:avLst/>
          </a:prstGeom>
          <a:solidFill>
            <a:schemeClr val="tx1"/>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latin typeface="Aptos Light" panose="020B0004020202020204" pitchFamily="34" charset="0"/>
            </a:endParaRPr>
          </a:p>
        </p:txBody>
      </p:sp>
      <p:sp>
        <p:nvSpPr>
          <p:cNvPr id="9" name="Rectangle 8">
            <a:extLst>
              <a:ext uri="{FF2B5EF4-FFF2-40B4-BE49-F238E27FC236}">
                <a16:creationId xmlns:a16="http://schemas.microsoft.com/office/drawing/2014/main" id="{3B4BED1D-79F4-C94A-ADF6-531074C9CC03}"/>
              </a:ext>
            </a:extLst>
          </p:cNvPr>
          <p:cNvSpPr/>
          <p:nvPr/>
        </p:nvSpPr>
        <p:spPr>
          <a:xfrm>
            <a:off x="6230848" y="1497496"/>
            <a:ext cx="4572000" cy="356814"/>
          </a:xfrm>
          <a:prstGeom prst="rect">
            <a:avLst/>
          </a:prstGeom>
          <a:solidFill>
            <a:schemeClr val="tx1"/>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latin typeface="Aptos Light" panose="020B0004020202020204" pitchFamily="34" charset="0"/>
            </a:endParaRPr>
          </a:p>
        </p:txBody>
      </p:sp>
      <p:sp>
        <p:nvSpPr>
          <p:cNvPr id="11" name="Rectangle 10">
            <a:extLst>
              <a:ext uri="{FF2B5EF4-FFF2-40B4-BE49-F238E27FC236}">
                <a16:creationId xmlns:a16="http://schemas.microsoft.com/office/drawing/2014/main" id="{F7F839C8-5EEC-2744-92E7-CB78AEAB0B57}"/>
              </a:ext>
            </a:extLst>
          </p:cNvPr>
          <p:cNvSpPr/>
          <p:nvPr/>
        </p:nvSpPr>
        <p:spPr>
          <a:xfrm>
            <a:off x="6230848" y="3975653"/>
            <a:ext cx="4572000" cy="356814"/>
          </a:xfrm>
          <a:prstGeom prst="rect">
            <a:avLst/>
          </a:prstGeom>
          <a:solidFill>
            <a:schemeClr val="tx1"/>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latin typeface="Aptos Light" panose="020B0004020202020204" pitchFamily="34" charset="0"/>
            </a:endParaRPr>
          </a:p>
        </p:txBody>
      </p:sp>
      <p:sp>
        <p:nvSpPr>
          <p:cNvPr id="12" name="Text Placeholder 11">
            <a:extLst>
              <a:ext uri="{FF2B5EF4-FFF2-40B4-BE49-F238E27FC236}">
                <a16:creationId xmlns:a16="http://schemas.microsoft.com/office/drawing/2014/main" id="{3543EF2C-0E96-534C-9A2E-EA9740AB0AA3}"/>
              </a:ext>
            </a:extLst>
          </p:cNvPr>
          <p:cNvSpPr>
            <a:spLocks noGrp="1"/>
          </p:cNvSpPr>
          <p:nvPr>
            <p:ph type="body" sz="quarter" idx="15" hasCustomPrompt="1"/>
          </p:nvPr>
        </p:nvSpPr>
        <p:spPr>
          <a:xfrm>
            <a:off x="1376857" y="1497013"/>
            <a:ext cx="4572000" cy="357187"/>
          </a:xfrm>
        </p:spPr>
        <p:txBody>
          <a:bodyPr anchor="ctr" anchorCtr="0">
            <a:normAutofit/>
          </a:bodyPr>
          <a:lstStyle>
            <a:lvl1pPr marL="0" indent="0" algn="ctr">
              <a:buNone/>
              <a:defRPr sz="1600" b="1">
                <a:solidFill>
                  <a:schemeClr val="bg1"/>
                </a:solidFill>
                <a:latin typeface="Aptos Light" panose="020B0004020202020204" pitchFamily="34" charset="0"/>
              </a:defRPr>
            </a:lvl1pPr>
          </a:lstStyle>
          <a:p>
            <a:pPr lvl="0"/>
            <a:r>
              <a:rPr lang="en-US"/>
              <a:t>Title header</a:t>
            </a:r>
          </a:p>
        </p:txBody>
      </p:sp>
      <p:sp>
        <p:nvSpPr>
          <p:cNvPr id="13" name="Text Placeholder 11">
            <a:extLst>
              <a:ext uri="{FF2B5EF4-FFF2-40B4-BE49-F238E27FC236}">
                <a16:creationId xmlns:a16="http://schemas.microsoft.com/office/drawing/2014/main" id="{62A56C94-5ABB-0544-9381-F6B187E2CAE0}"/>
              </a:ext>
            </a:extLst>
          </p:cNvPr>
          <p:cNvSpPr>
            <a:spLocks noGrp="1"/>
          </p:cNvSpPr>
          <p:nvPr>
            <p:ph type="body" sz="quarter" idx="16" hasCustomPrompt="1"/>
          </p:nvPr>
        </p:nvSpPr>
        <p:spPr>
          <a:xfrm>
            <a:off x="6230848" y="1497013"/>
            <a:ext cx="4572000" cy="357187"/>
          </a:xfrm>
        </p:spPr>
        <p:txBody>
          <a:bodyPr anchor="ctr" anchorCtr="0">
            <a:normAutofit/>
          </a:bodyPr>
          <a:lstStyle>
            <a:lvl1pPr marL="0" indent="0" algn="ctr">
              <a:buNone/>
              <a:defRPr sz="1600" b="1">
                <a:solidFill>
                  <a:schemeClr val="bg1"/>
                </a:solidFill>
                <a:latin typeface="Aptos Light" panose="020B0004020202020204" pitchFamily="34" charset="0"/>
              </a:defRPr>
            </a:lvl1pPr>
          </a:lstStyle>
          <a:p>
            <a:pPr lvl="0"/>
            <a:r>
              <a:rPr lang="en-US"/>
              <a:t>Title header</a:t>
            </a:r>
          </a:p>
        </p:txBody>
      </p:sp>
      <p:sp>
        <p:nvSpPr>
          <p:cNvPr id="14" name="Text Placeholder 11">
            <a:extLst>
              <a:ext uri="{FF2B5EF4-FFF2-40B4-BE49-F238E27FC236}">
                <a16:creationId xmlns:a16="http://schemas.microsoft.com/office/drawing/2014/main" id="{20C83C36-F998-ED4D-9BF2-56A68F22134E}"/>
              </a:ext>
            </a:extLst>
          </p:cNvPr>
          <p:cNvSpPr>
            <a:spLocks noGrp="1"/>
          </p:cNvSpPr>
          <p:nvPr>
            <p:ph type="body" sz="quarter" idx="17" hasCustomPrompt="1"/>
          </p:nvPr>
        </p:nvSpPr>
        <p:spPr>
          <a:xfrm>
            <a:off x="6230848" y="3975170"/>
            <a:ext cx="4572000" cy="357187"/>
          </a:xfrm>
        </p:spPr>
        <p:txBody>
          <a:bodyPr anchor="ctr" anchorCtr="0">
            <a:normAutofit/>
          </a:bodyPr>
          <a:lstStyle>
            <a:lvl1pPr marL="0" indent="0" algn="ctr">
              <a:buNone/>
              <a:defRPr sz="1600" b="1">
                <a:solidFill>
                  <a:schemeClr val="bg1"/>
                </a:solidFill>
                <a:latin typeface="Aptos Light" panose="020B0004020202020204" pitchFamily="34" charset="0"/>
              </a:defRPr>
            </a:lvl1pPr>
          </a:lstStyle>
          <a:p>
            <a:pPr lvl="0"/>
            <a:r>
              <a:rPr lang="en-US"/>
              <a:t>Title header</a:t>
            </a:r>
          </a:p>
        </p:txBody>
      </p:sp>
      <p:sp>
        <p:nvSpPr>
          <p:cNvPr id="15" name="Text Placeholder 11">
            <a:extLst>
              <a:ext uri="{FF2B5EF4-FFF2-40B4-BE49-F238E27FC236}">
                <a16:creationId xmlns:a16="http://schemas.microsoft.com/office/drawing/2014/main" id="{C001CF52-94D1-C741-BCC2-8936AECB169A}"/>
              </a:ext>
            </a:extLst>
          </p:cNvPr>
          <p:cNvSpPr>
            <a:spLocks noGrp="1"/>
          </p:cNvSpPr>
          <p:nvPr>
            <p:ph type="body" sz="quarter" idx="18" hasCustomPrompt="1"/>
          </p:nvPr>
        </p:nvSpPr>
        <p:spPr>
          <a:xfrm>
            <a:off x="1376857" y="3975170"/>
            <a:ext cx="4572000" cy="357187"/>
          </a:xfrm>
        </p:spPr>
        <p:txBody>
          <a:bodyPr anchor="ctr" anchorCtr="0">
            <a:normAutofit/>
          </a:bodyPr>
          <a:lstStyle>
            <a:lvl1pPr marL="0" indent="0" algn="ctr">
              <a:buNone/>
              <a:defRPr sz="1600" b="1">
                <a:solidFill>
                  <a:schemeClr val="bg1"/>
                </a:solidFill>
                <a:latin typeface="Aptos Light" panose="020B0004020202020204" pitchFamily="34" charset="0"/>
              </a:defRPr>
            </a:lvl1pPr>
          </a:lstStyle>
          <a:p>
            <a:pPr lvl="0"/>
            <a:r>
              <a:rPr lang="en-US"/>
              <a:t>Title header</a:t>
            </a:r>
          </a:p>
        </p:txBody>
      </p:sp>
    </p:spTree>
    <p:extLst>
      <p:ext uri="{BB962C8B-B14F-4D97-AF65-F5344CB8AC3E}">
        <p14:creationId xmlns:p14="http://schemas.microsoft.com/office/powerpoint/2010/main" val="6900414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3832" userDrawn="1">
          <p15:clr>
            <a:srgbClr val="FBAE4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Text Cluster 0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A9F03-AF36-8741-89EC-934AF55A87B1}"/>
              </a:ext>
            </a:extLst>
          </p:cNvPr>
          <p:cNvSpPr>
            <a:spLocks noGrp="1"/>
          </p:cNvSpPr>
          <p:nvPr>
            <p:ph type="title" hasCustomPrompt="1"/>
          </p:nvPr>
        </p:nvSpPr>
        <p:spPr>
          <a:xfrm>
            <a:off x="365760" y="365760"/>
            <a:ext cx="7205471" cy="914400"/>
          </a:xfrm>
        </p:spPr>
        <p:txBody>
          <a:bodyPr/>
          <a:lstStyle>
            <a:lvl1pPr>
              <a:defRPr>
                <a:latin typeface="Aptos Light" panose="020B0004020202020204" pitchFamily="34" charset="0"/>
              </a:defRPr>
            </a:lvl1pPr>
          </a:lstStyle>
          <a:p>
            <a:r>
              <a:rPr lang="en-US"/>
              <a:t>[Slide title]</a:t>
            </a:r>
          </a:p>
        </p:txBody>
      </p:sp>
      <p:sp>
        <p:nvSpPr>
          <p:cNvPr id="7" name="Text Placeholder 2">
            <a:extLst>
              <a:ext uri="{FF2B5EF4-FFF2-40B4-BE49-F238E27FC236}">
                <a16:creationId xmlns:a16="http://schemas.microsoft.com/office/drawing/2014/main" id="{1DE689A2-ED8E-6449-8345-C15EAB8BCA76}"/>
              </a:ext>
            </a:extLst>
          </p:cNvPr>
          <p:cNvSpPr>
            <a:spLocks noGrp="1"/>
          </p:cNvSpPr>
          <p:nvPr>
            <p:ph type="body" sz="quarter" idx="13"/>
          </p:nvPr>
        </p:nvSpPr>
        <p:spPr>
          <a:xfrm>
            <a:off x="7708392" y="365125"/>
            <a:ext cx="2331720" cy="2332355"/>
          </a:xfrm>
          <a:solidFill>
            <a:srgbClr val="881E87"/>
          </a:solidFill>
        </p:spPr>
        <p:txBody>
          <a:bodyPr lIns="274320" tIns="274320" rIns="182880" bIns="182880">
            <a:noAutofit/>
          </a:bodyPr>
          <a:lstStyle>
            <a:lvl1pPr marL="0" indent="0">
              <a:spcBef>
                <a:spcPts val="1200"/>
              </a:spcBef>
              <a:buNone/>
              <a:defRPr sz="1600">
                <a:solidFill>
                  <a:schemeClr val="bg1"/>
                </a:solidFill>
                <a:latin typeface="Aptos Light" panose="020B0004020202020204" pitchFamily="34" charset="0"/>
              </a:defRPr>
            </a:lvl1pPr>
            <a:lvl2pPr marL="182880" indent="-182880">
              <a:spcBef>
                <a:spcPts val="1200"/>
              </a:spcBef>
              <a:buFont typeface="Arial" panose="020B0604020202020204" pitchFamily="34" charset="0"/>
              <a:buChar char="•"/>
              <a:defRPr sz="1600">
                <a:solidFill>
                  <a:schemeClr val="bg1"/>
                </a:solidFill>
                <a:latin typeface="Aptos Light" panose="020B0004020202020204" pitchFamily="34" charset="0"/>
              </a:defRPr>
            </a:lvl2pPr>
            <a:lvl3pPr marL="365760">
              <a:defRPr sz="1600">
                <a:solidFill>
                  <a:schemeClr val="bg1"/>
                </a:solidFill>
                <a:latin typeface="Aptos Light" panose="020B0004020202020204" pitchFamily="34" charset="0"/>
              </a:defRPr>
            </a:lvl3pPr>
            <a:lvl4pPr marL="548640">
              <a:defRPr sz="1600">
                <a:solidFill>
                  <a:schemeClr val="bg1"/>
                </a:solidFill>
                <a:latin typeface="Aptos Light" panose="020B0004020202020204" pitchFamily="34" charset="0"/>
              </a:defRPr>
            </a:lvl4pPr>
            <a:lvl5pPr marL="731520">
              <a:defRPr sz="1600">
                <a:solidFill>
                  <a:schemeClr val="bg1"/>
                </a:solidFill>
                <a:latin typeface="Aptos Light" panose="020B0004020202020204" pitchFamily="34" charset="0"/>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1F89D7C7-C7B4-A74A-B754-DF69007D9111}"/>
              </a:ext>
            </a:extLst>
          </p:cNvPr>
          <p:cNvSpPr>
            <a:spLocks noGrp="1"/>
          </p:cNvSpPr>
          <p:nvPr>
            <p:ph type="body" sz="quarter" idx="12"/>
          </p:nvPr>
        </p:nvSpPr>
        <p:spPr>
          <a:xfrm>
            <a:off x="2286000" y="1828801"/>
            <a:ext cx="5285231" cy="1874519"/>
          </a:xfrm>
          <a:solidFill>
            <a:srgbClr val="0097AC"/>
          </a:solidFill>
        </p:spPr>
        <p:txBody>
          <a:bodyPr lIns="274320" tIns="274320" rIns="182880" bIns="182880">
            <a:noAutofit/>
          </a:bodyPr>
          <a:lstStyle>
            <a:lvl1pPr marL="0" indent="0">
              <a:spcBef>
                <a:spcPts val="1200"/>
              </a:spcBef>
              <a:buNone/>
              <a:defRPr sz="1600">
                <a:solidFill>
                  <a:schemeClr val="bg1"/>
                </a:solidFill>
                <a:latin typeface="Aptos Light" panose="020B0004020202020204" pitchFamily="34" charset="0"/>
              </a:defRPr>
            </a:lvl1pPr>
            <a:lvl2pPr marL="182880" indent="-182880">
              <a:spcBef>
                <a:spcPts val="1200"/>
              </a:spcBef>
              <a:buFont typeface="Arial" panose="020B0604020202020204" pitchFamily="34" charset="0"/>
              <a:buChar char="•"/>
              <a:defRPr sz="1600">
                <a:solidFill>
                  <a:schemeClr val="bg1"/>
                </a:solidFill>
                <a:latin typeface="Aptos Light" panose="020B0004020202020204" pitchFamily="34" charset="0"/>
              </a:defRPr>
            </a:lvl2pPr>
            <a:lvl3pPr marL="365760">
              <a:defRPr sz="1600">
                <a:solidFill>
                  <a:schemeClr val="bg1"/>
                </a:solidFill>
                <a:latin typeface="Aptos Light" panose="020B0004020202020204" pitchFamily="34" charset="0"/>
              </a:defRPr>
            </a:lvl3pPr>
            <a:lvl4pPr marL="548640">
              <a:defRPr sz="1600">
                <a:solidFill>
                  <a:schemeClr val="bg1"/>
                </a:solidFill>
                <a:latin typeface="Aptos Light" panose="020B0004020202020204" pitchFamily="34" charset="0"/>
              </a:defRPr>
            </a:lvl4pPr>
            <a:lvl5pPr marL="731520">
              <a:defRPr sz="1600">
                <a:solidFill>
                  <a:schemeClr val="bg1"/>
                </a:solidFill>
                <a:latin typeface="Aptos Light" panose="020B0004020202020204" pitchFamily="34" charset="0"/>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4">
            <a:extLst>
              <a:ext uri="{FF2B5EF4-FFF2-40B4-BE49-F238E27FC236}">
                <a16:creationId xmlns:a16="http://schemas.microsoft.com/office/drawing/2014/main" id="{4C83E999-6B6B-E44A-8409-73A1C711A568}"/>
              </a:ext>
            </a:extLst>
          </p:cNvPr>
          <p:cNvSpPr>
            <a:spLocks noGrp="1"/>
          </p:cNvSpPr>
          <p:nvPr>
            <p:ph type="body" sz="quarter" idx="14"/>
          </p:nvPr>
        </p:nvSpPr>
        <p:spPr>
          <a:xfrm>
            <a:off x="7708392" y="2834640"/>
            <a:ext cx="4114800" cy="3246120"/>
          </a:xfrm>
          <a:solidFill>
            <a:srgbClr val="006E74"/>
          </a:solidFill>
        </p:spPr>
        <p:txBody>
          <a:bodyPr lIns="274320" tIns="274320" rIns="182880" bIns="182880">
            <a:noAutofit/>
          </a:bodyPr>
          <a:lstStyle>
            <a:lvl1pPr marL="0" indent="0">
              <a:spcBef>
                <a:spcPts val="1200"/>
              </a:spcBef>
              <a:buNone/>
              <a:defRPr sz="1600">
                <a:solidFill>
                  <a:schemeClr val="bg1"/>
                </a:solidFill>
                <a:latin typeface="Aptos Light" panose="020B0004020202020204" pitchFamily="34" charset="0"/>
              </a:defRPr>
            </a:lvl1pPr>
            <a:lvl2pPr marL="182880" indent="-182880">
              <a:spcBef>
                <a:spcPts val="1200"/>
              </a:spcBef>
              <a:buFont typeface="Arial" panose="020B0604020202020204" pitchFamily="34" charset="0"/>
              <a:buChar char="•"/>
              <a:defRPr sz="1600">
                <a:solidFill>
                  <a:schemeClr val="bg1"/>
                </a:solidFill>
                <a:latin typeface="Aptos Light" panose="020B0004020202020204" pitchFamily="34" charset="0"/>
              </a:defRPr>
            </a:lvl2pPr>
            <a:lvl3pPr marL="365760">
              <a:defRPr sz="1600">
                <a:solidFill>
                  <a:schemeClr val="bg1"/>
                </a:solidFill>
                <a:latin typeface="Aptos Light" panose="020B0004020202020204" pitchFamily="34" charset="0"/>
              </a:defRPr>
            </a:lvl3pPr>
            <a:lvl4pPr marL="548640">
              <a:defRPr sz="1600">
                <a:solidFill>
                  <a:schemeClr val="bg1"/>
                </a:solidFill>
                <a:latin typeface="Aptos Light" panose="020B0004020202020204" pitchFamily="34" charset="0"/>
              </a:defRPr>
            </a:lvl4pPr>
            <a:lvl5pPr marL="731520">
              <a:defRPr sz="1600">
                <a:solidFill>
                  <a:schemeClr val="bg1"/>
                </a:solidFill>
                <a:latin typeface="Aptos Light" panose="020B0004020202020204" pitchFamily="34" charset="0"/>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5">
            <a:extLst>
              <a:ext uri="{FF2B5EF4-FFF2-40B4-BE49-F238E27FC236}">
                <a16:creationId xmlns:a16="http://schemas.microsoft.com/office/drawing/2014/main" id="{C6755960-CA7F-B343-93A9-6D346754C415}"/>
              </a:ext>
            </a:extLst>
          </p:cNvPr>
          <p:cNvSpPr>
            <a:spLocks noGrp="1"/>
          </p:cNvSpPr>
          <p:nvPr>
            <p:ph type="body" sz="quarter" idx="11"/>
          </p:nvPr>
        </p:nvSpPr>
        <p:spPr>
          <a:xfrm>
            <a:off x="4617720" y="3840480"/>
            <a:ext cx="2953513" cy="2240280"/>
          </a:xfrm>
          <a:solidFill>
            <a:srgbClr val="003C51"/>
          </a:solidFill>
        </p:spPr>
        <p:txBody>
          <a:bodyPr lIns="274320" tIns="274320" rIns="182880" bIns="182880">
            <a:noAutofit/>
          </a:bodyPr>
          <a:lstStyle>
            <a:lvl1pPr marL="0" indent="0">
              <a:spcBef>
                <a:spcPts val="1200"/>
              </a:spcBef>
              <a:buNone/>
              <a:defRPr sz="1600">
                <a:solidFill>
                  <a:schemeClr val="bg1"/>
                </a:solidFill>
                <a:latin typeface="Aptos Light" panose="020B0004020202020204" pitchFamily="34" charset="0"/>
              </a:defRPr>
            </a:lvl1pPr>
            <a:lvl2pPr marL="182880" indent="-182880">
              <a:spcBef>
                <a:spcPts val="1200"/>
              </a:spcBef>
              <a:buFont typeface="Arial" panose="020B0604020202020204" pitchFamily="34" charset="0"/>
              <a:buChar char="•"/>
              <a:defRPr sz="1600">
                <a:solidFill>
                  <a:schemeClr val="bg1"/>
                </a:solidFill>
                <a:latin typeface="Aptos Light" panose="020B0004020202020204" pitchFamily="34" charset="0"/>
              </a:defRPr>
            </a:lvl2pPr>
            <a:lvl3pPr marL="365760">
              <a:defRPr sz="1600">
                <a:solidFill>
                  <a:schemeClr val="bg1"/>
                </a:solidFill>
                <a:latin typeface="Aptos Light" panose="020B0004020202020204" pitchFamily="34" charset="0"/>
              </a:defRPr>
            </a:lvl3pPr>
            <a:lvl4pPr marL="548640">
              <a:defRPr sz="1600">
                <a:solidFill>
                  <a:schemeClr val="bg1"/>
                </a:solidFill>
                <a:latin typeface="Aptos Light" panose="020B0004020202020204" pitchFamily="34" charset="0"/>
              </a:defRPr>
            </a:lvl4pPr>
            <a:lvl5pPr marL="731520">
              <a:defRPr sz="1600">
                <a:solidFill>
                  <a:schemeClr val="bg1"/>
                </a:solidFill>
                <a:latin typeface="Aptos Light" panose="020B0004020202020204" pitchFamily="34" charset="0"/>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23022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3832" userDrawn="1">
          <p15:clr>
            <a:srgbClr val="FBAE4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Case Stud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A9F03-AF36-8741-89EC-934AF55A87B1}"/>
              </a:ext>
            </a:extLst>
          </p:cNvPr>
          <p:cNvSpPr>
            <a:spLocks noGrp="1"/>
          </p:cNvSpPr>
          <p:nvPr>
            <p:ph type="title" hasCustomPrompt="1"/>
          </p:nvPr>
        </p:nvSpPr>
        <p:spPr>
          <a:xfrm>
            <a:off x="365761" y="365760"/>
            <a:ext cx="3817619" cy="1120140"/>
          </a:xfrm>
        </p:spPr>
        <p:txBody>
          <a:bodyPr/>
          <a:lstStyle>
            <a:lvl1pPr>
              <a:defRPr>
                <a:latin typeface="Aptos Light" panose="020B0004020202020204" pitchFamily="34" charset="0"/>
              </a:defRPr>
            </a:lvl1pPr>
          </a:lstStyle>
          <a:p>
            <a:r>
              <a:rPr lang="en-US"/>
              <a:t>[Slide title]</a:t>
            </a:r>
          </a:p>
        </p:txBody>
      </p:sp>
      <p:sp>
        <p:nvSpPr>
          <p:cNvPr id="6" name="Text Placeholder 3">
            <a:extLst>
              <a:ext uri="{FF2B5EF4-FFF2-40B4-BE49-F238E27FC236}">
                <a16:creationId xmlns:a16="http://schemas.microsoft.com/office/drawing/2014/main" id="{1F89D7C7-C7B4-A74A-B754-DF69007D9111}"/>
              </a:ext>
            </a:extLst>
          </p:cNvPr>
          <p:cNvSpPr>
            <a:spLocks noGrp="1"/>
          </p:cNvSpPr>
          <p:nvPr>
            <p:ph type="body" sz="quarter" idx="12"/>
          </p:nvPr>
        </p:nvSpPr>
        <p:spPr>
          <a:xfrm>
            <a:off x="809245" y="3017521"/>
            <a:ext cx="3374135" cy="3063240"/>
          </a:xfrm>
          <a:solidFill>
            <a:srgbClr val="0097AC"/>
          </a:solidFill>
        </p:spPr>
        <p:txBody>
          <a:bodyPr lIns="274320" tIns="274320" rIns="182880" bIns="182880">
            <a:noAutofit/>
          </a:bodyPr>
          <a:lstStyle>
            <a:lvl1pPr marL="0" indent="0">
              <a:spcBef>
                <a:spcPts val="1200"/>
              </a:spcBef>
              <a:buNone/>
              <a:defRPr sz="1600">
                <a:solidFill>
                  <a:schemeClr val="bg1"/>
                </a:solidFill>
                <a:latin typeface="Aptos Light" panose="020B0004020202020204" pitchFamily="34" charset="0"/>
              </a:defRPr>
            </a:lvl1pPr>
            <a:lvl2pPr marL="182880" indent="-182880">
              <a:spcBef>
                <a:spcPts val="1200"/>
              </a:spcBef>
              <a:buFont typeface="Arial" panose="020B0604020202020204" pitchFamily="34" charset="0"/>
              <a:buChar char="•"/>
              <a:defRPr sz="1600">
                <a:solidFill>
                  <a:schemeClr val="bg1"/>
                </a:solidFill>
                <a:latin typeface="Aptos Light" panose="020B0004020202020204" pitchFamily="34" charset="0"/>
              </a:defRPr>
            </a:lvl2pPr>
            <a:lvl3pPr marL="365760">
              <a:defRPr sz="1600">
                <a:solidFill>
                  <a:schemeClr val="bg1"/>
                </a:solidFill>
                <a:latin typeface="Aptos Light" panose="020B0004020202020204" pitchFamily="34" charset="0"/>
              </a:defRPr>
            </a:lvl3pPr>
            <a:lvl4pPr marL="548640">
              <a:defRPr sz="1600">
                <a:solidFill>
                  <a:schemeClr val="bg1"/>
                </a:solidFill>
                <a:latin typeface="Aptos Light" panose="020B0004020202020204" pitchFamily="34" charset="0"/>
              </a:defRPr>
            </a:lvl4pPr>
            <a:lvl5pPr marL="731520">
              <a:defRPr sz="1600">
                <a:solidFill>
                  <a:schemeClr val="bg1"/>
                </a:solidFill>
                <a:latin typeface="Aptos Light" panose="020B0004020202020204" pitchFamily="34" charset="0"/>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5">
            <a:extLst>
              <a:ext uri="{FF2B5EF4-FFF2-40B4-BE49-F238E27FC236}">
                <a16:creationId xmlns:a16="http://schemas.microsoft.com/office/drawing/2014/main" id="{C6755960-CA7F-B343-93A9-6D346754C415}"/>
              </a:ext>
            </a:extLst>
          </p:cNvPr>
          <p:cNvSpPr>
            <a:spLocks noGrp="1"/>
          </p:cNvSpPr>
          <p:nvPr>
            <p:ph type="body" sz="quarter" idx="11"/>
          </p:nvPr>
        </p:nvSpPr>
        <p:spPr>
          <a:xfrm>
            <a:off x="4411980" y="4114800"/>
            <a:ext cx="7780020" cy="1965960"/>
          </a:xfrm>
          <a:solidFill>
            <a:srgbClr val="003C51"/>
          </a:solidFill>
        </p:spPr>
        <p:txBody>
          <a:bodyPr lIns="274320" tIns="274320" rIns="182880" bIns="182880">
            <a:noAutofit/>
          </a:bodyPr>
          <a:lstStyle>
            <a:lvl1pPr marL="0" indent="0">
              <a:spcBef>
                <a:spcPts val="1200"/>
              </a:spcBef>
              <a:buNone/>
              <a:defRPr sz="1600">
                <a:solidFill>
                  <a:schemeClr val="bg1"/>
                </a:solidFill>
                <a:latin typeface="Aptos Light" panose="020B0004020202020204" pitchFamily="34" charset="0"/>
              </a:defRPr>
            </a:lvl1pPr>
            <a:lvl2pPr marL="182880" indent="-182880">
              <a:spcBef>
                <a:spcPts val="1200"/>
              </a:spcBef>
              <a:buFont typeface="Arial" panose="020B0604020202020204" pitchFamily="34" charset="0"/>
              <a:buChar char="•"/>
              <a:defRPr sz="1600">
                <a:solidFill>
                  <a:schemeClr val="bg1"/>
                </a:solidFill>
                <a:latin typeface="Aptos Light" panose="020B0004020202020204" pitchFamily="34" charset="0"/>
              </a:defRPr>
            </a:lvl2pPr>
            <a:lvl3pPr marL="365760">
              <a:defRPr sz="1600">
                <a:solidFill>
                  <a:schemeClr val="bg1"/>
                </a:solidFill>
                <a:latin typeface="Aptos Light" panose="020B0004020202020204" pitchFamily="34" charset="0"/>
              </a:defRPr>
            </a:lvl3pPr>
            <a:lvl4pPr marL="548640">
              <a:defRPr sz="1600">
                <a:solidFill>
                  <a:schemeClr val="bg1"/>
                </a:solidFill>
                <a:latin typeface="Aptos Light" panose="020B0004020202020204" pitchFamily="34" charset="0"/>
              </a:defRPr>
            </a:lvl4pPr>
            <a:lvl5pPr marL="731520">
              <a:defRPr sz="1600">
                <a:solidFill>
                  <a:schemeClr val="bg1"/>
                </a:solidFill>
                <a:latin typeface="Aptos Light" panose="020B0004020202020204" pitchFamily="34" charset="0"/>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2">
            <a:extLst>
              <a:ext uri="{FF2B5EF4-FFF2-40B4-BE49-F238E27FC236}">
                <a16:creationId xmlns:a16="http://schemas.microsoft.com/office/drawing/2014/main" id="{3A51F650-E379-3E45-B320-89D0A550D566}"/>
              </a:ext>
            </a:extLst>
          </p:cNvPr>
          <p:cNvSpPr>
            <a:spLocks noGrp="1"/>
          </p:cNvSpPr>
          <p:nvPr>
            <p:ph type="body" sz="quarter" idx="13"/>
          </p:nvPr>
        </p:nvSpPr>
        <p:spPr>
          <a:xfrm>
            <a:off x="4411980" y="1280160"/>
            <a:ext cx="2331720" cy="2629217"/>
          </a:xfrm>
          <a:solidFill>
            <a:schemeClr val="tx1"/>
          </a:solidFill>
        </p:spPr>
        <p:txBody>
          <a:bodyPr lIns="274320" tIns="274320" rIns="182880" bIns="182880">
            <a:noAutofit/>
          </a:bodyPr>
          <a:lstStyle>
            <a:lvl1pPr marL="0" indent="0">
              <a:spcBef>
                <a:spcPts val="1200"/>
              </a:spcBef>
              <a:buNone/>
              <a:defRPr sz="1600">
                <a:solidFill>
                  <a:schemeClr val="bg1"/>
                </a:solidFill>
                <a:latin typeface="Aptos Light" panose="020B0004020202020204" pitchFamily="34" charset="0"/>
              </a:defRPr>
            </a:lvl1pPr>
            <a:lvl2pPr marL="182880" indent="-182880">
              <a:spcBef>
                <a:spcPts val="1200"/>
              </a:spcBef>
              <a:buFont typeface="Arial" panose="020B0604020202020204" pitchFamily="34" charset="0"/>
              <a:buChar char="•"/>
              <a:defRPr sz="1600">
                <a:solidFill>
                  <a:schemeClr val="bg1"/>
                </a:solidFill>
                <a:latin typeface="Aptos Light" panose="020B0004020202020204" pitchFamily="34" charset="0"/>
              </a:defRPr>
            </a:lvl2pPr>
            <a:lvl3pPr marL="365760">
              <a:defRPr sz="1600">
                <a:solidFill>
                  <a:schemeClr val="bg1"/>
                </a:solidFill>
                <a:latin typeface="Aptos Light" panose="020B0004020202020204" pitchFamily="34" charset="0"/>
              </a:defRPr>
            </a:lvl3pPr>
            <a:lvl4pPr marL="548640">
              <a:defRPr sz="1600">
                <a:solidFill>
                  <a:schemeClr val="bg1"/>
                </a:solidFill>
                <a:latin typeface="Aptos Light" panose="020B0004020202020204" pitchFamily="34" charset="0"/>
              </a:defRPr>
            </a:lvl4pPr>
            <a:lvl5pPr marL="731520">
              <a:defRPr sz="1600">
                <a:solidFill>
                  <a:schemeClr val="bg1"/>
                </a:solidFill>
                <a:latin typeface="Aptos Light" panose="020B0004020202020204" pitchFamily="34" charset="0"/>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2">
            <a:extLst>
              <a:ext uri="{FF2B5EF4-FFF2-40B4-BE49-F238E27FC236}">
                <a16:creationId xmlns:a16="http://schemas.microsoft.com/office/drawing/2014/main" id="{06C11E3F-0D9E-0A4A-B201-335DD1847B8B}"/>
              </a:ext>
            </a:extLst>
          </p:cNvPr>
          <p:cNvSpPr>
            <a:spLocks noGrp="1"/>
          </p:cNvSpPr>
          <p:nvPr>
            <p:ph type="pic" sz="quarter" idx="16" hasCustomPrompt="1"/>
          </p:nvPr>
        </p:nvSpPr>
        <p:spPr>
          <a:xfrm>
            <a:off x="6743700" y="0"/>
            <a:ext cx="5448300" cy="4114800"/>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a:t>[Click icon to insert photo]</a:t>
            </a:r>
          </a:p>
        </p:txBody>
      </p:sp>
    </p:spTree>
    <p:extLst>
      <p:ext uri="{BB962C8B-B14F-4D97-AF65-F5344CB8AC3E}">
        <p14:creationId xmlns:p14="http://schemas.microsoft.com/office/powerpoint/2010/main" val="17592055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3832" userDrawn="1">
          <p15:clr>
            <a:srgbClr val="FBAE4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1_Text Cluster 0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A9F03-AF36-8741-89EC-934AF55A87B1}"/>
              </a:ext>
            </a:extLst>
          </p:cNvPr>
          <p:cNvSpPr>
            <a:spLocks noGrp="1"/>
          </p:cNvSpPr>
          <p:nvPr>
            <p:ph type="title" hasCustomPrompt="1"/>
          </p:nvPr>
        </p:nvSpPr>
        <p:spPr>
          <a:xfrm>
            <a:off x="365760" y="365760"/>
            <a:ext cx="8519160" cy="914400"/>
          </a:xfrm>
        </p:spPr>
        <p:txBody>
          <a:bodyPr/>
          <a:lstStyle/>
          <a:p>
            <a:r>
              <a:rPr lang="en-US"/>
              <a:t>[Slide title]</a:t>
            </a:r>
          </a:p>
        </p:txBody>
      </p:sp>
      <p:sp>
        <p:nvSpPr>
          <p:cNvPr id="4" name="Text Placeholder 2">
            <a:extLst>
              <a:ext uri="{FF2B5EF4-FFF2-40B4-BE49-F238E27FC236}">
                <a16:creationId xmlns:a16="http://schemas.microsoft.com/office/drawing/2014/main" id="{C6755960-CA7F-B343-93A9-6D346754C415}"/>
              </a:ext>
            </a:extLst>
          </p:cNvPr>
          <p:cNvSpPr>
            <a:spLocks noGrp="1"/>
          </p:cNvSpPr>
          <p:nvPr>
            <p:ph type="body" sz="quarter" idx="11"/>
          </p:nvPr>
        </p:nvSpPr>
        <p:spPr>
          <a:xfrm>
            <a:off x="9028176" y="365760"/>
            <a:ext cx="2795016" cy="2788920"/>
          </a:xfrm>
          <a:solidFill>
            <a:srgbClr val="003C51"/>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3">
            <a:extLst>
              <a:ext uri="{FF2B5EF4-FFF2-40B4-BE49-F238E27FC236}">
                <a16:creationId xmlns:a16="http://schemas.microsoft.com/office/drawing/2014/main" id="{1DE689A2-ED8E-6449-8345-C15EAB8BCA76}"/>
              </a:ext>
            </a:extLst>
          </p:cNvPr>
          <p:cNvSpPr>
            <a:spLocks noGrp="1"/>
          </p:cNvSpPr>
          <p:nvPr>
            <p:ph type="body" sz="quarter" idx="13"/>
          </p:nvPr>
        </p:nvSpPr>
        <p:spPr>
          <a:xfrm>
            <a:off x="6096000" y="1828800"/>
            <a:ext cx="2788920" cy="2788920"/>
          </a:xfrm>
          <a:solidFill>
            <a:srgbClr val="881E87"/>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4">
            <a:extLst>
              <a:ext uri="{FF2B5EF4-FFF2-40B4-BE49-F238E27FC236}">
                <a16:creationId xmlns:a16="http://schemas.microsoft.com/office/drawing/2014/main" id="{1F89D7C7-C7B4-A74A-B754-DF69007D9111}"/>
              </a:ext>
            </a:extLst>
          </p:cNvPr>
          <p:cNvSpPr>
            <a:spLocks noGrp="1"/>
          </p:cNvSpPr>
          <p:nvPr>
            <p:ph type="body" sz="quarter" idx="12"/>
          </p:nvPr>
        </p:nvSpPr>
        <p:spPr>
          <a:xfrm>
            <a:off x="9028176" y="3289300"/>
            <a:ext cx="2795016" cy="2788920"/>
          </a:xfrm>
          <a:solidFill>
            <a:srgbClr val="0097AC"/>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5">
            <a:extLst>
              <a:ext uri="{FF2B5EF4-FFF2-40B4-BE49-F238E27FC236}">
                <a16:creationId xmlns:a16="http://schemas.microsoft.com/office/drawing/2014/main" id="{4C83E999-6B6B-E44A-8409-73A1C711A568}"/>
              </a:ext>
            </a:extLst>
          </p:cNvPr>
          <p:cNvSpPr>
            <a:spLocks noGrp="1"/>
          </p:cNvSpPr>
          <p:nvPr>
            <p:ph type="body" sz="quarter" idx="14"/>
          </p:nvPr>
        </p:nvSpPr>
        <p:spPr>
          <a:xfrm>
            <a:off x="3172968" y="4069080"/>
            <a:ext cx="2788920" cy="2788920"/>
          </a:xfrm>
          <a:solidFill>
            <a:srgbClr val="006E74"/>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192132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3832" userDrawn="1">
          <p15:clr>
            <a:srgbClr val="FBAE4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1_Text Cluster 0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A9F03-AF36-8741-89EC-934AF55A87B1}"/>
              </a:ext>
            </a:extLst>
          </p:cNvPr>
          <p:cNvSpPr>
            <a:spLocks noGrp="1"/>
          </p:cNvSpPr>
          <p:nvPr>
            <p:ph type="title" hasCustomPrompt="1"/>
          </p:nvPr>
        </p:nvSpPr>
        <p:spPr>
          <a:xfrm>
            <a:off x="365760" y="365760"/>
            <a:ext cx="7205471" cy="914400"/>
          </a:xfrm>
        </p:spPr>
        <p:txBody>
          <a:bodyPr/>
          <a:lstStyle/>
          <a:p>
            <a:r>
              <a:rPr lang="en-US"/>
              <a:t>[Slide title]</a:t>
            </a:r>
          </a:p>
        </p:txBody>
      </p:sp>
      <p:sp>
        <p:nvSpPr>
          <p:cNvPr id="4" name="Text Placeholder 2">
            <a:extLst>
              <a:ext uri="{FF2B5EF4-FFF2-40B4-BE49-F238E27FC236}">
                <a16:creationId xmlns:a16="http://schemas.microsoft.com/office/drawing/2014/main" id="{C6755960-CA7F-B343-93A9-6D346754C415}"/>
              </a:ext>
            </a:extLst>
          </p:cNvPr>
          <p:cNvSpPr>
            <a:spLocks noGrp="1"/>
          </p:cNvSpPr>
          <p:nvPr>
            <p:ph type="body" sz="quarter" idx="11"/>
          </p:nvPr>
        </p:nvSpPr>
        <p:spPr>
          <a:xfrm>
            <a:off x="7708392" y="365760"/>
            <a:ext cx="4114800" cy="4114800"/>
          </a:xfrm>
          <a:solidFill>
            <a:srgbClr val="003C51"/>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3">
            <a:extLst>
              <a:ext uri="{FF2B5EF4-FFF2-40B4-BE49-F238E27FC236}">
                <a16:creationId xmlns:a16="http://schemas.microsoft.com/office/drawing/2014/main" id="{1DE689A2-ED8E-6449-8345-C15EAB8BCA76}"/>
              </a:ext>
            </a:extLst>
          </p:cNvPr>
          <p:cNvSpPr>
            <a:spLocks noGrp="1"/>
          </p:cNvSpPr>
          <p:nvPr>
            <p:ph type="body" sz="quarter" idx="13"/>
          </p:nvPr>
        </p:nvSpPr>
        <p:spPr>
          <a:xfrm>
            <a:off x="365758" y="1554480"/>
            <a:ext cx="4114800" cy="2194560"/>
          </a:xfrm>
          <a:solidFill>
            <a:srgbClr val="881E87"/>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4">
            <a:extLst>
              <a:ext uri="{FF2B5EF4-FFF2-40B4-BE49-F238E27FC236}">
                <a16:creationId xmlns:a16="http://schemas.microsoft.com/office/drawing/2014/main" id="{4C83E999-6B6B-E44A-8409-73A1C711A568}"/>
              </a:ext>
            </a:extLst>
          </p:cNvPr>
          <p:cNvSpPr>
            <a:spLocks noGrp="1"/>
          </p:cNvSpPr>
          <p:nvPr>
            <p:ph type="body" sz="quarter" idx="14"/>
          </p:nvPr>
        </p:nvSpPr>
        <p:spPr>
          <a:xfrm>
            <a:off x="4617719" y="2103118"/>
            <a:ext cx="2953512" cy="3246120"/>
          </a:xfrm>
          <a:solidFill>
            <a:srgbClr val="006E74"/>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5">
            <a:extLst>
              <a:ext uri="{FF2B5EF4-FFF2-40B4-BE49-F238E27FC236}">
                <a16:creationId xmlns:a16="http://schemas.microsoft.com/office/drawing/2014/main" id="{1F89D7C7-C7B4-A74A-B754-DF69007D9111}"/>
              </a:ext>
            </a:extLst>
          </p:cNvPr>
          <p:cNvSpPr>
            <a:spLocks noGrp="1"/>
          </p:cNvSpPr>
          <p:nvPr>
            <p:ph type="body" sz="quarter" idx="12"/>
          </p:nvPr>
        </p:nvSpPr>
        <p:spPr>
          <a:xfrm>
            <a:off x="7708392" y="4617720"/>
            <a:ext cx="2971800" cy="1463040"/>
          </a:xfrm>
          <a:solidFill>
            <a:srgbClr val="0097AC"/>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9489005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3832" userDrawn="1">
          <p15:clr>
            <a:srgbClr val="FBAE4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1_Text Cluster 0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A9F03-AF36-8741-89EC-934AF55A87B1}"/>
              </a:ext>
            </a:extLst>
          </p:cNvPr>
          <p:cNvSpPr>
            <a:spLocks noGrp="1"/>
          </p:cNvSpPr>
          <p:nvPr>
            <p:ph type="title" hasCustomPrompt="1"/>
          </p:nvPr>
        </p:nvSpPr>
        <p:spPr>
          <a:xfrm>
            <a:off x="365760" y="365760"/>
            <a:ext cx="7205471" cy="914400"/>
          </a:xfrm>
        </p:spPr>
        <p:txBody>
          <a:bodyPr/>
          <a:lstStyle/>
          <a:p>
            <a:r>
              <a:rPr lang="en-US"/>
              <a:t>[Slide title]</a:t>
            </a:r>
          </a:p>
        </p:txBody>
      </p:sp>
      <p:sp>
        <p:nvSpPr>
          <p:cNvPr id="7" name="Text Placeholder 2">
            <a:extLst>
              <a:ext uri="{FF2B5EF4-FFF2-40B4-BE49-F238E27FC236}">
                <a16:creationId xmlns:a16="http://schemas.microsoft.com/office/drawing/2014/main" id="{1DE689A2-ED8E-6449-8345-C15EAB8BCA76}"/>
              </a:ext>
            </a:extLst>
          </p:cNvPr>
          <p:cNvSpPr>
            <a:spLocks noGrp="1"/>
          </p:cNvSpPr>
          <p:nvPr>
            <p:ph type="body" sz="quarter" idx="13"/>
          </p:nvPr>
        </p:nvSpPr>
        <p:spPr>
          <a:xfrm>
            <a:off x="7708392" y="365125"/>
            <a:ext cx="2331720" cy="2332355"/>
          </a:xfrm>
          <a:solidFill>
            <a:srgbClr val="881E87"/>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1F89D7C7-C7B4-A74A-B754-DF69007D9111}"/>
              </a:ext>
            </a:extLst>
          </p:cNvPr>
          <p:cNvSpPr>
            <a:spLocks noGrp="1"/>
          </p:cNvSpPr>
          <p:nvPr>
            <p:ph type="body" sz="quarter" idx="12"/>
          </p:nvPr>
        </p:nvSpPr>
        <p:spPr>
          <a:xfrm>
            <a:off x="2286000" y="1828801"/>
            <a:ext cx="5285231" cy="1874519"/>
          </a:xfrm>
          <a:solidFill>
            <a:srgbClr val="0097AC"/>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4">
            <a:extLst>
              <a:ext uri="{FF2B5EF4-FFF2-40B4-BE49-F238E27FC236}">
                <a16:creationId xmlns:a16="http://schemas.microsoft.com/office/drawing/2014/main" id="{4C83E999-6B6B-E44A-8409-73A1C711A568}"/>
              </a:ext>
            </a:extLst>
          </p:cNvPr>
          <p:cNvSpPr>
            <a:spLocks noGrp="1"/>
          </p:cNvSpPr>
          <p:nvPr>
            <p:ph type="body" sz="quarter" idx="14"/>
          </p:nvPr>
        </p:nvSpPr>
        <p:spPr>
          <a:xfrm>
            <a:off x="7708392" y="2834640"/>
            <a:ext cx="4114800" cy="3246120"/>
          </a:xfrm>
          <a:solidFill>
            <a:srgbClr val="006E74"/>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5">
            <a:extLst>
              <a:ext uri="{FF2B5EF4-FFF2-40B4-BE49-F238E27FC236}">
                <a16:creationId xmlns:a16="http://schemas.microsoft.com/office/drawing/2014/main" id="{C6755960-CA7F-B343-93A9-6D346754C415}"/>
              </a:ext>
            </a:extLst>
          </p:cNvPr>
          <p:cNvSpPr>
            <a:spLocks noGrp="1"/>
          </p:cNvSpPr>
          <p:nvPr>
            <p:ph type="body" sz="quarter" idx="11"/>
          </p:nvPr>
        </p:nvSpPr>
        <p:spPr>
          <a:xfrm>
            <a:off x="4617720" y="3840480"/>
            <a:ext cx="2953513" cy="2240280"/>
          </a:xfrm>
          <a:solidFill>
            <a:srgbClr val="003C51"/>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462177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3832" userDrawn="1">
          <p15:clr>
            <a:srgbClr val="FBAE4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Three Quarters San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a:xfrm>
            <a:off x="365759" y="365760"/>
            <a:ext cx="8202168" cy="914400"/>
          </a:xfrm>
        </p:spPr>
        <p:txBody>
          <a:bodyPr/>
          <a:lstStyle>
            <a:lvl1pPr>
              <a:defRPr>
                <a:latin typeface="Aptos Light" panose="020B0004020202020204" pitchFamily="34" charset="0"/>
              </a:defRPr>
            </a:lvl1pPr>
          </a:lstStyle>
          <a:p>
            <a:r>
              <a:rPr lang="en-US"/>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1828800"/>
            <a:ext cx="8202168" cy="4251960"/>
          </a:xfrm>
        </p:spPr>
        <p:txBody>
          <a:bodyPr>
            <a:normAutofit/>
          </a:bodyPr>
          <a:lstStyle>
            <a:lvl1pPr>
              <a:defRPr sz="1800">
                <a:latin typeface="Aptos Light" panose="020B0004020202020204" pitchFamily="34" charset="0"/>
              </a:defRPr>
            </a:lvl1pPr>
            <a:lvl2pPr>
              <a:defRPr sz="1800">
                <a:latin typeface="Aptos Light" panose="020B0004020202020204" pitchFamily="34" charset="0"/>
              </a:defRPr>
            </a:lvl2pPr>
            <a:lvl3pPr>
              <a:defRPr sz="1800">
                <a:latin typeface="Aptos Light" panose="020B0004020202020204" pitchFamily="34" charset="0"/>
              </a:defRPr>
            </a:lvl3pPr>
            <a:lvl4pPr>
              <a:defRPr sz="1800">
                <a:latin typeface="Aptos Light" panose="020B0004020202020204" pitchFamily="34" charset="0"/>
              </a:defRPr>
            </a:lvl4pPr>
            <a:lvl5pPr>
              <a:defRPr sz="1800">
                <a:latin typeface="Aptos Light" panose="020B0004020202020204"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9188450" y="1828800"/>
            <a:ext cx="2633472" cy="4251960"/>
          </a:xfrm>
        </p:spPr>
        <p:txBody>
          <a:bodyPr>
            <a:normAutofit/>
          </a:bodyPr>
          <a:lstStyle>
            <a:lvl1pPr>
              <a:defRPr sz="1600">
                <a:latin typeface="Aptos Light" panose="020B0004020202020204" pitchFamily="34" charset="0"/>
              </a:defRPr>
            </a:lvl1pPr>
            <a:lvl2pPr>
              <a:defRPr sz="1600">
                <a:latin typeface="Aptos Light" panose="020B0004020202020204" pitchFamily="34" charset="0"/>
              </a:defRPr>
            </a:lvl2pPr>
            <a:lvl3pPr>
              <a:defRPr sz="1600">
                <a:latin typeface="Aptos Light" panose="020B0004020202020204" pitchFamily="34" charset="0"/>
              </a:defRPr>
            </a:lvl3pPr>
            <a:lvl4pPr>
              <a:defRPr sz="1600">
                <a:latin typeface="Aptos Light" panose="020B0004020202020204" pitchFamily="34" charset="0"/>
              </a:defRPr>
            </a:lvl4pPr>
            <a:lvl5pPr>
              <a:defRPr sz="1600">
                <a:latin typeface="Aptos Light" panose="020B0004020202020204" pitchFamily="34" charset="0"/>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358807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4" pos="5788" userDrawn="1">
          <p15:clr>
            <a:srgbClr val="FBAE40"/>
          </p15:clr>
        </p15:guide>
        <p15:guide id="7" orient="horz" pos="1152" userDrawn="1">
          <p15:clr>
            <a:srgbClr val="FBAE40"/>
          </p15:clr>
        </p15:guide>
        <p15:guide id="8" orient="horz" pos="3832" userDrawn="1">
          <p15:clr>
            <a:srgbClr val="FBAE40"/>
          </p15:clr>
        </p15:guide>
        <p15:guide id="9" orient="horz" pos="4148" userDrawn="1">
          <p15:clr>
            <a:srgbClr val="FBAE40"/>
          </p15:clr>
        </p15:guide>
        <p15:guide id="10" pos="5400" userDrawn="1">
          <p15:clr>
            <a:srgbClr val="FBAE4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Three Quarters Blac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UST" descr="UST">
            <a:extLst>
              <a:ext uri="{FF2B5EF4-FFF2-40B4-BE49-F238E27FC236}">
                <a16:creationId xmlns:a16="http://schemas.microsoft.com/office/drawing/2014/main" id="{B2036B4F-78BB-BB43-B04B-458DE6C4A674}"/>
              </a:ext>
            </a:extLst>
          </p:cNvPr>
          <p:cNvSpPr>
            <a:spLocks noChangeAspect="1" noEditPoints="1"/>
          </p:cNvSpPr>
          <p:nvPr/>
        </p:nvSpPr>
        <p:spPr bwMode="black">
          <a:xfrm>
            <a:off x="365760" y="6238277"/>
            <a:ext cx="320040" cy="354090"/>
          </a:xfrm>
          <a:custGeom>
            <a:avLst/>
            <a:gdLst>
              <a:gd name="T0" fmla="*/ 3605 w 4000"/>
              <a:gd name="T1" fmla="*/ 485 h 4419"/>
              <a:gd name="T2" fmla="*/ 3605 w 4000"/>
              <a:gd name="T3" fmla="*/ 485 h 4419"/>
              <a:gd name="T4" fmla="*/ 2969 w 4000"/>
              <a:gd name="T5" fmla="*/ 485 h 4419"/>
              <a:gd name="T6" fmla="*/ 2969 w 4000"/>
              <a:gd name="T7" fmla="*/ 1120 h 4419"/>
              <a:gd name="T8" fmla="*/ 3605 w 4000"/>
              <a:gd name="T9" fmla="*/ 1120 h 4419"/>
              <a:gd name="T10" fmla="*/ 3605 w 4000"/>
              <a:gd name="T11" fmla="*/ 485 h 4419"/>
              <a:gd name="T12" fmla="*/ 4000 w 4000"/>
              <a:gd name="T13" fmla="*/ 2730 h 4419"/>
              <a:gd name="T14" fmla="*/ 4000 w 4000"/>
              <a:gd name="T15" fmla="*/ 2730 h 4419"/>
              <a:gd name="T16" fmla="*/ 2574 w 4000"/>
              <a:gd name="T17" fmla="*/ 2730 h 4419"/>
              <a:gd name="T18" fmla="*/ 2574 w 4000"/>
              <a:gd name="T19" fmla="*/ 3120 h 4419"/>
              <a:gd name="T20" fmla="*/ 3062 w 4000"/>
              <a:gd name="T21" fmla="*/ 3120 h 4419"/>
              <a:gd name="T22" fmla="*/ 3062 w 4000"/>
              <a:gd name="T23" fmla="*/ 4367 h 4419"/>
              <a:gd name="T24" fmla="*/ 3512 w 4000"/>
              <a:gd name="T25" fmla="*/ 4367 h 4419"/>
              <a:gd name="T26" fmla="*/ 3512 w 4000"/>
              <a:gd name="T27" fmla="*/ 3120 h 4419"/>
              <a:gd name="T28" fmla="*/ 4000 w 4000"/>
              <a:gd name="T29" fmla="*/ 3120 h 4419"/>
              <a:gd name="T30" fmla="*/ 4000 w 4000"/>
              <a:gd name="T31" fmla="*/ 2730 h 4419"/>
              <a:gd name="T32" fmla="*/ 903 w 4000"/>
              <a:gd name="T33" fmla="*/ 3385 h 4419"/>
              <a:gd name="T34" fmla="*/ 903 w 4000"/>
              <a:gd name="T35" fmla="*/ 3385 h 4419"/>
              <a:gd name="T36" fmla="*/ 760 w 4000"/>
              <a:gd name="T37" fmla="*/ 3351 h 4419"/>
              <a:gd name="T38" fmla="*/ 530 w 4000"/>
              <a:gd name="T39" fmla="*/ 3188 h 4419"/>
              <a:gd name="T40" fmla="*/ 760 w 4000"/>
              <a:gd name="T41" fmla="*/ 3065 h 4419"/>
              <a:gd name="T42" fmla="*/ 1114 w 4000"/>
              <a:gd name="T43" fmla="*/ 3213 h 4419"/>
              <a:gd name="T44" fmla="*/ 1392 w 4000"/>
              <a:gd name="T45" fmla="*/ 2988 h 4419"/>
              <a:gd name="T46" fmla="*/ 763 w 4000"/>
              <a:gd name="T47" fmla="*/ 2683 h 4419"/>
              <a:gd name="T48" fmla="*/ 82 w 4000"/>
              <a:gd name="T49" fmla="*/ 3199 h 4419"/>
              <a:gd name="T50" fmla="*/ 635 w 4000"/>
              <a:gd name="T51" fmla="*/ 3739 h 4419"/>
              <a:gd name="T52" fmla="*/ 784 w 4000"/>
              <a:gd name="T53" fmla="*/ 3776 h 4419"/>
              <a:gd name="T54" fmla="*/ 984 w 4000"/>
              <a:gd name="T55" fmla="*/ 3912 h 4419"/>
              <a:gd name="T56" fmla="*/ 718 w 4000"/>
              <a:gd name="T57" fmla="*/ 4050 h 4419"/>
              <a:gd name="T58" fmla="*/ 307 w 4000"/>
              <a:gd name="T59" fmla="*/ 3867 h 4419"/>
              <a:gd name="T60" fmla="*/ 29 w 4000"/>
              <a:gd name="T61" fmla="*/ 4092 h 4419"/>
              <a:gd name="T62" fmla="*/ 721 w 4000"/>
              <a:gd name="T63" fmla="*/ 4419 h 4419"/>
              <a:gd name="T64" fmla="*/ 1451 w 4000"/>
              <a:gd name="T65" fmla="*/ 3900 h 4419"/>
              <a:gd name="T66" fmla="*/ 903 w 4000"/>
              <a:gd name="T67" fmla="*/ 3385 h 4419"/>
              <a:gd name="T68" fmla="*/ 1026 w 4000"/>
              <a:gd name="T69" fmla="*/ 0 h 4419"/>
              <a:gd name="T70" fmla="*/ 1026 w 4000"/>
              <a:gd name="T71" fmla="*/ 0 h 4419"/>
              <a:gd name="T72" fmla="*/ 1475 w 4000"/>
              <a:gd name="T73" fmla="*/ 0 h 4419"/>
              <a:gd name="T74" fmla="*/ 1475 w 4000"/>
              <a:gd name="T75" fmla="*/ 967 h 4419"/>
              <a:gd name="T76" fmla="*/ 741 w 4000"/>
              <a:gd name="T77" fmla="*/ 1688 h 4419"/>
              <a:gd name="T78" fmla="*/ 0 w 4000"/>
              <a:gd name="T79" fmla="*/ 967 h 4419"/>
              <a:gd name="T80" fmla="*/ 0 w 4000"/>
              <a:gd name="T81" fmla="*/ 0 h 4419"/>
              <a:gd name="T82" fmla="*/ 449 w 4000"/>
              <a:gd name="T83" fmla="*/ 0 h 4419"/>
              <a:gd name="T84" fmla="*/ 449 w 4000"/>
              <a:gd name="T85" fmla="*/ 970 h 4419"/>
              <a:gd name="T86" fmla="*/ 739 w 4000"/>
              <a:gd name="T87" fmla="*/ 1273 h 4419"/>
              <a:gd name="T88" fmla="*/ 1026 w 4000"/>
              <a:gd name="T89" fmla="*/ 970 h 4419"/>
              <a:gd name="T90" fmla="*/ 1026 w 4000"/>
              <a:gd name="T91" fmla="*/ 0 h 4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000" h="4419">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ptos Light" panose="020B0004020202020204" pitchFamily="34" charset="0"/>
            </a:endParaRPr>
          </a:p>
        </p:txBody>
      </p:sp>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bwMode="auto">
          <a:xfrm>
            <a:off x="365760" y="365760"/>
            <a:ext cx="8203819" cy="914400"/>
          </a:xfrm>
        </p:spPr>
        <p:txBody>
          <a:bodyPr/>
          <a:lstStyle>
            <a:lvl1pPr>
              <a:defRPr>
                <a:solidFill>
                  <a:schemeClr val="bg1"/>
                </a:solidFill>
                <a:latin typeface="Aptos Light" panose="020B0004020202020204" pitchFamily="34" charset="0"/>
              </a:defRPr>
            </a:lvl1pPr>
          </a:lstStyle>
          <a:p>
            <a:r>
              <a:rPr lang="en-US"/>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bwMode="auto">
          <a:xfrm>
            <a:off x="365759" y="1828800"/>
            <a:ext cx="8203819" cy="4251960"/>
          </a:xfrm>
        </p:spPr>
        <p:txBody>
          <a:bodyPr>
            <a:normAutofit/>
          </a:bodyPr>
          <a:lstStyle>
            <a:lvl1pPr>
              <a:defRPr sz="1800">
                <a:solidFill>
                  <a:schemeClr val="bg1"/>
                </a:solidFill>
                <a:latin typeface="Aptos Light" panose="020B0004020202020204" pitchFamily="34" charset="0"/>
              </a:defRPr>
            </a:lvl1pPr>
            <a:lvl2pPr>
              <a:defRPr sz="1800">
                <a:solidFill>
                  <a:schemeClr val="bg1"/>
                </a:solidFill>
                <a:latin typeface="Aptos Light" panose="020B0004020202020204" pitchFamily="34" charset="0"/>
              </a:defRPr>
            </a:lvl2pPr>
            <a:lvl3pPr>
              <a:defRPr sz="1800">
                <a:solidFill>
                  <a:schemeClr val="bg1"/>
                </a:solidFill>
                <a:latin typeface="Aptos Light" panose="020B0004020202020204" pitchFamily="34" charset="0"/>
              </a:defRPr>
            </a:lvl3pPr>
            <a:lvl4pPr>
              <a:defRPr sz="1800">
                <a:solidFill>
                  <a:schemeClr val="bg1"/>
                </a:solidFill>
                <a:latin typeface="Aptos Light" panose="020B0004020202020204" pitchFamily="34" charset="0"/>
              </a:defRPr>
            </a:lvl4pPr>
            <a:lvl5pPr>
              <a:defRPr sz="1800">
                <a:solidFill>
                  <a:schemeClr val="bg1"/>
                </a:solidFill>
                <a:latin typeface="Aptos Light" panose="020B0004020202020204" pitchFamily="34" charset="0"/>
              </a:defRPr>
            </a:lvl5pPr>
            <a:lvl6pPr>
              <a:defRPr sz="1800">
                <a:solidFill>
                  <a:schemeClr val="bg1"/>
                </a:solidFill>
              </a:defRPr>
            </a:lvl6pPr>
            <a:lvl7pPr>
              <a:defRPr sz="1800">
                <a:solidFill>
                  <a:schemeClr val="bg1"/>
                </a:solidFill>
              </a:defRPr>
            </a:lvl7pPr>
            <a:lvl8pPr>
              <a:defRPr sz="1800">
                <a:solidFill>
                  <a:schemeClr val="bg1"/>
                </a:solidFill>
              </a:defRPr>
            </a:lvl8pPr>
            <a:lvl9pPr>
              <a:defRPr sz="18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9188450" y="1828800"/>
            <a:ext cx="2634742" cy="4251960"/>
          </a:xfrm>
        </p:spPr>
        <p:txBody>
          <a:bodyPr>
            <a:normAutofit/>
          </a:bodyPr>
          <a:lstStyle>
            <a:lvl1pPr>
              <a:defRPr sz="1600">
                <a:solidFill>
                  <a:schemeClr val="tx1"/>
                </a:solidFill>
                <a:latin typeface="Aptos Light" panose="020B0004020202020204" pitchFamily="34" charset="0"/>
              </a:defRPr>
            </a:lvl1pPr>
            <a:lvl2pPr>
              <a:defRPr sz="1600">
                <a:solidFill>
                  <a:schemeClr val="tx1"/>
                </a:solidFill>
                <a:latin typeface="Aptos Light" panose="020B0004020202020204" pitchFamily="34" charset="0"/>
              </a:defRPr>
            </a:lvl2pPr>
            <a:lvl3pPr>
              <a:defRPr sz="1600">
                <a:solidFill>
                  <a:schemeClr val="tx1"/>
                </a:solidFill>
                <a:latin typeface="Aptos Light" panose="020B0004020202020204" pitchFamily="34" charset="0"/>
              </a:defRPr>
            </a:lvl3pPr>
            <a:lvl4pPr>
              <a:defRPr sz="1600">
                <a:solidFill>
                  <a:schemeClr val="tx1"/>
                </a:solidFill>
                <a:latin typeface="Aptos Light" panose="020B0004020202020204" pitchFamily="34" charset="0"/>
              </a:defRPr>
            </a:lvl4pPr>
            <a:lvl5pPr>
              <a:defRPr sz="1600">
                <a:solidFill>
                  <a:schemeClr val="tx1"/>
                </a:solidFill>
                <a:latin typeface="Aptos Light" panose="020B0004020202020204" pitchFamily="34" charset="0"/>
              </a:defRPr>
            </a:lvl5pPr>
            <a:lvl6pPr>
              <a:defRPr sz="1600">
                <a:solidFill>
                  <a:schemeClr val="tx1"/>
                </a:solidFill>
              </a:defRPr>
            </a:lvl6pPr>
            <a:lvl7pPr>
              <a:defRPr sz="1600">
                <a:solidFill>
                  <a:schemeClr val="tx1"/>
                </a:solidFill>
              </a:defRPr>
            </a:lvl7pPr>
            <a:lvl8pPr>
              <a:defRPr sz="1600">
                <a:solidFill>
                  <a:schemeClr val="tx1"/>
                </a:solidFill>
              </a:defRPr>
            </a:lvl8pPr>
            <a:lvl9pPr>
              <a:defRPr sz="1600">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86470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4" pos="5788" userDrawn="1">
          <p15:clr>
            <a:srgbClr val="FBAE40"/>
          </p15:clr>
        </p15:guide>
        <p15:guide id="7" orient="horz" pos="1152" userDrawn="1">
          <p15:clr>
            <a:srgbClr val="FBAE40"/>
          </p15:clr>
        </p15:guide>
        <p15:guide id="8" orient="horz" pos="3832" userDrawn="1">
          <p15:clr>
            <a:srgbClr val="FBAE40"/>
          </p15:clr>
        </p15:guide>
        <p15:guide id="9" orient="horz" pos="4148" userDrawn="1">
          <p15:clr>
            <a:srgbClr val="FBAE40"/>
          </p15:clr>
        </p15:guide>
        <p15:guide id="10" pos="5400" userDrawn="1">
          <p15:clr>
            <a:srgbClr val="FBAE4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p:cSld name="Team">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40A65C3A-C556-7B4E-9098-E1FD19D432C7}"/>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a:t>[Slide title]</a:t>
            </a:r>
          </a:p>
        </p:txBody>
      </p:sp>
      <p:sp>
        <p:nvSpPr>
          <p:cNvPr id="6" name="Picture Placeholder 2">
            <a:extLst>
              <a:ext uri="{FF2B5EF4-FFF2-40B4-BE49-F238E27FC236}">
                <a16:creationId xmlns:a16="http://schemas.microsoft.com/office/drawing/2014/main" id="{0E0C2D94-E952-734F-B3B4-6BE1B7326811}"/>
              </a:ext>
            </a:extLst>
          </p:cNvPr>
          <p:cNvSpPr>
            <a:spLocks noGrp="1"/>
          </p:cNvSpPr>
          <p:nvPr>
            <p:ph type="pic" sz="quarter" idx="14" hasCustomPrompt="1"/>
          </p:nvPr>
        </p:nvSpPr>
        <p:spPr>
          <a:xfrm>
            <a:off x="365759" y="1828800"/>
            <a:ext cx="3612516" cy="2286000"/>
          </a:xfrm>
          <a:solidFill>
            <a:srgbClr val="D7E0E3"/>
          </a:solidFill>
        </p:spPr>
        <p:txBody>
          <a:bodyPr anchor="ctr" anchorCtr="0">
            <a:normAutofit/>
          </a:bodyPr>
          <a:lstStyle>
            <a:lvl1pPr marL="0" indent="0" algn="ctr">
              <a:spcBef>
                <a:spcPts val="0"/>
              </a:spcBef>
              <a:buNone/>
              <a:defRPr sz="1200">
                <a:latin typeface="Aptos Light" panose="020B0004020202020204" pitchFamily="34" charset="0"/>
              </a:defRPr>
            </a:lvl1pPr>
          </a:lstStyle>
          <a:p>
            <a:r>
              <a:rPr lang="en-US"/>
              <a:t>[Click icon to insert photo]</a:t>
            </a:r>
          </a:p>
        </p:txBody>
      </p:sp>
      <p:sp>
        <p:nvSpPr>
          <p:cNvPr id="3" name="Content Placeholder 3">
            <a:extLst>
              <a:ext uri="{FF2B5EF4-FFF2-40B4-BE49-F238E27FC236}">
                <a16:creationId xmlns:a16="http://schemas.microsoft.com/office/drawing/2014/main" id="{A8D83941-3469-4946-BCE6-FA84F7323A00}"/>
              </a:ext>
            </a:extLst>
          </p:cNvPr>
          <p:cNvSpPr>
            <a:spLocks noGrp="1"/>
          </p:cNvSpPr>
          <p:nvPr>
            <p:ph sz="half" idx="1" hasCustomPrompt="1"/>
          </p:nvPr>
        </p:nvSpPr>
        <p:spPr>
          <a:xfrm>
            <a:off x="365760" y="4343400"/>
            <a:ext cx="3611880" cy="1737360"/>
          </a:xfrm>
        </p:spPr>
        <p:txBody>
          <a:bodyPr>
            <a:noAutofit/>
          </a:bodyPr>
          <a:lstStyle>
            <a:lvl1pPr marL="0" indent="0">
              <a:spcBef>
                <a:spcPts val="0"/>
              </a:spcBef>
              <a:buFont typeface="Arial" panose="020B0604020202020204" pitchFamily="34" charset="0"/>
              <a:buNone/>
              <a:defRPr sz="1600" b="1">
                <a:latin typeface="Aptos Light" panose="020B0004020202020204" pitchFamily="34" charset="0"/>
              </a:defRPr>
            </a:lvl1pPr>
            <a:lvl2pPr marL="0" indent="0">
              <a:spcBef>
                <a:spcPts val="600"/>
              </a:spcBef>
              <a:buNone/>
              <a:defRPr sz="1400" b="1">
                <a:solidFill>
                  <a:schemeClr val="tx1"/>
                </a:solidFill>
                <a:latin typeface="Aptos Light" panose="020B0004020202020204" pitchFamily="34" charset="0"/>
              </a:defRPr>
            </a:lvl2pPr>
            <a:lvl3pPr marL="0" indent="0">
              <a:spcBef>
                <a:spcPts val="600"/>
              </a:spcBef>
              <a:buNone/>
              <a:defRPr sz="1400">
                <a:latin typeface="Aptos Light" panose="020B0004020202020204" pitchFamily="34" charset="0"/>
              </a:defRPr>
            </a:lvl3pPr>
            <a:lvl4pPr marL="182880" indent="-182880">
              <a:spcBef>
                <a:spcPts val="600"/>
              </a:spcBef>
              <a:buFont typeface="Arial" panose="020B0604020202020204" pitchFamily="34" charset="0"/>
              <a:buChar char="•"/>
              <a:defRPr sz="1400">
                <a:latin typeface="Aptos Light" panose="020B0004020202020204" pitchFamily="34" charset="0"/>
              </a:defRPr>
            </a:lvl4pPr>
            <a:lvl5pPr marL="365760">
              <a:defRPr sz="1400">
                <a:latin typeface="Aptos Light" panose="020B0004020202020204" pitchFamily="34" charset="0"/>
              </a:defRPr>
            </a:lvl5pPr>
            <a:lvl6pPr marL="548640">
              <a:defRPr sz="1400"/>
            </a:lvl6pPr>
            <a:lvl7pPr marL="731520">
              <a:defRPr sz="1400"/>
            </a:lvl7pPr>
            <a:lvl8pPr marL="914400">
              <a:defRPr sz="1400"/>
            </a:lvl8pPr>
            <a:lvl9pPr marL="1097280">
              <a:defRPr sz="1400"/>
            </a:lvl9pPr>
          </a:lstStyle>
          <a:p>
            <a:pPr lvl="0"/>
            <a:r>
              <a:rPr lang="en-US"/>
              <a:t>[First name Last name]</a:t>
            </a:r>
          </a:p>
          <a:p>
            <a:pPr lvl="1"/>
            <a:r>
              <a:rPr lang="en-US"/>
              <a:t>[Title]</a:t>
            </a:r>
          </a:p>
          <a:p>
            <a:pPr lvl="2"/>
            <a:r>
              <a:rPr lang="en-US"/>
              <a:t>[Summary]</a:t>
            </a:r>
          </a:p>
          <a:p>
            <a:pPr lvl="3"/>
            <a:r>
              <a:rPr lang="en-US"/>
              <a:t>Fourth level</a:t>
            </a:r>
          </a:p>
          <a:p>
            <a:pPr lvl="4"/>
            <a:r>
              <a:rPr lang="en-US"/>
              <a:t>Fifth level</a:t>
            </a:r>
          </a:p>
        </p:txBody>
      </p:sp>
      <p:sp>
        <p:nvSpPr>
          <p:cNvPr id="10" name="Picture Placeholder 4">
            <a:extLst>
              <a:ext uri="{FF2B5EF4-FFF2-40B4-BE49-F238E27FC236}">
                <a16:creationId xmlns:a16="http://schemas.microsoft.com/office/drawing/2014/main" id="{FBBF2C33-AC91-D145-A1D8-489F8804A0BF}"/>
              </a:ext>
            </a:extLst>
          </p:cNvPr>
          <p:cNvSpPr>
            <a:spLocks noGrp="1"/>
          </p:cNvSpPr>
          <p:nvPr>
            <p:ph type="pic" sz="quarter" idx="15" hasCustomPrompt="1"/>
          </p:nvPr>
        </p:nvSpPr>
        <p:spPr>
          <a:xfrm>
            <a:off x="4288536" y="1828800"/>
            <a:ext cx="3612516" cy="2286000"/>
          </a:xfrm>
          <a:solidFill>
            <a:srgbClr val="D7E0E3"/>
          </a:solidFill>
        </p:spPr>
        <p:txBody>
          <a:bodyPr anchor="ctr" anchorCtr="0">
            <a:normAutofit/>
          </a:bodyPr>
          <a:lstStyle>
            <a:lvl1pPr marL="0" indent="0" algn="ctr">
              <a:spcBef>
                <a:spcPts val="0"/>
              </a:spcBef>
              <a:buNone/>
              <a:defRPr sz="1200">
                <a:latin typeface="Aptos Light" panose="020B0004020202020204" pitchFamily="34" charset="0"/>
              </a:defRPr>
            </a:lvl1pPr>
          </a:lstStyle>
          <a:p>
            <a:r>
              <a:rPr lang="en-US"/>
              <a:t>[Click icon to insert photo]</a:t>
            </a:r>
          </a:p>
        </p:txBody>
      </p:sp>
      <p:sp>
        <p:nvSpPr>
          <p:cNvPr id="4" name="Content Placeholder 5">
            <a:extLst>
              <a:ext uri="{FF2B5EF4-FFF2-40B4-BE49-F238E27FC236}">
                <a16:creationId xmlns:a16="http://schemas.microsoft.com/office/drawing/2014/main" id="{F38A127C-C71C-410F-8BEA-B1AA4E4DB590}"/>
              </a:ext>
            </a:extLst>
          </p:cNvPr>
          <p:cNvSpPr>
            <a:spLocks noGrp="1"/>
          </p:cNvSpPr>
          <p:nvPr>
            <p:ph sz="half" idx="2" hasCustomPrompt="1"/>
          </p:nvPr>
        </p:nvSpPr>
        <p:spPr>
          <a:xfrm>
            <a:off x="4288536" y="4343400"/>
            <a:ext cx="3611880" cy="1737360"/>
          </a:xfrm>
        </p:spPr>
        <p:txBody>
          <a:bodyPr>
            <a:noAutofit/>
          </a:bodyPr>
          <a:lstStyle>
            <a:lvl1pPr marL="0" indent="0">
              <a:spcBef>
                <a:spcPts val="600"/>
              </a:spcBef>
              <a:buFont typeface="Arial" panose="020B0604020202020204" pitchFamily="34" charset="0"/>
              <a:buNone/>
              <a:defRPr sz="1600" b="1">
                <a:latin typeface="Aptos Light" panose="020B0004020202020204" pitchFamily="34" charset="0"/>
              </a:defRPr>
            </a:lvl1pPr>
            <a:lvl2pPr marL="0" indent="0">
              <a:spcBef>
                <a:spcPts val="600"/>
              </a:spcBef>
              <a:buNone/>
              <a:defRPr sz="1400" b="1">
                <a:solidFill>
                  <a:schemeClr val="tx1"/>
                </a:solidFill>
                <a:latin typeface="Aptos Light" panose="020B0004020202020204" pitchFamily="34" charset="0"/>
              </a:defRPr>
            </a:lvl2pPr>
            <a:lvl3pPr marL="0" indent="0">
              <a:spcBef>
                <a:spcPts val="600"/>
              </a:spcBef>
              <a:buNone/>
              <a:defRPr sz="1400">
                <a:latin typeface="Aptos Light" panose="020B0004020202020204" pitchFamily="34" charset="0"/>
              </a:defRPr>
            </a:lvl3pPr>
            <a:lvl4pPr marL="182880" indent="-182880">
              <a:spcBef>
                <a:spcPts val="600"/>
              </a:spcBef>
              <a:buFont typeface="Arial" panose="020B0604020202020204" pitchFamily="34" charset="0"/>
              <a:buChar char="•"/>
              <a:defRPr sz="1400">
                <a:latin typeface="Aptos Light" panose="020B0004020202020204" pitchFamily="34" charset="0"/>
              </a:defRPr>
            </a:lvl4pPr>
            <a:lvl5pPr marL="365760">
              <a:defRPr sz="1400">
                <a:latin typeface="Aptos Light" panose="020B0004020202020204" pitchFamily="34" charset="0"/>
              </a:defRPr>
            </a:lvl5pPr>
            <a:lvl6pPr marL="548640">
              <a:defRPr sz="1400"/>
            </a:lvl6pPr>
            <a:lvl7pPr marL="731520">
              <a:defRPr sz="1400"/>
            </a:lvl7pPr>
            <a:lvl8pPr marL="914400">
              <a:defRPr sz="1400"/>
            </a:lvl8pPr>
            <a:lvl9pPr marL="1097280">
              <a:defRPr sz="1400"/>
            </a:lvl9pPr>
          </a:lstStyle>
          <a:p>
            <a:pPr lvl="0"/>
            <a:r>
              <a:rPr lang="en-US"/>
              <a:t>[First name Last name]</a:t>
            </a:r>
          </a:p>
          <a:p>
            <a:pPr lvl="1"/>
            <a:r>
              <a:rPr lang="en-US"/>
              <a:t>[Title]</a:t>
            </a:r>
          </a:p>
          <a:p>
            <a:pPr lvl="2"/>
            <a:r>
              <a:rPr lang="en-US"/>
              <a:t>[Summary]</a:t>
            </a:r>
          </a:p>
          <a:p>
            <a:pPr lvl="3"/>
            <a:r>
              <a:rPr lang="en-US"/>
              <a:t>Fourth level</a:t>
            </a:r>
          </a:p>
          <a:p>
            <a:pPr lvl="4"/>
            <a:r>
              <a:rPr lang="en-US"/>
              <a:t>Fifth level</a:t>
            </a:r>
          </a:p>
        </p:txBody>
      </p:sp>
      <p:sp>
        <p:nvSpPr>
          <p:cNvPr id="11" name="Picture Placeholder 6">
            <a:extLst>
              <a:ext uri="{FF2B5EF4-FFF2-40B4-BE49-F238E27FC236}">
                <a16:creationId xmlns:a16="http://schemas.microsoft.com/office/drawing/2014/main" id="{422E667F-004C-0D48-B1F6-92F8E2AA02A2}"/>
              </a:ext>
            </a:extLst>
          </p:cNvPr>
          <p:cNvSpPr>
            <a:spLocks noGrp="1"/>
          </p:cNvSpPr>
          <p:nvPr>
            <p:ph type="pic" sz="quarter" idx="16" hasCustomPrompt="1"/>
          </p:nvPr>
        </p:nvSpPr>
        <p:spPr>
          <a:xfrm>
            <a:off x="8210676" y="1828800"/>
            <a:ext cx="3612516" cy="2286000"/>
          </a:xfrm>
          <a:solidFill>
            <a:srgbClr val="D7E0E3"/>
          </a:solidFill>
        </p:spPr>
        <p:txBody>
          <a:bodyPr anchor="ctr" anchorCtr="0">
            <a:normAutofit/>
          </a:bodyPr>
          <a:lstStyle>
            <a:lvl1pPr marL="0" indent="0" algn="ctr">
              <a:spcBef>
                <a:spcPts val="0"/>
              </a:spcBef>
              <a:buNone/>
              <a:defRPr sz="1200">
                <a:latin typeface="Aptos Light" panose="020B0004020202020204" pitchFamily="34" charset="0"/>
              </a:defRPr>
            </a:lvl1pPr>
          </a:lstStyle>
          <a:p>
            <a:r>
              <a:rPr lang="en-US"/>
              <a:t>[Click icon to insert photo]</a:t>
            </a:r>
          </a:p>
        </p:txBody>
      </p:sp>
      <p:sp>
        <p:nvSpPr>
          <p:cNvPr id="14" name="Content Placeholder 7">
            <a:extLst>
              <a:ext uri="{FF2B5EF4-FFF2-40B4-BE49-F238E27FC236}">
                <a16:creationId xmlns:a16="http://schemas.microsoft.com/office/drawing/2014/main" id="{48592F68-1A92-1442-9565-3EF907A57B35}"/>
              </a:ext>
            </a:extLst>
          </p:cNvPr>
          <p:cNvSpPr>
            <a:spLocks noGrp="1"/>
          </p:cNvSpPr>
          <p:nvPr>
            <p:ph sz="quarter" idx="13" hasCustomPrompt="1"/>
          </p:nvPr>
        </p:nvSpPr>
        <p:spPr>
          <a:xfrm>
            <a:off x="8211312" y="4343400"/>
            <a:ext cx="3611880" cy="1737360"/>
          </a:xfrm>
        </p:spPr>
        <p:txBody>
          <a:bodyPr>
            <a:noAutofit/>
          </a:bodyPr>
          <a:lstStyle>
            <a:lvl1pPr marL="0" indent="0">
              <a:spcBef>
                <a:spcPts val="600"/>
              </a:spcBef>
              <a:buFont typeface="Arial" panose="020B0604020202020204" pitchFamily="34" charset="0"/>
              <a:buNone/>
              <a:defRPr sz="1600" b="1">
                <a:latin typeface="Aptos Light" panose="020B0004020202020204" pitchFamily="34" charset="0"/>
              </a:defRPr>
            </a:lvl1pPr>
            <a:lvl2pPr marL="0" indent="0">
              <a:spcBef>
                <a:spcPts val="600"/>
              </a:spcBef>
              <a:buNone/>
              <a:defRPr sz="1400" b="1">
                <a:solidFill>
                  <a:schemeClr val="tx1"/>
                </a:solidFill>
                <a:latin typeface="Aptos Light" panose="020B0004020202020204" pitchFamily="34" charset="0"/>
              </a:defRPr>
            </a:lvl2pPr>
            <a:lvl3pPr marL="0" indent="0">
              <a:spcBef>
                <a:spcPts val="600"/>
              </a:spcBef>
              <a:buNone/>
              <a:defRPr sz="1400">
                <a:latin typeface="Aptos Light" panose="020B0004020202020204" pitchFamily="34" charset="0"/>
              </a:defRPr>
            </a:lvl3pPr>
            <a:lvl4pPr marL="182880" indent="-182880">
              <a:spcBef>
                <a:spcPts val="600"/>
              </a:spcBef>
              <a:buFont typeface="Arial" panose="020B0604020202020204" pitchFamily="34" charset="0"/>
              <a:buChar char="•"/>
              <a:defRPr sz="1400">
                <a:latin typeface="Aptos Light" panose="020B0004020202020204" pitchFamily="34" charset="0"/>
              </a:defRPr>
            </a:lvl4pPr>
            <a:lvl5pPr marL="365760">
              <a:defRPr sz="1400">
                <a:latin typeface="Aptos Light" panose="020B0004020202020204" pitchFamily="34" charset="0"/>
              </a:defRPr>
            </a:lvl5pPr>
            <a:lvl6pPr marL="548640">
              <a:defRPr sz="1400"/>
            </a:lvl6pPr>
            <a:lvl7pPr marL="731520">
              <a:defRPr sz="1400"/>
            </a:lvl7pPr>
            <a:lvl8pPr marL="914400">
              <a:defRPr sz="1400"/>
            </a:lvl8pPr>
            <a:lvl9pPr marL="1097280">
              <a:defRPr sz="1400"/>
            </a:lvl9pPr>
          </a:lstStyle>
          <a:p>
            <a:pPr lvl="0"/>
            <a:r>
              <a:rPr lang="en-US"/>
              <a:t>[First name Last name]</a:t>
            </a:r>
          </a:p>
          <a:p>
            <a:pPr lvl="1"/>
            <a:r>
              <a:rPr lang="en-US"/>
              <a:t>[Title]</a:t>
            </a:r>
          </a:p>
          <a:p>
            <a:pPr lvl="2"/>
            <a:r>
              <a:rPr lang="en-US"/>
              <a:t>[Summary]</a:t>
            </a:r>
          </a:p>
          <a:p>
            <a:pPr lvl="3"/>
            <a:r>
              <a:rPr lang="en-US"/>
              <a:t>Fourth level</a:t>
            </a:r>
          </a:p>
          <a:p>
            <a:pPr lvl="4"/>
            <a:r>
              <a:rPr lang="en-US"/>
              <a:t>Fifth level</a:t>
            </a:r>
          </a:p>
        </p:txBody>
      </p:sp>
    </p:spTree>
    <p:extLst>
      <p:ext uri="{BB962C8B-B14F-4D97-AF65-F5344CB8AC3E}">
        <p14:creationId xmlns:p14="http://schemas.microsoft.com/office/powerpoint/2010/main" val="7661234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userDrawn="1">
          <p15:clr>
            <a:srgbClr val="FBAE40"/>
          </p15:clr>
        </p15:guide>
        <p15:guide id="2" pos="2506" userDrawn="1">
          <p15:clr>
            <a:srgbClr val="FBAE40"/>
          </p15:clr>
        </p15:guide>
        <p15:guide id="3" pos="4978" userDrawn="1">
          <p15:clr>
            <a:srgbClr val="FBAE40"/>
          </p15:clr>
        </p15:guide>
        <p15:guide id="4" pos="5172" userDrawn="1">
          <p15:clr>
            <a:srgbClr val="FBAE40"/>
          </p15:clr>
        </p15:guide>
        <p15:guide id="5" orient="horz" pos="1152" userDrawn="1">
          <p15:clr>
            <a:srgbClr val="FBAE40"/>
          </p15:clr>
        </p15:guide>
        <p15:guide id="6" orient="horz" pos="3832" userDrawn="1">
          <p15:clr>
            <a:srgbClr val="FBAE40"/>
          </p15:clr>
        </p15:guide>
        <p15:guide id="7" orient="horz" pos="4148" userDrawn="1">
          <p15:clr>
            <a:srgbClr val="FBAE40"/>
          </p15:clr>
        </p15:guide>
        <p15:guide id="8" orient="horz" pos="2736" userDrawn="1">
          <p15:clr>
            <a:srgbClr val="FBAE40"/>
          </p15:clr>
        </p15:guide>
        <p15:guide id="9" orient="horz" pos="2592" userDrawn="1">
          <p15:clr>
            <a:srgbClr val="FBAE4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1_Team">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709E5A0-CF32-5E47-894F-C739D06361FA}"/>
              </a:ext>
            </a:extLst>
          </p:cNvPr>
          <p:cNvSpPr/>
          <p:nvPr/>
        </p:nvSpPr>
        <p:spPr>
          <a:xfrm>
            <a:off x="7228309" y="1649651"/>
            <a:ext cx="4594883" cy="3877056"/>
          </a:xfrm>
          <a:prstGeom prst="rect">
            <a:avLst/>
          </a:prstGeom>
          <a:solidFill>
            <a:srgbClr val="ECECE1"/>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latin typeface="Aptos Light" panose="020B0004020202020204" pitchFamily="34" charset="0"/>
            </a:endParaRPr>
          </a:p>
        </p:txBody>
      </p:sp>
      <p:sp>
        <p:nvSpPr>
          <p:cNvPr id="9" name="Rectangle 8">
            <a:extLst>
              <a:ext uri="{FF2B5EF4-FFF2-40B4-BE49-F238E27FC236}">
                <a16:creationId xmlns:a16="http://schemas.microsoft.com/office/drawing/2014/main" id="{39ABF27F-53DD-D649-AFC6-C227410D39DC}"/>
              </a:ext>
            </a:extLst>
          </p:cNvPr>
          <p:cNvSpPr/>
          <p:nvPr/>
        </p:nvSpPr>
        <p:spPr>
          <a:xfrm>
            <a:off x="1206254" y="1645921"/>
            <a:ext cx="4594883" cy="3880786"/>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latin typeface="Aptos Light" panose="020B0004020202020204" pitchFamily="34" charset="0"/>
            </a:endParaRPr>
          </a:p>
        </p:txBody>
      </p:sp>
      <p:sp>
        <p:nvSpPr>
          <p:cNvPr id="8" name="Title 1">
            <a:extLst>
              <a:ext uri="{FF2B5EF4-FFF2-40B4-BE49-F238E27FC236}">
                <a16:creationId xmlns:a16="http://schemas.microsoft.com/office/drawing/2014/main" id="{40A65C3A-C556-7B4E-9098-E1FD19D432C7}"/>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a:t>[Slide title]</a:t>
            </a:r>
          </a:p>
        </p:txBody>
      </p:sp>
      <p:sp>
        <p:nvSpPr>
          <p:cNvPr id="6" name="Picture Placeholder 2">
            <a:extLst>
              <a:ext uri="{FF2B5EF4-FFF2-40B4-BE49-F238E27FC236}">
                <a16:creationId xmlns:a16="http://schemas.microsoft.com/office/drawing/2014/main" id="{0E0C2D94-E952-734F-B3B4-6BE1B7326811}"/>
              </a:ext>
            </a:extLst>
          </p:cNvPr>
          <p:cNvSpPr>
            <a:spLocks noGrp="1"/>
          </p:cNvSpPr>
          <p:nvPr>
            <p:ph type="pic" sz="quarter" idx="14" hasCustomPrompt="1"/>
          </p:nvPr>
        </p:nvSpPr>
        <p:spPr>
          <a:xfrm>
            <a:off x="571500" y="2366010"/>
            <a:ext cx="2286000" cy="2286000"/>
          </a:xfrm>
          <a:solidFill>
            <a:srgbClr val="D7E0E3"/>
          </a:solidFill>
        </p:spPr>
        <p:txBody>
          <a:bodyPr anchor="ctr" anchorCtr="0">
            <a:normAutofit/>
          </a:bodyPr>
          <a:lstStyle>
            <a:lvl1pPr marL="0" indent="0" algn="ctr">
              <a:spcBef>
                <a:spcPts val="0"/>
              </a:spcBef>
              <a:buNone/>
              <a:defRPr sz="1200">
                <a:latin typeface="Aptos Light" panose="020B0004020202020204" pitchFamily="34" charset="0"/>
              </a:defRPr>
            </a:lvl1pPr>
          </a:lstStyle>
          <a:p>
            <a:r>
              <a:rPr lang="en-US"/>
              <a:t>[Click icon to insert photo]</a:t>
            </a:r>
          </a:p>
        </p:txBody>
      </p:sp>
      <p:sp>
        <p:nvSpPr>
          <p:cNvPr id="3" name="Content Placeholder 3">
            <a:extLst>
              <a:ext uri="{FF2B5EF4-FFF2-40B4-BE49-F238E27FC236}">
                <a16:creationId xmlns:a16="http://schemas.microsoft.com/office/drawing/2014/main" id="{A8D83941-3469-4946-BCE6-FA84F7323A00}"/>
              </a:ext>
            </a:extLst>
          </p:cNvPr>
          <p:cNvSpPr>
            <a:spLocks noGrp="1"/>
          </p:cNvSpPr>
          <p:nvPr>
            <p:ph sz="half" idx="1" hasCustomPrompt="1"/>
          </p:nvPr>
        </p:nvSpPr>
        <p:spPr>
          <a:xfrm>
            <a:off x="3106308" y="2640330"/>
            <a:ext cx="2446020" cy="1737360"/>
          </a:xfrm>
        </p:spPr>
        <p:txBody>
          <a:bodyPr>
            <a:noAutofit/>
          </a:bodyPr>
          <a:lstStyle>
            <a:lvl1pPr marL="0" indent="0">
              <a:spcBef>
                <a:spcPts val="0"/>
              </a:spcBef>
              <a:buFont typeface="Arial" panose="020B0604020202020204" pitchFamily="34" charset="0"/>
              <a:buNone/>
              <a:defRPr sz="1600" b="1">
                <a:solidFill>
                  <a:schemeClr val="tx1"/>
                </a:solidFill>
                <a:latin typeface="Aptos Light" panose="020B0004020202020204" pitchFamily="34" charset="0"/>
              </a:defRPr>
            </a:lvl1pPr>
            <a:lvl2pPr marL="0" indent="0">
              <a:spcBef>
                <a:spcPts val="600"/>
              </a:spcBef>
              <a:buNone/>
              <a:defRPr sz="1400" b="0">
                <a:solidFill>
                  <a:schemeClr val="tx1"/>
                </a:solidFill>
                <a:latin typeface="Aptos Light" panose="020B0004020202020204" pitchFamily="34" charset="0"/>
              </a:defRPr>
            </a:lvl2pPr>
            <a:lvl3pPr marL="0" indent="0">
              <a:spcBef>
                <a:spcPts val="600"/>
              </a:spcBef>
              <a:buNone/>
              <a:defRPr sz="1400"/>
            </a:lvl3pPr>
            <a:lvl4pPr marL="171450" indent="-171450">
              <a:spcBef>
                <a:spcPts val="600"/>
              </a:spcBef>
              <a:buFont typeface="Wingdings" pitchFamily="2" charset="2"/>
              <a:buChar char="§"/>
              <a:defRPr sz="1200">
                <a:latin typeface="Aptos Light" panose="020B0004020202020204" pitchFamily="34" charset="0"/>
              </a:defRPr>
            </a:lvl4pPr>
            <a:lvl5pPr marL="365760" indent="-182880">
              <a:buFont typeface="Wingdings" pitchFamily="2" charset="2"/>
              <a:buChar char="§"/>
              <a:defRPr sz="1400"/>
            </a:lvl5pPr>
            <a:lvl6pPr marL="548640">
              <a:defRPr sz="1400"/>
            </a:lvl6pPr>
            <a:lvl7pPr marL="731520">
              <a:defRPr sz="1400"/>
            </a:lvl7pPr>
            <a:lvl8pPr marL="914400">
              <a:defRPr sz="1400"/>
            </a:lvl8pPr>
            <a:lvl9pPr marL="1097280">
              <a:defRPr sz="1400"/>
            </a:lvl9pPr>
          </a:lstStyle>
          <a:p>
            <a:pPr lvl="0"/>
            <a:r>
              <a:rPr lang="en-US"/>
              <a:t>[</a:t>
            </a:r>
            <a:r>
              <a:rPr lang="en-US" err="1"/>
              <a:t>Firstname</a:t>
            </a:r>
            <a:r>
              <a:rPr lang="en-US"/>
              <a:t> </a:t>
            </a:r>
            <a:r>
              <a:rPr lang="en-US" err="1"/>
              <a:t>Lastname</a:t>
            </a:r>
            <a:r>
              <a:rPr lang="en-US"/>
              <a:t>]</a:t>
            </a:r>
          </a:p>
          <a:p>
            <a:pPr lvl="1"/>
            <a:r>
              <a:rPr lang="en-US"/>
              <a:t>[Title]</a:t>
            </a:r>
          </a:p>
          <a:p>
            <a:pPr lvl="3"/>
            <a:r>
              <a:rPr lang="en-US"/>
              <a:t>Bullet list</a:t>
            </a:r>
          </a:p>
          <a:p>
            <a:pPr lvl="3"/>
            <a:endParaRPr lang="en-US"/>
          </a:p>
          <a:p>
            <a:pPr lvl="3"/>
            <a:endParaRPr lang="en-US"/>
          </a:p>
          <a:p>
            <a:r>
              <a:rPr lang="en-US" sz="1200" b="1"/>
              <a:t>Prior leadership roles at large, global companies, including:</a:t>
            </a:r>
            <a:endParaRPr lang="en-US" sz="1200"/>
          </a:p>
        </p:txBody>
      </p:sp>
      <p:sp>
        <p:nvSpPr>
          <p:cNvPr id="10" name="Picture Placeholder 4">
            <a:extLst>
              <a:ext uri="{FF2B5EF4-FFF2-40B4-BE49-F238E27FC236}">
                <a16:creationId xmlns:a16="http://schemas.microsoft.com/office/drawing/2014/main" id="{FBBF2C33-AC91-D145-A1D8-489F8804A0BF}"/>
              </a:ext>
            </a:extLst>
          </p:cNvPr>
          <p:cNvSpPr>
            <a:spLocks noGrp="1"/>
          </p:cNvSpPr>
          <p:nvPr>
            <p:ph type="pic" sz="quarter" idx="15" hasCustomPrompt="1"/>
          </p:nvPr>
        </p:nvSpPr>
        <p:spPr>
          <a:xfrm>
            <a:off x="6568442" y="2286000"/>
            <a:ext cx="2286000" cy="2286000"/>
          </a:xfrm>
          <a:solidFill>
            <a:srgbClr val="D7E0E3"/>
          </a:solidFill>
        </p:spPr>
        <p:txBody>
          <a:bodyPr anchor="ctr" anchorCtr="0">
            <a:normAutofit/>
          </a:bodyPr>
          <a:lstStyle>
            <a:lvl1pPr marL="0" indent="0" algn="ctr">
              <a:spcBef>
                <a:spcPts val="0"/>
              </a:spcBef>
              <a:buNone/>
              <a:defRPr sz="1200">
                <a:latin typeface="Aptos Light" panose="020B0004020202020204" pitchFamily="34" charset="0"/>
              </a:defRPr>
            </a:lvl1pPr>
          </a:lstStyle>
          <a:p>
            <a:r>
              <a:rPr lang="en-US"/>
              <a:t>[Click icon to insert photo]</a:t>
            </a:r>
          </a:p>
        </p:txBody>
      </p:sp>
      <p:sp>
        <p:nvSpPr>
          <p:cNvPr id="4" name="Content Placeholder 5">
            <a:extLst>
              <a:ext uri="{FF2B5EF4-FFF2-40B4-BE49-F238E27FC236}">
                <a16:creationId xmlns:a16="http://schemas.microsoft.com/office/drawing/2014/main" id="{F38A127C-C71C-410F-8BEA-B1AA4E4DB590}"/>
              </a:ext>
            </a:extLst>
          </p:cNvPr>
          <p:cNvSpPr>
            <a:spLocks noGrp="1"/>
          </p:cNvSpPr>
          <p:nvPr>
            <p:ph sz="half" idx="2" hasCustomPrompt="1"/>
          </p:nvPr>
        </p:nvSpPr>
        <p:spPr>
          <a:xfrm>
            <a:off x="9075420" y="2640330"/>
            <a:ext cx="2221992" cy="1737360"/>
          </a:xfrm>
        </p:spPr>
        <p:txBody>
          <a:bodyPr>
            <a:noAutofit/>
          </a:bodyPr>
          <a:lstStyle>
            <a:lvl1pPr marL="0" indent="0">
              <a:spcBef>
                <a:spcPts val="600"/>
              </a:spcBef>
              <a:buFont typeface="Arial" panose="020B0604020202020204" pitchFamily="34" charset="0"/>
              <a:buNone/>
              <a:defRPr sz="1600" b="1">
                <a:solidFill>
                  <a:schemeClr val="tx1"/>
                </a:solidFill>
                <a:latin typeface="Aptos Light" panose="020B0004020202020204" pitchFamily="34" charset="0"/>
              </a:defRPr>
            </a:lvl1pPr>
            <a:lvl2pPr marL="0" indent="0">
              <a:spcBef>
                <a:spcPts val="600"/>
              </a:spcBef>
              <a:buNone/>
              <a:defRPr sz="1400" b="0">
                <a:solidFill>
                  <a:schemeClr val="tx1"/>
                </a:solidFill>
                <a:latin typeface="Aptos Light" panose="020B0004020202020204" pitchFamily="34" charset="0"/>
              </a:defRPr>
            </a:lvl2pPr>
            <a:lvl3pPr marL="0" indent="0">
              <a:spcBef>
                <a:spcPts val="600"/>
              </a:spcBef>
              <a:buNone/>
              <a:defRPr sz="1400"/>
            </a:lvl3pPr>
            <a:lvl4pPr marL="182880" indent="-182880">
              <a:spcBef>
                <a:spcPts val="600"/>
              </a:spcBef>
              <a:buFont typeface="Arial" panose="020B0604020202020204" pitchFamily="34" charset="0"/>
              <a:buChar char="•"/>
              <a:defRPr sz="1400">
                <a:latin typeface="Aptos Light" panose="020B0004020202020204" pitchFamily="34" charset="0"/>
              </a:defRPr>
            </a:lvl4pPr>
            <a:lvl5pPr marL="365760">
              <a:defRPr sz="1400"/>
            </a:lvl5pPr>
            <a:lvl6pPr marL="548640">
              <a:defRPr sz="1400"/>
            </a:lvl6pPr>
            <a:lvl7pPr marL="731520">
              <a:defRPr sz="1400"/>
            </a:lvl7pPr>
            <a:lvl8pPr marL="914400">
              <a:defRPr sz="1400"/>
            </a:lvl8pPr>
            <a:lvl9pPr marL="1097280">
              <a:defRPr sz="1400"/>
            </a:lvl9pPr>
          </a:lstStyle>
          <a:p>
            <a:pPr lvl="0"/>
            <a:r>
              <a:rPr lang="en-US"/>
              <a:t>[</a:t>
            </a:r>
            <a:r>
              <a:rPr lang="en-US" err="1"/>
              <a:t>Firstname</a:t>
            </a:r>
            <a:r>
              <a:rPr lang="en-US"/>
              <a:t> </a:t>
            </a:r>
            <a:r>
              <a:rPr lang="en-US" err="1"/>
              <a:t>Lastname</a:t>
            </a:r>
            <a:r>
              <a:rPr lang="en-US"/>
              <a:t>]</a:t>
            </a:r>
          </a:p>
          <a:p>
            <a:pPr lvl="1"/>
            <a:r>
              <a:rPr lang="en-US"/>
              <a:t>Title]</a:t>
            </a:r>
          </a:p>
          <a:p>
            <a:pPr lvl="3"/>
            <a:r>
              <a:rPr lang="en-US"/>
              <a:t>Bullet list</a:t>
            </a:r>
          </a:p>
          <a:p>
            <a:pPr lvl="3"/>
            <a:endParaRPr lang="en-US"/>
          </a:p>
          <a:p>
            <a:pPr lvl="3"/>
            <a:endParaRPr lang="en-US"/>
          </a:p>
          <a:p>
            <a:r>
              <a:rPr lang="en-US" sz="1200" b="1"/>
              <a:t>Prior leadership roles at large, global companies, including:</a:t>
            </a:r>
            <a:endParaRPr lang="en-US" sz="1200"/>
          </a:p>
        </p:txBody>
      </p:sp>
    </p:spTree>
    <p:extLst>
      <p:ext uri="{BB962C8B-B14F-4D97-AF65-F5344CB8AC3E}">
        <p14:creationId xmlns:p14="http://schemas.microsoft.com/office/powerpoint/2010/main" val="21086587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userDrawn="1">
          <p15:clr>
            <a:srgbClr val="FBAE40"/>
          </p15:clr>
        </p15:guide>
        <p15:guide id="2" pos="2506" userDrawn="1">
          <p15:clr>
            <a:srgbClr val="FBAE40"/>
          </p15:clr>
        </p15:guide>
        <p15:guide id="3" pos="4978" userDrawn="1">
          <p15:clr>
            <a:srgbClr val="FBAE40"/>
          </p15:clr>
        </p15:guide>
        <p15:guide id="4" pos="5172" userDrawn="1">
          <p15:clr>
            <a:srgbClr val="FBAE40"/>
          </p15:clr>
        </p15:guide>
        <p15:guide id="5" orient="horz" pos="1152" userDrawn="1">
          <p15:clr>
            <a:srgbClr val="FBAE40"/>
          </p15:clr>
        </p15:guide>
        <p15:guide id="6" orient="horz" pos="3832" userDrawn="1">
          <p15:clr>
            <a:srgbClr val="FBAE40"/>
          </p15:clr>
        </p15:guide>
        <p15:guide id="7" orient="horz" pos="4148" userDrawn="1">
          <p15:clr>
            <a:srgbClr val="FBAE40"/>
          </p15:clr>
        </p15:guide>
        <p15:guide id="8" orient="horz" pos="2736" userDrawn="1">
          <p15:clr>
            <a:srgbClr val="FBAE40"/>
          </p15:clr>
        </p15:guide>
        <p15:guide id="9" orient="horz" pos="2592" userDrawn="1">
          <p15:clr>
            <a:srgbClr val="FBAE4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p:cSld name="Biograph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4FA626-DA7F-514F-B001-17AA4B414442}"/>
              </a:ext>
            </a:extLst>
          </p:cNvPr>
          <p:cNvSpPr>
            <a:spLocks noGrp="1"/>
          </p:cNvSpPr>
          <p:nvPr>
            <p:ph type="title" hasCustomPrompt="1"/>
          </p:nvPr>
        </p:nvSpPr>
        <p:spPr>
          <a:xfrm>
            <a:off x="365760" y="365760"/>
            <a:ext cx="8203565" cy="914400"/>
          </a:xfrm>
        </p:spPr>
        <p:txBody>
          <a:bodyPr/>
          <a:lstStyle>
            <a:lvl1pPr>
              <a:defRPr>
                <a:latin typeface="Aptos Light" panose="020B0004020202020204" pitchFamily="34" charset="0"/>
              </a:defRPr>
            </a:lvl1pPr>
          </a:lstStyle>
          <a:p>
            <a:r>
              <a:rPr lang="en-US"/>
              <a:t>[Slide title]</a:t>
            </a:r>
          </a:p>
        </p:txBody>
      </p:sp>
      <p:sp>
        <p:nvSpPr>
          <p:cNvPr id="11" name="Text Placeholder 2">
            <a:extLst>
              <a:ext uri="{FF2B5EF4-FFF2-40B4-BE49-F238E27FC236}">
                <a16:creationId xmlns:a16="http://schemas.microsoft.com/office/drawing/2014/main" id="{3C2EDD2B-10F3-2145-9FDC-23B8925E5553}"/>
              </a:ext>
            </a:extLst>
          </p:cNvPr>
          <p:cNvSpPr>
            <a:spLocks noGrp="1"/>
          </p:cNvSpPr>
          <p:nvPr>
            <p:ph type="body" sz="quarter" idx="11" hasCustomPrompt="1"/>
          </p:nvPr>
        </p:nvSpPr>
        <p:spPr>
          <a:xfrm>
            <a:off x="365124" y="1828800"/>
            <a:ext cx="2633472" cy="4251960"/>
          </a:xfrm>
        </p:spPr>
        <p:txBody>
          <a:bodyPr>
            <a:normAutofit/>
          </a:bodyPr>
          <a:lstStyle>
            <a:lvl1pPr marL="0" indent="0">
              <a:spcBef>
                <a:spcPts val="0"/>
              </a:spcBef>
              <a:buFontTx/>
              <a:buNone/>
              <a:defRPr sz="1600" b="1">
                <a:latin typeface="Aptos Light" panose="020B0004020202020204" pitchFamily="34" charset="0"/>
              </a:defRPr>
            </a:lvl1pPr>
            <a:lvl2pPr marL="0" indent="0">
              <a:spcBef>
                <a:spcPts val="600"/>
              </a:spcBef>
              <a:buFontTx/>
              <a:buNone/>
              <a:defRPr sz="1400" b="1">
                <a:solidFill>
                  <a:schemeClr val="tx1"/>
                </a:solidFill>
                <a:latin typeface="Aptos Light" panose="020B0004020202020204" pitchFamily="34" charset="0"/>
              </a:defRPr>
            </a:lvl2pPr>
            <a:lvl3pPr marL="0" indent="0">
              <a:spcBef>
                <a:spcPts val="600"/>
              </a:spcBef>
              <a:buFontTx/>
              <a:buNone/>
              <a:defRPr sz="1400">
                <a:latin typeface="Aptos Light" panose="020B0004020202020204" pitchFamily="34" charset="0"/>
              </a:defRPr>
            </a:lvl3pPr>
            <a:lvl4pPr marL="182880" indent="-182880">
              <a:spcBef>
                <a:spcPts val="600"/>
              </a:spcBef>
              <a:buFont typeface="Arial" panose="020B0604020202020204" pitchFamily="34" charset="0"/>
              <a:buChar char="•"/>
              <a:defRPr sz="1400">
                <a:latin typeface="Aptos Light" panose="020B0004020202020204" pitchFamily="34" charset="0"/>
              </a:defRPr>
            </a:lvl4pPr>
            <a:lvl5pPr marL="365760">
              <a:spcBef>
                <a:spcPts val="300"/>
              </a:spcBef>
              <a:defRPr sz="1400">
                <a:latin typeface="Aptos Light" panose="020B0004020202020204" pitchFamily="34" charset="0"/>
              </a:defRPr>
            </a:lvl5pPr>
            <a:lvl6pPr marL="548640">
              <a:spcBef>
                <a:spcPts val="300"/>
              </a:spcBef>
              <a:defRPr sz="1400">
                <a:latin typeface="Aptos Light" panose="020B0004020202020204" pitchFamily="34" charset="0"/>
              </a:defRPr>
            </a:lvl6pPr>
            <a:lvl7pPr marL="731520">
              <a:spcBef>
                <a:spcPts val="300"/>
              </a:spcBef>
              <a:defRPr sz="1400">
                <a:latin typeface="Aptos Light" panose="020B0004020202020204" pitchFamily="34" charset="0"/>
              </a:defRPr>
            </a:lvl7pPr>
            <a:lvl8pPr marL="914400">
              <a:spcBef>
                <a:spcPts val="300"/>
              </a:spcBef>
              <a:defRPr sz="1400">
                <a:latin typeface="Aptos Light" panose="020B0004020202020204" pitchFamily="34" charset="0"/>
              </a:defRPr>
            </a:lvl8pPr>
            <a:lvl9pPr marL="1097280">
              <a:spcBef>
                <a:spcPts val="300"/>
              </a:spcBef>
              <a:defRPr sz="1400">
                <a:latin typeface="Aptos Light" panose="020B0004020202020204" pitchFamily="34" charset="0"/>
              </a:defRPr>
            </a:lvl9pPr>
          </a:lstStyle>
          <a:p>
            <a:pPr lvl="0"/>
            <a:r>
              <a:rPr lang="en-US"/>
              <a:t>[</a:t>
            </a:r>
            <a:r>
              <a:rPr lang="en-US" err="1"/>
              <a:t>Firstname</a:t>
            </a:r>
            <a:r>
              <a:rPr lang="en-US"/>
              <a:t> </a:t>
            </a:r>
            <a:r>
              <a:rPr lang="en-US" err="1"/>
              <a:t>Lastname</a:t>
            </a:r>
            <a:r>
              <a:rPr lang="en-US"/>
              <a:t>]</a:t>
            </a:r>
          </a:p>
          <a:p>
            <a:pPr lvl="1"/>
            <a:r>
              <a:rPr lang="en-US"/>
              <a:t>[Title, Region]</a:t>
            </a:r>
          </a:p>
          <a:p>
            <a:pPr lvl="2"/>
            <a:r>
              <a:rPr lang="en-US"/>
              <a:t>[Summary]</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 Placeholder 3">
            <a:extLst>
              <a:ext uri="{FF2B5EF4-FFF2-40B4-BE49-F238E27FC236}">
                <a16:creationId xmlns:a16="http://schemas.microsoft.com/office/drawing/2014/main" id="{48396495-DC8A-C048-99CD-670CAF8BE410}"/>
              </a:ext>
            </a:extLst>
          </p:cNvPr>
          <p:cNvSpPr>
            <a:spLocks noGrp="1"/>
          </p:cNvSpPr>
          <p:nvPr>
            <p:ph type="body" sz="quarter" idx="12" hasCustomPrompt="1"/>
          </p:nvPr>
        </p:nvSpPr>
        <p:spPr>
          <a:xfrm>
            <a:off x="3308350" y="1828800"/>
            <a:ext cx="3959352" cy="4251960"/>
          </a:xfrm>
        </p:spPr>
        <p:txBody>
          <a:bodyPr>
            <a:normAutofit/>
          </a:bodyPr>
          <a:lstStyle>
            <a:lvl1pPr marL="0" indent="0">
              <a:spcBef>
                <a:spcPts val="0"/>
              </a:spcBef>
              <a:buFontTx/>
              <a:buNone/>
              <a:defRPr sz="1600" b="1">
                <a:latin typeface="Aptos Light" panose="020B0004020202020204" pitchFamily="34" charset="0"/>
              </a:defRPr>
            </a:lvl1pPr>
            <a:lvl2pPr marL="0" indent="0">
              <a:spcBef>
                <a:spcPts val="600"/>
              </a:spcBef>
              <a:buFontTx/>
              <a:buNone/>
              <a:defRPr sz="1400" b="1">
                <a:solidFill>
                  <a:schemeClr val="tx1"/>
                </a:solidFill>
                <a:latin typeface="Aptos Light" panose="020B0004020202020204" pitchFamily="34" charset="0"/>
              </a:defRPr>
            </a:lvl2pPr>
            <a:lvl3pPr marL="0" indent="0">
              <a:spcBef>
                <a:spcPts val="600"/>
              </a:spcBef>
              <a:buFontTx/>
              <a:buNone/>
              <a:defRPr sz="1400">
                <a:latin typeface="Aptos Light" panose="020B0004020202020204" pitchFamily="34" charset="0"/>
              </a:defRPr>
            </a:lvl3pPr>
            <a:lvl4pPr marL="182880" indent="-182880">
              <a:spcBef>
                <a:spcPts val="600"/>
              </a:spcBef>
              <a:buFont typeface="Arial" panose="020B0604020202020204" pitchFamily="34" charset="0"/>
              <a:buChar char="•"/>
              <a:defRPr sz="1400">
                <a:latin typeface="Aptos Light" panose="020B0004020202020204" pitchFamily="34" charset="0"/>
              </a:defRPr>
            </a:lvl4pPr>
            <a:lvl5pPr marL="365760">
              <a:spcBef>
                <a:spcPts val="300"/>
              </a:spcBef>
              <a:defRPr sz="1400">
                <a:latin typeface="Aptos Light" panose="020B0004020202020204" pitchFamily="34" charset="0"/>
              </a:defRPr>
            </a:lvl5pPr>
            <a:lvl6pPr marL="548640">
              <a:spcBef>
                <a:spcPts val="300"/>
              </a:spcBef>
              <a:defRPr sz="1400">
                <a:latin typeface="Aptos Light" panose="020B0004020202020204" pitchFamily="34" charset="0"/>
              </a:defRPr>
            </a:lvl6pPr>
            <a:lvl7pPr marL="731520">
              <a:spcBef>
                <a:spcPts val="300"/>
              </a:spcBef>
              <a:defRPr sz="1400">
                <a:latin typeface="Aptos Light" panose="020B0004020202020204" pitchFamily="34" charset="0"/>
              </a:defRPr>
            </a:lvl7pPr>
            <a:lvl8pPr marL="914400">
              <a:spcBef>
                <a:spcPts val="300"/>
              </a:spcBef>
              <a:defRPr sz="1400">
                <a:latin typeface="Aptos Light" panose="020B0004020202020204" pitchFamily="34" charset="0"/>
              </a:defRPr>
            </a:lvl8pPr>
            <a:lvl9pPr marL="1097280">
              <a:spcBef>
                <a:spcPts val="300"/>
              </a:spcBef>
              <a:defRPr sz="1400">
                <a:latin typeface="Aptos Light" panose="020B0004020202020204" pitchFamily="34" charset="0"/>
              </a:defRPr>
            </a:lvl9pPr>
          </a:lstStyle>
          <a:p>
            <a:pPr lvl="0"/>
            <a:r>
              <a:rPr lang="en-US"/>
              <a:t>[Sector]</a:t>
            </a:r>
          </a:p>
          <a:p>
            <a:pPr lvl="1"/>
            <a:r>
              <a:rPr lang="en-US"/>
              <a:t>[00 years of experience]</a:t>
            </a:r>
          </a:p>
          <a:p>
            <a:pPr lvl="2"/>
            <a:r>
              <a:rPr lang="en-US"/>
              <a:t>[Biography]</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7" name="Picture Placeholder 4">
            <a:extLst>
              <a:ext uri="{FF2B5EF4-FFF2-40B4-BE49-F238E27FC236}">
                <a16:creationId xmlns:a16="http://schemas.microsoft.com/office/drawing/2014/main" id="{FBE02541-C35D-1542-9123-AB8132D8C3AE}"/>
              </a:ext>
            </a:extLst>
          </p:cNvPr>
          <p:cNvSpPr>
            <a:spLocks noGrp="1"/>
          </p:cNvSpPr>
          <p:nvPr>
            <p:ph type="pic" sz="quarter" idx="13" hasCustomPrompt="1"/>
          </p:nvPr>
        </p:nvSpPr>
        <p:spPr>
          <a:xfrm>
            <a:off x="7571232" y="1828797"/>
            <a:ext cx="4251960" cy="4251960"/>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a:t>[Click icon to insert photo]</a:t>
            </a:r>
          </a:p>
        </p:txBody>
      </p:sp>
    </p:spTree>
    <p:extLst>
      <p:ext uri="{BB962C8B-B14F-4D97-AF65-F5344CB8AC3E}">
        <p14:creationId xmlns:p14="http://schemas.microsoft.com/office/powerpoint/2010/main" val="15679138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4768" userDrawn="1">
          <p15:clr>
            <a:srgbClr val="FBAE40"/>
          </p15:clr>
        </p15:guide>
        <p15:guide id="2" pos="4580" userDrawn="1">
          <p15:clr>
            <a:srgbClr val="FBAE40"/>
          </p15:clr>
        </p15:guide>
        <p15:guide id="3" orient="horz" pos="1152" userDrawn="1">
          <p15:clr>
            <a:srgbClr val="FBAE40"/>
          </p15:clr>
        </p15:guide>
        <p15:guide id="4" orient="horz" pos="3832" userDrawn="1">
          <p15:clr>
            <a:srgbClr val="FBAE40"/>
          </p15:clr>
        </p15:guide>
        <p15:guide id="5" pos="1890" userDrawn="1">
          <p15:clr>
            <a:srgbClr val="FBAE40"/>
          </p15:clr>
        </p15:guide>
        <p15:guide id="6" pos="2084" userDrawn="1">
          <p15:clr>
            <a:srgbClr val="FBAE4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p:cSld name="Section Header - Sand">
    <p:bg>
      <p:bgRef idx="1001">
        <a:schemeClr val="bg1"/>
      </p:bgRef>
    </p:bg>
    <p:spTree>
      <p:nvGrpSpPr>
        <p:cNvPr id="1" name=""/>
        <p:cNvGrpSpPr/>
        <p:nvPr/>
      </p:nvGrpSpPr>
      <p:grpSpPr>
        <a:xfrm>
          <a:off x="0" y="0"/>
          <a:ext cx="0" cy="0"/>
          <a:chOff x="0" y="0"/>
          <a:chExt cx="0" cy="0"/>
        </a:xfrm>
      </p:grpSpPr>
      <p:sp>
        <p:nvSpPr>
          <p:cNvPr id="5" name="Background">
            <a:extLst>
              <a:ext uri="{FF2B5EF4-FFF2-40B4-BE49-F238E27FC236}">
                <a16:creationId xmlns:a16="http://schemas.microsoft.com/office/drawing/2014/main" id="{376EEDB8-9F5B-F544-9AD6-4602265A5F11}"/>
              </a:ext>
              <a:ext uri="{C183D7F6-B498-43B3-948B-1728B52AA6E4}">
                <adec:decorative xmlns:adec="http://schemas.microsoft.com/office/drawing/2017/decorative" val="1"/>
              </a:ext>
            </a:extLst>
          </p:cNvPr>
          <p:cNvSpPr/>
          <p:nvPr/>
        </p:nvSpPr>
        <p:spPr bwMode="hidden">
          <a:xfrm>
            <a:off x="758952" y="365124"/>
            <a:ext cx="11064240" cy="5810885"/>
          </a:xfrm>
          <a:prstGeom prst="rect">
            <a:avLst/>
          </a:prstGeom>
          <a:solidFill>
            <a:srgbClr val="ECECE1"/>
          </a:solidFill>
          <a:ln>
            <a:noFill/>
          </a:ln>
        </p:spPr>
        <p:style>
          <a:lnRef idx="0">
            <a:schemeClr val="accent1"/>
          </a:lnRef>
          <a:fillRef idx="1">
            <a:schemeClr val="accent1"/>
          </a:fillRef>
          <a:effectRef idx="0">
            <a:srgbClr val="000000"/>
          </a:effectRef>
          <a:fontRef idx="minor">
            <a:schemeClr val="dk1"/>
          </a:fontRef>
        </p:style>
        <p:txBody>
          <a:bodyPr rtlCol="0" anchor="ctr"/>
          <a:lstStyle/>
          <a:p>
            <a:pPr algn="ctr">
              <a:lnSpc>
                <a:spcPct val="100000"/>
              </a:lnSpc>
            </a:pPr>
            <a:endParaRPr lang="en-US" sz="1800">
              <a:latin typeface="Aptos Light" panose="020B0004020202020204" pitchFamily="34" charset="0"/>
            </a:endParaRPr>
          </a:p>
        </p:txBody>
      </p:sp>
      <p:sp>
        <p:nvSpPr>
          <p:cNvPr id="2" name="Title 1">
            <a:extLst>
              <a:ext uri="{FF2B5EF4-FFF2-40B4-BE49-F238E27FC236}">
                <a16:creationId xmlns:a16="http://schemas.microsoft.com/office/drawing/2014/main" id="{42A20B57-9C1D-4E8F-B2A3-A6062F929C2D}"/>
              </a:ext>
            </a:extLst>
          </p:cNvPr>
          <p:cNvSpPr>
            <a:spLocks noGrp="1"/>
          </p:cNvSpPr>
          <p:nvPr>
            <p:ph type="title" hasCustomPrompt="1"/>
          </p:nvPr>
        </p:nvSpPr>
        <p:spPr>
          <a:xfrm>
            <a:off x="1124712" y="731520"/>
            <a:ext cx="8503920" cy="2103120"/>
          </a:xfrm>
        </p:spPr>
        <p:txBody>
          <a:bodyPr anchor="t" anchorCtr="0"/>
          <a:lstStyle>
            <a:lvl1pPr>
              <a:defRPr sz="4800" b="0" spc="0" baseline="0">
                <a:latin typeface="Aptos Light" panose="020B0004020202020204" pitchFamily="34" charset="0"/>
              </a:defRPr>
            </a:lvl1pPr>
          </a:lstStyle>
          <a:p>
            <a:r>
              <a:rPr lang="en-US"/>
              <a:t>[Section title]</a:t>
            </a:r>
          </a:p>
        </p:txBody>
      </p:sp>
      <p:sp>
        <p:nvSpPr>
          <p:cNvPr id="9" name="Text Placeholder 2">
            <a:extLst>
              <a:ext uri="{FF2B5EF4-FFF2-40B4-BE49-F238E27FC236}">
                <a16:creationId xmlns:a16="http://schemas.microsoft.com/office/drawing/2014/main" id="{1AE6BB09-E3B1-8E4C-BC05-A3BEA4D63F46}"/>
              </a:ext>
            </a:extLst>
          </p:cNvPr>
          <p:cNvSpPr>
            <a:spLocks noGrp="1"/>
          </p:cNvSpPr>
          <p:nvPr>
            <p:ph type="body" sz="quarter" idx="13" hasCustomPrompt="1"/>
          </p:nvPr>
        </p:nvSpPr>
        <p:spPr>
          <a:xfrm>
            <a:off x="1124712" y="2971798"/>
            <a:ext cx="8505190" cy="3111501"/>
          </a:xfrm>
        </p:spPr>
        <p:txBody>
          <a:bodyPr/>
          <a:lstStyle>
            <a:lvl1pPr>
              <a:defRPr>
                <a:latin typeface="Aptos Light" panose="020B0004020202020204" pitchFamily="34" charset="0"/>
              </a:defRPr>
            </a:lvl1pPr>
          </a:lstStyle>
          <a:p>
            <a:pPr lvl="0"/>
            <a:r>
              <a:rPr lang="en-US"/>
              <a:t>[Additional content, if needed]</a:t>
            </a:r>
          </a:p>
        </p:txBody>
      </p:sp>
    </p:spTree>
    <p:extLst>
      <p:ext uri="{BB962C8B-B14F-4D97-AF65-F5344CB8AC3E}">
        <p14:creationId xmlns:p14="http://schemas.microsoft.com/office/powerpoint/2010/main" val="103997662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6066" userDrawn="1">
          <p15:clr>
            <a:srgbClr val="FBAE40"/>
          </p15:clr>
        </p15:guide>
        <p15:guide id="3" orient="horz" pos="3832" userDrawn="1">
          <p15:clr>
            <a:srgbClr val="FBAE40"/>
          </p15:clr>
        </p15:guide>
        <p15:guide id="4" orient="horz" pos="4148" userDrawn="1">
          <p15:clr>
            <a:srgbClr val="FBAE40"/>
          </p15:clr>
        </p15:guide>
        <p15:guide id="5" pos="708" userDrawn="1">
          <p15:clr>
            <a:srgbClr val="FBAE4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p:cSld name="Section Header Dark Teal">
    <p:bg>
      <p:bgPr>
        <a:solidFill>
          <a:srgbClr val="006E7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A20B57-9C1D-4E8F-B2A3-A6062F929C2D}"/>
              </a:ext>
            </a:extLst>
          </p:cNvPr>
          <p:cNvSpPr>
            <a:spLocks noGrp="1"/>
          </p:cNvSpPr>
          <p:nvPr>
            <p:ph type="title" hasCustomPrompt="1"/>
          </p:nvPr>
        </p:nvSpPr>
        <p:spPr>
          <a:xfrm>
            <a:off x="365760" y="1737360"/>
            <a:ext cx="8503920" cy="2103120"/>
          </a:xfrm>
        </p:spPr>
        <p:txBody>
          <a:bodyPr anchor="b" anchorCtr="0"/>
          <a:lstStyle>
            <a:lvl1pPr>
              <a:defRPr sz="4800" b="0" spc="0" baseline="0">
                <a:latin typeface="Aptos Light" panose="020B0004020202020204" pitchFamily="34" charset="0"/>
              </a:defRPr>
            </a:lvl1pPr>
          </a:lstStyle>
          <a:p>
            <a:r>
              <a:rPr lang="en-US"/>
              <a:t>[Section title]</a:t>
            </a:r>
          </a:p>
        </p:txBody>
      </p:sp>
      <p:sp>
        <p:nvSpPr>
          <p:cNvPr id="9" name="Text Placeholder 2">
            <a:extLst>
              <a:ext uri="{FF2B5EF4-FFF2-40B4-BE49-F238E27FC236}">
                <a16:creationId xmlns:a16="http://schemas.microsoft.com/office/drawing/2014/main" id="{1AE6BB09-E3B1-8E4C-BC05-A3BEA4D63F46}"/>
              </a:ext>
            </a:extLst>
          </p:cNvPr>
          <p:cNvSpPr>
            <a:spLocks noGrp="1"/>
          </p:cNvSpPr>
          <p:nvPr>
            <p:ph type="body" sz="quarter" idx="13" hasCustomPrompt="1"/>
          </p:nvPr>
        </p:nvSpPr>
        <p:spPr>
          <a:xfrm>
            <a:off x="365760" y="4114800"/>
            <a:ext cx="8505190" cy="1968500"/>
          </a:xfrm>
        </p:spPr>
        <p:txBody>
          <a:bodyPr/>
          <a:lstStyle>
            <a:lvl1pPr>
              <a:defRPr>
                <a:latin typeface="Aptos Light" panose="020B0004020202020204" pitchFamily="34" charset="0"/>
              </a:defRPr>
            </a:lvl1pPr>
          </a:lstStyle>
          <a:p>
            <a:pPr lvl="0"/>
            <a:r>
              <a:rPr lang="en-US"/>
              <a:t>[Additional content, if needed]</a:t>
            </a:r>
          </a:p>
        </p:txBody>
      </p:sp>
    </p:spTree>
    <p:extLst>
      <p:ext uri="{BB962C8B-B14F-4D97-AF65-F5344CB8AC3E}">
        <p14:creationId xmlns:p14="http://schemas.microsoft.com/office/powerpoint/2010/main" val="185816595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5588" userDrawn="1">
          <p15:clr>
            <a:srgbClr val="FBAE40"/>
          </p15:clr>
        </p15:guide>
        <p15:guide id="3" orient="horz" pos="3832" userDrawn="1">
          <p15:clr>
            <a:srgbClr val="FBAE40"/>
          </p15:clr>
        </p15:guide>
        <p15:guide id="4" orient="horz" pos="4148" userDrawn="1">
          <p15:clr>
            <a:srgbClr val="FBAE4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p:cSld name="Section Header Light Teal">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A20B57-9C1D-4E8F-B2A3-A6062F929C2D}"/>
              </a:ext>
            </a:extLst>
          </p:cNvPr>
          <p:cNvSpPr>
            <a:spLocks noGrp="1"/>
          </p:cNvSpPr>
          <p:nvPr>
            <p:ph type="title" hasCustomPrompt="1"/>
          </p:nvPr>
        </p:nvSpPr>
        <p:spPr>
          <a:xfrm>
            <a:off x="365760" y="1737360"/>
            <a:ext cx="8503920" cy="2103120"/>
          </a:xfrm>
        </p:spPr>
        <p:txBody>
          <a:bodyPr anchor="b" anchorCtr="0"/>
          <a:lstStyle>
            <a:lvl1pPr>
              <a:defRPr sz="4800" b="0" spc="0" baseline="0">
                <a:latin typeface="Aptos Light" panose="020B0004020202020204" pitchFamily="34" charset="0"/>
              </a:defRPr>
            </a:lvl1pPr>
          </a:lstStyle>
          <a:p>
            <a:r>
              <a:rPr lang="en-US"/>
              <a:t>[Section title]</a:t>
            </a:r>
          </a:p>
        </p:txBody>
      </p:sp>
      <p:sp>
        <p:nvSpPr>
          <p:cNvPr id="9" name="Text Placeholder 2">
            <a:extLst>
              <a:ext uri="{FF2B5EF4-FFF2-40B4-BE49-F238E27FC236}">
                <a16:creationId xmlns:a16="http://schemas.microsoft.com/office/drawing/2014/main" id="{1AE6BB09-E3B1-8E4C-BC05-A3BEA4D63F46}"/>
              </a:ext>
            </a:extLst>
          </p:cNvPr>
          <p:cNvSpPr>
            <a:spLocks noGrp="1"/>
          </p:cNvSpPr>
          <p:nvPr>
            <p:ph type="body" sz="quarter" idx="13" hasCustomPrompt="1"/>
          </p:nvPr>
        </p:nvSpPr>
        <p:spPr>
          <a:xfrm>
            <a:off x="365760" y="4114800"/>
            <a:ext cx="8505190" cy="1968500"/>
          </a:xfrm>
        </p:spPr>
        <p:txBody>
          <a:bodyPr/>
          <a:lstStyle>
            <a:lvl1pPr>
              <a:defRPr>
                <a:latin typeface="Aptos Light" panose="020B0004020202020204" pitchFamily="34" charset="0"/>
              </a:defRPr>
            </a:lvl1pPr>
          </a:lstStyle>
          <a:p>
            <a:pPr lvl="0"/>
            <a:r>
              <a:rPr lang="en-US"/>
              <a:t>[Additional content, if needed]</a:t>
            </a:r>
          </a:p>
        </p:txBody>
      </p:sp>
    </p:spTree>
    <p:extLst>
      <p:ext uri="{BB962C8B-B14F-4D97-AF65-F5344CB8AC3E}">
        <p14:creationId xmlns:p14="http://schemas.microsoft.com/office/powerpoint/2010/main" val="232998941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5588" userDrawn="1">
          <p15:clr>
            <a:srgbClr val="FBAE40"/>
          </p15:clr>
        </p15:guide>
        <p15:guide id="3" orient="horz" pos="3832" userDrawn="1">
          <p15:clr>
            <a:srgbClr val="FBAE40"/>
          </p15:clr>
        </p15:guide>
        <p15:guide id="4" orient="horz" pos="4148" userDrawn="1">
          <p15:clr>
            <a:srgbClr val="FBAE40"/>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p:cSld name="Section Header Black">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A20B57-9C1D-4E8F-B2A3-A6062F929C2D}"/>
              </a:ext>
            </a:extLst>
          </p:cNvPr>
          <p:cNvSpPr>
            <a:spLocks noGrp="1"/>
          </p:cNvSpPr>
          <p:nvPr>
            <p:ph type="title" hasCustomPrompt="1"/>
          </p:nvPr>
        </p:nvSpPr>
        <p:spPr>
          <a:xfrm>
            <a:off x="365760" y="1737360"/>
            <a:ext cx="8503920" cy="2103120"/>
          </a:xfrm>
        </p:spPr>
        <p:txBody>
          <a:bodyPr anchor="b" anchorCtr="0"/>
          <a:lstStyle>
            <a:lvl1pPr>
              <a:defRPr sz="4800" b="0" spc="0" baseline="0">
                <a:latin typeface="Aptos Light" panose="020B0004020202020204" pitchFamily="34" charset="0"/>
              </a:defRPr>
            </a:lvl1pPr>
          </a:lstStyle>
          <a:p>
            <a:r>
              <a:rPr lang="en-US"/>
              <a:t>[Section title]</a:t>
            </a:r>
          </a:p>
        </p:txBody>
      </p:sp>
      <p:sp>
        <p:nvSpPr>
          <p:cNvPr id="9" name="Text Placeholder 2">
            <a:extLst>
              <a:ext uri="{FF2B5EF4-FFF2-40B4-BE49-F238E27FC236}">
                <a16:creationId xmlns:a16="http://schemas.microsoft.com/office/drawing/2014/main" id="{1AE6BB09-E3B1-8E4C-BC05-A3BEA4D63F46}"/>
              </a:ext>
            </a:extLst>
          </p:cNvPr>
          <p:cNvSpPr>
            <a:spLocks noGrp="1"/>
          </p:cNvSpPr>
          <p:nvPr>
            <p:ph type="body" sz="quarter" idx="13" hasCustomPrompt="1"/>
          </p:nvPr>
        </p:nvSpPr>
        <p:spPr>
          <a:xfrm>
            <a:off x="365760" y="4114800"/>
            <a:ext cx="8505190" cy="1968500"/>
          </a:xfrm>
        </p:spPr>
        <p:txBody>
          <a:bodyPr/>
          <a:lstStyle>
            <a:lvl1pPr>
              <a:defRPr>
                <a:latin typeface="Aptos Light" panose="020B0004020202020204" pitchFamily="34" charset="0"/>
              </a:defRPr>
            </a:lvl1pPr>
          </a:lstStyle>
          <a:p>
            <a:pPr lvl="0"/>
            <a:r>
              <a:rPr lang="en-US"/>
              <a:t>[Additional content, if needed]</a:t>
            </a:r>
          </a:p>
        </p:txBody>
      </p:sp>
    </p:spTree>
    <p:extLst>
      <p:ext uri="{BB962C8B-B14F-4D97-AF65-F5344CB8AC3E}">
        <p14:creationId xmlns:p14="http://schemas.microsoft.com/office/powerpoint/2010/main" val="147090393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5588" userDrawn="1">
          <p15:clr>
            <a:srgbClr val="FBAE40"/>
          </p15:clr>
        </p15:guide>
        <p15:guide id="3" orient="horz" pos="3832" userDrawn="1">
          <p15:clr>
            <a:srgbClr val="FBAE40"/>
          </p15:clr>
        </p15:guide>
        <p15:guide id="4" orient="horz" pos="4148" userDrawn="1">
          <p15:clr>
            <a:srgbClr val="FBAE40"/>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p:cSld name="Section Header - Number">
    <p:bg>
      <p:bgPr>
        <a:solidFill>
          <a:srgbClr val="006E74"/>
        </a:solidFill>
        <a:effectLst/>
      </p:bgPr>
    </p:bg>
    <p:spTree>
      <p:nvGrpSpPr>
        <p:cNvPr id="1" name=""/>
        <p:cNvGrpSpPr/>
        <p:nvPr/>
      </p:nvGrpSpPr>
      <p:grpSpPr>
        <a:xfrm>
          <a:off x="0" y="0"/>
          <a:ext cx="0" cy="0"/>
          <a:chOff x="0" y="0"/>
          <a:chExt cx="0" cy="0"/>
        </a:xfrm>
      </p:grpSpPr>
      <p:sp>
        <p:nvSpPr>
          <p:cNvPr id="4" name="Text Placeholder 1">
            <a:extLst>
              <a:ext uri="{FF2B5EF4-FFF2-40B4-BE49-F238E27FC236}">
                <a16:creationId xmlns:a16="http://schemas.microsoft.com/office/drawing/2014/main" id="{3A062D0C-E68C-394F-A338-F8B4160BD5CF}"/>
              </a:ext>
            </a:extLst>
          </p:cNvPr>
          <p:cNvSpPr>
            <a:spLocks noGrp="1"/>
          </p:cNvSpPr>
          <p:nvPr>
            <p:ph type="body" sz="quarter" idx="14" hasCustomPrompt="1"/>
          </p:nvPr>
        </p:nvSpPr>
        <p:spPr>
          <a:xfrm>
            <a:off x="365759" y="2514600"/>
            <a:ext cx="1280160" cy="3568700"/>
          </a:xfrm>
        </p:spPr>
        <p:txBody>
          <a:bodyPr anchor="t" anchorCtr="0">
            <a:noAutofit/>
          </a:bodyPr>
          <a:lstStyle>
            <a:lvl1pPr marL="0" indent="0" algn="r">
              <a:lnSpc>
                <a:spcPct val="85000"/>
              </a:lnSpc>
              <a:spcBef>
                <a:spcPts val="0"/>
              </a:spcBef>
              <a:buFontTx/>
              <a:buNone/>
              <a:defRPr sz="7200" spc="-100" baseline="0">
                <a:latin typeface="Aptos Light" panose="020B0004020202020204" pitchFamily="34" charset="0"/>
              </a:defRPr>
            </a:lvl1pPr>
            <a:lvl2pPr marL="0" indent="0" algn="r">
              <a:lnSpc>
                <a:spcPct val="85000"/>
              </a:lnSpc>
              <a:spcBef>
                <a:spcPts val="0"/>
              </a:spcBef>
              <a:buFontTx/>
              <a:buNone/>
              <a:defRPr sz="7200" spc="-100" baseline="0"/>
            </a:lvl2pPr>
            <a:lvl3pPr marL="0" indent="0" algn="r">
              <a:lnSpc>
                <a:spcPct val="85000"/>
              </a:lnSpc>
              <a:spcBef>
                <a:spcPts val="0"/>
              </a:spcBef>
              <a:buFontTx/>
              <a:buNone/>
              <a:defRPr sz="7200" spc="-100" baseline="0"/>
            </a:lvl3pPr>
            <a:lvl4pPr marL="0" indent="0" algn="r">
              <a:lnSpc>
                <a:spcPct val="85000"/>
              </a:lnSpc>
              <a:spcBef>
                <a:spcPts val="0"/>
              </a:spcBef>
              <a:buFontTx/>
              <a:buNone/>
              <a:defRPr sz="7200" spc="-100" baseline="0"/>
            </a:lvl4pPr>
            <a:lvl5pPr marL="0" indent="0" algn="r">
              <a:lnSpc>
                <a:spcPct val="85000"/>
              </a:lnSpc>
              <a:spcBef>
                <a:spcPts val="0"/>
              </a:spcBef>
              <a:buFontTx/>
              <a:buNone/>
              <a:defRPr sz="7200" spc="-100" baseline="0"/>
            </a:lvl5pPr>
            <a:lvl6pPr marL="0" indent="0" algn="r">
              <a:lnSpc>
                <a:spcPct val="85000"/>
              </a:lnSpc>
              <a:spcBef>
                <a:spcPts val="0"/>
              </a:spcBef>
              <a:buFontTx/>
              <a:buNone/>
              <a:defRPr sz="7200" spc="-100" baseline="0"/>
            </a:lvl6pPr>
            <a:lvl7pPr marL="0" indent="0" algn="r">
              <a:lnSpc>
                <a:spcPct val="85000"/>
              </a:lnSpc>
              <a:spcBef>
                <a:spcPts val="0"/>
              </a:spcBef>
              <a:buFontTx/>
              <a:buNone/>
              <a:defRPr sz="7200" spc="-100" baseline="0"/>
            </a:lvl7pPr>
            <a:lvl8pPr marL="0" indent="0" algn="r">
              <a:lnSpc>
                <a:spcPct val="85000"/>
              </a:lnSpc>
              <a:spcBef>
                <a:spcPts val="0"/>
              </a:spcBef>
              <a:buFontTx/>
              <a:buNone/>
              <a:defRPr sz="7200" spc="-100" baseline="0"/>
            </a:lvl8pPr>
            <a:lvl9pPr marL="0" indent="0" algn="r">
              <a:lnSpc>
                <a:spcPct val="85000"/>
              </a:lnSpc>
              <a:spcBef>
                <a:spcPts val="0"/>
              </a:spcBef>
              <a:buFontTx/>
              <a:buNone/>
              <a:defRPr sz="7200" spc="-100" baseline="0"/>
            </a:lvl9pPr>
          </a:lstStyle>
          <a:p>
            <a:pPr lvl="0"/>
            <a:r>
              <a:rPr lang="en-US"/>
              <a:t>00.</a:t>
            </a:r>
          </a:p>
        </p:txBody>
      </p:sp>
      <p:sp>
        <p:nvSpPr>
          <p:cNvPr id="2" name="Title 2">
            <a:extLst>
              <a:ext uri="{FF2B5EF4-FFF2-40B4-BE49-F238E27FC236}">
                <a16:creationId xmlns:a16="http://schemas.microsoft.com/office/drawing/2014/main" id="{42A20B57-9C1D-4E8F-B2A3-A6062F929C2D}"/>
              </a:ext>
            </a:extLst>
          </p:cNvPr>
          <p:cNvSpPr>
            <a:spLocks noGrp="1"/>
          </p:cNvSpPr>
          <p:nvPr>
            <p:ph type="title" hasCustomPrompt="1"/>
          </p:nvPr>
        </p:nvSpPr>
        <p:spPr>
          <a:xfrm>
            <a:off x="1828800" y="2514600"/>
            <a:ext cx="9994900" cy="3568700"/>
          </a:xfrm>
        </p:spPr>
        <p:txBody>
          <a:bodyPr anchor="t" anchorCtr="0"/>
          <a:lstStyle>
            <a:lvl1pPr>
              <a:lnSpc>
                <a:spcPct val="85000"/>
              </a:lnSpc>
              <a:defRPr sz="7200" b="0" spc="-100" baseline="0">
                <a:latin typeface="Aptos Light" panose="020B0004020202020204" pitchFamily="34" charset="0"/>
              </a:defRPr>
            </a:lvl1pPr>
          </a:lstStyle>
          <a:p>
            <a:r>
              <a:rPr lang="en-US"/>
              <a:t>[Section title]</a:t>
            </a:r>
          </a:p>
        </p:txBody>
      </p:sp>
    </p:spTree>
    <p:extLst>
      <p:ext uri="{BB962C8B-B14F-4D97-AF65-F5344CB8AC3E}">
        <p14:creationId xmlns:p14="http://schemas.microsoft.com/office/powerpoint/2010/main" val="322927321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1150" userDrawn="1">
          <p15:clr>
            <a:srgbClr val="FBAE40"/>
          </p15:clr>
        </p15:guide>
        <p15:guide id="3" orient="horz" pos="3832" userDrawn="1">
          <p15:clr>
            <a:srgbClr val="FBAE40"/>
          </p15:clr>
        </p15:guide>
        <p15:guide id="4" orient="horz" pos="4148" userDrawn="1">
          <p15:clr>
            <a:srgbClr val="FBAE40"/>
          </p15:clr>
        </p15:guide>
        <p15:guide id="5" pos="1038" userDrawn="1">
          <p15:clr>
            <a:srgbClr val="FBAE40"/>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p:cSld name="Section Header - Number Light teal">
    <p:bg>
      <p:bgPr>
        <a:solidFill>
          <a:schemeClr val="accent1"/>
        </a:solidFill>
        <a:effectLst/>
      </p:bgPr>
    </p:bg>
    <p:spTree>
      <p:nvGrpSpPr>
        <p:cNvPr id="1" name=""/>
        <p:cNvGrpSpPr/>
        <p:nvPr/>
      </p:nvGrpSpPr>
      <p:grpSpPr>
        <a:xfrm>
          <a:off x="0" y="0"/>
          <a:ext cx="0" cy="0"/>
          <a:chOff x="0" y="0"/>
          <a:chExt cx="0" cy="0"/>
        </a:xfrm>
      </p:grpSpPr>
      <p:sp>
        <p:nvSpPr>
          <p:cNvPr id="4" name="Text Placeholder 1">
            <a:extLst>
              <a:ext uri="{FF2B5EF4-FFF2-40B4-BE49-F238E27FC236}">
                <a16:creationId xmlns:a16="http://schemas.microsoft.com/office/drawing/2014/main" id="{3A062D0C-E68C-394F-A338-F8B4160BD5CF}"/>
              </a:ext>
            </a:extLst>
          </p:cNvPr>
          <p:cNvSpPr>
            <a:spLocks noGrp="1"/>
          </p:cNvSpPr>
          <p:nvPr>
            <p:ph type="body" sz="quarter" idx="14" hasCustomPrompt="1"/>
          </p:nvPr>
        </p:nvSpPr>
        <p:spPr>
          <a:xfrm>
            <a:off x="365759" y="2514600"/>
            <a:ext cx="1280160" cy="3568700"/>
          </a:xfrm>
        </p:spPr>
        <p:txBody>
          <a:bodyPr anchor="t" anchorCtr="0">
            <a:noAutofit/>
          </a:bodyPr>
          <a:lstStyle>
            <a:lvl1pPr marL="0" indent="0" algn="r">
              <a:lnSpc>
                <a:spcPct val="85000"/>
              </a:lnSpc>
              <a:spcBef>
                <a:spcPts val="0"/>
              </a:spcBef>
              <a:buFontTx/>
              <a:buNone/>
              <a:defRPr sz="7200" spc="-100" baseline="0">
                <a:latin typeface="Aptos Light" panose="020B0004020202020204" pitchFamily="34" charset="0"/>
              </a:defRPr>
            </a:lvl1pPr>
            <a:lvl2pPr marL="0" indent="0" algn="r">
              <a:lnSpc>
                <a:spcPct val="85000"/>
              </a:lnSpc>
              <a:spcBef>
                <a:spcPts val="0"/>
              </a:spcBef>
              <a:buFontTx/>
              <a:buNone/>
              <a:defRPr sz="7200" spc="-100" baseline="0"/>
            </a:lvl2pPr>
            <a:lvl3pPr marL="0" indent="0" algn="r">
              <a:lnSpc>
                <a:spcPct val="85000"/>
              </a:lnSpc>
              <a:spcBef>
                <a:spcPts val="0"/>
              </a:spcBef>
              <a:buFontTx/>
              <a:buNone/>
              <a:defRPr sz="7200" spc="-100" baseline="0"/>
            </a:lvl3pPr>
            <a:lvl4pPr marL="0" indent="0" algn="r">
              <a:lnSpc>
                <a:spcPct val="85000"/>
              </a:lnSpc>
              <a:spcBef>
                <a:spcPts val="0"/>
              </a:spcBef>
              <a:buFontTx/>
              <a:buNone/>
              <a:defRPr sz="7200" spc="-100" baseline="0"/>
            </a:lvl4pPr>
            <a:lvl5pPr marL="0" indent="0" algn="r">
              <a:lnSpc>
                <a:spcPct val="85000"/>
              </a:lnSpc>
              <a:spcBef>
                <a:spcPts val="0"/>
              </a:spcBef>
              <a:buFontTx/>
              <a:buNone/>
              <a:defRPr sz="7200" spc="-100" baseline="0"/>
            </a:lvl5pPr>
            <a:lvl6pPr marL="0" indent="0" algn="r">
              <a:lnSpc>
                <a:spcPct val="85000"/>
              </a:lnSpc>
              <a:spcBef>
                <a:spcPts val="0"/>
              </a:spcBef>
              <a:buFontTx/>
              <a:buNone/>
              <a:defRPr sz="7200" spc="-100" baseline="0"/>
            </a:lvl6pPr>
            <a:lvl7pPr marL="0" indent="0" algn="r">
              <a:lnSpc>
                <a:spcPct val="85000"/>
              </a:lnSpc>
              <a:spcBef>
                <a:spcPts val="0"/>
              </a:spcBef>
              <a:buFontTx/>
              <a:buNone/>
              <a:defRPr sz="7200" spc="-100" baseline="0"/>
            </a:lvl7pPr>
            <a:lvl8pPr marL="0" indent="0" algn="r">
              <a:lnSpc>
                <a:spcPct val="85000"/>
              </a:lnSpc>
              <a:spcBef>
                <a:spcPts val="0"/>
              </a:spcBef>
              <a:buFontTx/>
              <a:buNone/>
              <a:defRPr sz="7200" spc="-100" baseline="0"/>
            </a:lvl8pPr>
            <a:lvl9pPr marL="0" indent="0" algn="r">
              <a:lnSpc>
                <a:spcPct val="85000"/>
              </a:lnSpc>
              <a:spcBef>
                <a:spcPts val="0"/>
              </a:spcBef>
              <a:buFontTx/>
              <a:buNone/>
              <a:defRPr sz="7200" spc="-100" baseline="0"/>
            </a:lvl9pPr>
          </a:lstStyle>
          <a:p>
            <a:pPr lvl="0"/>
            <a:r>
              <a:rPr lang="en-US"/>
              <a:t>00.</a:t>
            </a:r>
          </a:p>
        </p:txBody>
      </p:sp>
      <p:sp>
        <p:nvSpPr>
          <p:cNvPr id="2" name="Title 2">
            <a:extLst>
              <a:ext uri="{FF2B5EF4-FFF2-40B4-BE49-F238E27FC236}">
                <a16:creationId xmlns:a16="http://schemas.microsoft.com/office/drawing/2014/main" id="{42A20B57-9C1D-4E8F-B2A3-A6062F929C2D}"/>
              </a:ext>
            </a:extLst>
          </p:cNvPr>
          <p:cNvSpPr>
            <a:spLocks noGrp="1"/>
          </p:cNvSpPr>
          <p:nvPr>
            <p:ph type="title" hasCustomPrompt="1"/>
          </p:nvPr>
        </p:nvSpPr>
        <p:spPr>
          <a:xfrm>
            <a:off x="1828800" y="2514600"/>
            <a:ext cx="9994900" cy="3568700"/>
          </a:xfrm>
        </p:spPr>
        <p:txBody>
          <a:bodyPr anchor="t" anchorCtr="0"/>
          <a:lstStyle>
            <a:lvl1pPr>
              <a:lnSpc>
                <a:spcPct val="85000"/>
              </a:lnSpc>
              <a:defRPr sz="7200" b="0" spc="-100" baseline="0">
                <a:latin typeface="Aptos Light" panose="020B0004020202020204" pitchFamily="34" charset="0"/>
              </a:defRPr>
            </a:lvl1pPr>
          </a:lstStyle>
          <a:p>
            <a:r>
              <a:rPr lang="en-US"/>
              <a:t>[Section title]</a:t>
            </a:r>
          </a:p>
        </p:txBody>
      </p:sp>
    </p:spTree>
    <p:extLst>
      <p:ext uri="{BB962C8B-B14F-4D97-AF65-F5344CB8AC3E}">
        <p14:creationId xmlns:p14="http://schemas.microsoft.com/office/powerpoint/2010/main" val="219350280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1150" userDrawn="1">
          <p15:clr>
            <a:srgbClr val="FBAE40"/>
          </p15:clr>
        </p15:guide>
        <p15:guide id="3" orient="horz" pos="3832" userDrawn="1">
          <p15:clr>
            <a:srgbClr val="FBAE40"/>
          </p15:clr>
        </p15:guide>
        <p15:guide id="4" orient="horz" pos="4148" userDrawn="1">
          <p15:clr>
            <a:srgbClr val="FBAE40"/>
          </p15:clr>
        </p15:guide>
        <p15:guide id="5" pos="1038" userDrawn="1">
          <p15:clr>
            <a:srgbClr val="FBAE40"/>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p:cSld name="Section Header - Number Black">
    <p:bg>
      <p:bgPr>
        <a:solidFill>
          <a:schemeClr val="bg1"/>
        </a:solidFill>
        <a:effectLst/>
      </p:bgPr>
    </p:bg>
    <p:spTree>
      <p:nvGrpSpPr>
        <p:cNvPr id="1" name=""/>
        <p:cNvGrpSpPr/>
        <p:nvPr/>
      </p:nvGrpSpPr>
      <p:grpSpPr>
        <a:xfrm>
          <a:off x="0" y="0"/>
          <a:ext cx="0" cy="0"/>
          <a:chOff x="0" y="0"/>
          <a:chExt cx="0" cy="0"/>
        </a:xfrm>
      </p:grpSpPr>
      <p:sp>
        <p:nvSpPr>
          <p:cNvPr id="4" name="Text Placeholder 1">
            <a:extLst>
              <a:ext uri="{FF2B5EF4-FFF2-40B4-BE49-F238E27FC236}">
                <a16:creationId xmlns:a16="http://schemas.microsoft.com/office/drawing/2014/main" id="{3A062D0C-E68C-394F-A338-F8B4160BD5CF}"/>
              </a:ext>
            </a:extLst>
          </p:cNvPr>
          <p:cNvSpPr>
            <a:spLocks noGrp="1"/>
          </p:cNvSpPr>
          <p:nvPr>
            <p:ph type="body" sz="quarter" idx="14" hasCustomPrompt="1"/>
          </p:nvPr>
        </p:nvSpPr>
        <p:spPr>
          <a:xfrm>
            <a:off x="365759" y="2514600"/>
            <a:ext cx="1280160" cy="3568700"/>
          </a:xfrm>
        </p:spPr>
        <p:txBody>
          <a:bodyPr anchor="t" anchorCtr="0">
            <a:noAutofit/>
          </a:bodyPr>
          <a:lstStyle>
            <a:lvl1pPr marL="0" indent="0" algn="r">
              <a:lnSpc>
                <a:spcPct val="85000"/>
              </a:lnSpc>
              <a:spcBef>
                <a:spcPts val="0"/>
              </a:spcBef>
              <a:buFontTx/>
              <a:buNone/>
              <a:defRPr sz="7200" spc="-100" baseline="0">
                <a:latin typeface="Aptos Light" panose="020B0004020202020204" pitchFamily="34" charset="0"/>
              </a:defRPr>
            </a:lvl1pPr>
            <a:lvl2pPr marL="0" indent="0" algn="r">
              <a:lnSpc>
                <a:spcPct val="85000"/>
              </a:lnSpc>
              <a:spcBef>
                <a:spcPts val="0"/>
              </a:spcBef>
              <a:buFontTx/>
              <a:buNone/>
              <a:defRPr sz="7200" spc="-100" baseline="0"/>
            </a:lvl2pPr>
            <a:lvl3pPr marL="0" indent="0" algn="r">
              <a:lnSpc>
                <a:spcPct val="85000"/>
              </a:lnSpc>
              <a:spcBef>
                <a:spcPts val="0"/>
              </a:spcBef>
              <a:buFontTx/>
              <a:buNone/>
              <a:defRPr sz="7200" spc="-100" baseline="0"/>
            </a:lvl3pPr>
            <a:lvl4pPr marL="0" indent="0" algn="r">
              <a:lnSpc>
                <a:spcPct val="85000"/>
              </a:lnSpc>
              <a:spcBef>
                <a:spcPts val="0"/>
              </a:spcBef>
              <a:buFontTx/>
              <a:buNone/>
              <a:defRPr sz="7200" spc="-100" baseline="0"/>
            </a:lvl4pPr>
            <a:lvl5pPr marL="0" indent="0" algn="r">
              <a:lnSpc>
                <a:spcPct val="85000"/>
              </a:lnSpc>
              <a:spcBef>
                <a:spcPts val="0"/>
              </a:spcBef>
              <a:buFontTx/>
              <a:buNone/>
              <a:defRPr sz="7200" spc="-100" baseline="0"/>
            </a:lvl5pPr>
            <a:lvl6pPr marL="0" indent="0" algn="r">
              <a:lnSpc>
                <a:spcPct val="85000"/>
              </a:lnSpc>
              <a:spcBef>
                <a:spcPts val="0"/>
              </a:spcBef>
              <a:buFontTx/>
              <a:buNone/>
              <a:defRPr sz="7200" spc="-100" baseline="0"/>
            </a:lvl6pPr>
            <a:lvl7pPr marL="0" indent="0" algn="r">
              <a:lnSpc>
                <a:spcPct val="85000"/>
              </a:lnSpc>
              <a:spcBef>
                <a:spcPts val="0"/>
              </a:spcBef>
              <a:buFontTx/>
              <a:buNone/>
              <a:defRPr sz="7200" spc="-100" baseline="0"/>
            </a:lvl7pPr>
            <a:lvl8pPr marL="0" indent="0" algn="r">
              <a:lnSpc>
                <a:spcPct val="85000"/>
              </a:lnSpc>
              <a:spcBef>
                <a:spcPts val="0"/>
              </a:spcBef>
              <a:buFontTx/>
              <a:buNone/>
              <a:defRPr sz="7200" spc="-100" baseline="0"/>
            </a:lvl8pPr>
            <a:lvl9pPr marL="0" indent="0" algn="r">
              <a:lnSpc>
                <a:spcPct val="85000"/>
              </a:lnSpc>
              <a:spcBef>
                <a:spcPts val="0"/>
              </a:spcBef>
              <a:buFontTx/>
              <a:buNone/>
              <a:defRPr sz="7200" spc="-100" baseline="0"/>
            </a:lvl9pPr>
          </a:lstStyle>
          <a:p>
            <a:pPr lvl="0"/>
            <a:r>
              <a:rPr lang="en-US"/>
              <a:t>00.</a:t>
            </a:r>
          </a:p>
        </p:txBody>
      </p:sp>
      <p:sp>
        <p:nvSpPr>
          <p:cNvPr id="2" name="Title 2">
            <a:extLst>
              <a:ext uri="{FF2B5EF4-FFF2-40B4-BE49-F238E27FC236}">
                <a16:creationId xmlns:a16="http://schemas.microsoft.com/office/drawing/2014/main" id="{42A20B57-9C1D-4E8F-B2A3-A6062F929C2D}"/>
              </a:ext>
            </a:extLst>
          </p:cNvPr>
          <p:cNvSpPr>
            <a:spLocks noGrp="1"/>
          </p:cNvSpPr>
          <p:nvPr>
            <p:ph type="title" hasCustomPrompt="1"/>
          </p:nvPr>
        </p:nvSpPr>
        <p:spPr>
          <a:xfrm>
            <a:off x="1828800" y="2514600"/>
            <a:ext cx="9994900" cy="3568700"/>
          </a:xfrm>
        </p:spPr>
        <p:txBody>
          <a:bodyPr anchor="t" anchorCtr="0"/>
          <a:lstStyle>
            <a:lvl1pPr>
              <a:lnSpc>
                <a:spcPct val="85000"/>
              </a:lnSpc>
              <a:defRPr sz="7200" b="0" spc="-100" baseline="0">
                <a:latin typeface="Aptos Light" panose="020B0004020202020204" pitchFamily="34" charset="0"/>
              </a:defRPr>
            </a:lvl1pPr>
          </a:lstStyle>
          <a:p>
            <a:r>
              <a:rPr lang="en-US"/>
              <a:t>[Section title]</a:t>
            </a:r>
          </a:p>
        </p:txBody>
      </p:sp>
    </p:spTree>
    <p:extLst>
      <p:ext uri="{BB962C8B-B14F-4D97-AF65-F5344CB8AC3E}">
        <p14:creationId xmlns:p14="http://schemas.microsoft.com/office/powerpoint/2010/main" val="353261771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1150" userDrawn="1">
          <p15:clr>
            <a:srgbClr val="FBAE40"/>
          </p15:clr>
        </p15:guide>
        <p15:guide id="3" orient="horz" pos="3832" userDrawn="1">
          <p15:clr>
            <a:srgbClr val="FBAE40"/>
          </p15:clr>
        </p15:guide>
        <p15:guide id="4" orient="horz" pos="4148" userDrawn="1">
          <p15:clr>
            <a:srgbClr val="FBAE40"/>
          </p15:clr>
        </p15:guide>
        <p15:guide id="5" pos="1038" userDrawn="1">
          <p15:clr>
            <a:srgbClr val="FBAE4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p:cSld name="Section Header - Big Number">
    <p:bg>
      <p:bgPr>
        <a:solidFill>
          <a:srgbClr val="006E74"/>
        </a:solidFill>
        <a:effectLst/>
      </p:bgPr>
    </p:bg>
    <p:spTree>
      <p:nvGrpSpPr>
        <p:cNvPr id="1" name=""/>
        <p:cNvGrpSpPr/>
        <p:nvPr/>
      </p:nvGrpSpPr>
      <p:grpSpPr>
        <a:xfrm>
          <a:off x="0" y="0"/>
          <a:ext cx="0" cy="0"/>
          <a:chOff x="0" y="0"/>
          <a:chExt cx="0" cy="0"/>
        </a:xfrm>
      </p:grpSpPr>
      <p:sp>
        <p:nvSpPr>
          <p:cNvPr id="3" name="Text Placeholder 1">
            <a:extLst>
              <a:ext uri="{FF2B5EF4-FFF2-40B4-BE49-F238E27FC236}">
                <a16:creationId xmlns:a16="http://schemas.microsoft.com/office/drawing/2014/main" id="{C326D1BA-385D-D160-3E8B-12E6038EBBBD}"/>
              </a:ext>
            </a:extLst>
          </p:cNvPr>
          <p:cNvSpPr>
            <a:spLocks noGrp="1"/>
          </p:cNvSpPr>
          <p:nvPr>
            <p:ph type="body" sz="quarter" idx="14" hasCustomPrompt="1"/>
          </p:nvPr>
        </p:nvSpPr>
        <p:spPr>
          <a:xfrm>
            <a:off x="365757" y="1571625"/>
            <a:ext cx="2539367" cy="1720215"/>
          </a:xfrm>
        </p:spPr>
        <p:txBody>
          <a:bodyPr anchor="t" anchorCtr="0">
            <a:noAutofit/>
          </a:bodyPr>
          <a:lstStyle>
            <a:lvl1pPr marL="0" indent="0" algn="l">
              <a:lnSpc>
                <a:spcPct val="85000"/>
              </a:lnSpc>
              <a:spcBef>
                <a:spcPts val="0"/>
              </a:spcBef>
              <a:buFontTx/>
              <a:buNone/>
              <a:defRPr sz="12000" b="0" spc="-100" baseline="0">
                <a:solidFill>
                  <a:schemeClr val="tx1"/>
                </a:solidFill>
                <a:latin typeface="Aptos Light" panose="020B0004020202020204" pitchFamily="34" charset="0"/>
              </a:defRPr>
            </a:lvl1pPr>
            <a:lvl2pPr marL="0" indent="0" algn="r">
              <a:lnSpc>
                <a:spcPct val="85000"/>
              </a:lnSpc>
              <a:spcBef>
                <a:spcPts val="0"/>
              </a:spcBef>
              <a:buFontTx/>
              <a:buNone/>
              <a:defRPr sz="7200" spc="-100" baseline="0"/>
            </a:lvl2pPr>
            <a:lvl3pPr marL="0" indent="0" algn="r">
              <a:lnSpc>
                <a:spcPct val="85000"/>
              </a:lnSpc>
              <a:spcBef>
                <a:spcPts val="0"/>
              </a:spcBef>
              <a:buFontTx/>
              <a:buNone/>
              <a:defRPr sz="7200" spc="-100" baseline="0"/>
            </a:lvl3pPr>
            <a:lvl4pPr marL="0" indent="0" algn="r">
              <a:lnSpc>
                <a:spcPct val="85000"/>
              </a:lnSpc>
              <a:spcBef>
                <a:spcPts val="0"/>
              </a:spcBef>
              <a:buFontTx/>
              <a:buNone/>
              <a:defRPr sz="7200" spc="-100" baseline="0"/>
            </a:lvl4pPr>
            <a:lvl5pPr marL="0" indent="0" algn="r">
              <a:lnSpc>
                <a:spcPct val="85000"/>
              </a:lnSpc>
              <a:spcBef>
                <a:spcPts val="0"/>
              </a:spcBef>
              <a:buFontTx/>
              <a:buNone/>
              <a:defRPr sz="7200" spc="-100" baseline="0"/>
            </a:lvl5pPr>
            <a:lvl6pPr marL="0" indent="0" algn="r">
              <a:lnSpc>
                <a:spcPct val="85000"/>
              </a:lnSpc>
              <a:spcBef>
                <a:spcPts val="0"/>
              </a:spcBef>
              <a:buFontTx/>
              <a:buNone/>
              <a:defRPr sz="7200" spc="-100" baseline="0"/>
            </a:lvl6pPr>
            <a:lvl7pPr marL="0" indent="0" algn="r">
              <a:lnSpc>
                <a:spcPct val="85000"/>
              </a:lnSpc>
              <a:spcBef>
                <a:spcPts val="0"/>
              </a:spcBef>
              <a:buFontTx/>
              <a:buNone/>
              <a:defRPr sz="7200" spc="-100" baseline="0"/>
            </a:lvl7pPr>
            <a:lvl8pPr marL="0" indent="0" algn="r">
              <a:lnSpc>
                <a:spcPct val="85000"/>
              </a:lnSpc>
              <a:spcBef>
                <a:spcPts val="0"/>
              </a:spcBef>
              <a:buFontTx/>
              <a:buNone/>
              <a:defRPr sz="7200" spc="-100" baseline="0"/>
            </a:lvl8pPr>
            <a:lvl9pPr marL="0" indent="0" algn="r">
              <a:lnSpc>
                <a:spcPct val="85000"/>
              </a:lnSpc>
              <a:spcBef>
                <a:spcPts val="0"/>
              </a:spcBef>
              <a:buFontTx/>
              <a:buNone/>
              <a:defRPr sz="7200" spc="-100" baseline="0"/>
            </a:lvl9pPr>
          </a:lstStyle>
          <a:p>
            <a:pPr lvl="0"/>
            <a:r>
              <a:rPr lang="en-US"/>
              <a:t>00.</a:t>
            </a:r>
          </a:p>
        </p:txBody>
      </p:sp>
      <p:sp>
        <p:nvSpPr>
          <p:cNvPr id="5" name="Title 2">
            <a:extLst>
              <a:ext uri="{FF2B5EF4-FFF2-40B4-BE49-F238E27FC236}">
                <a16:creationId xmlns:a16="http://schemas.microsoft.com/office/drawing/2014/main" id="{B50BE822-3D01-B3AA-C73B-8A3B83E702C4}"/>
              </a:ext>
            </a:extLst>
          </p:cNvPr>
          <p:cNvSpPr>
            <a:spLocks noGrp="1"/>
          </p:cNvSpPr>
          <p:nvPr>
            <p:ph type="title" hasCustomPrompt="1"/>
          </p:nvPr>
        </p:nvSpPr>
        <p:spPr>
          <a:xfrm>
            <a:off x="365759" y="3429000"/>
            <a:ext cx="7833361" cy="2654300"/>
          </a:xfrm>
        </p:spPr>
        <p:txBody>
          <a:bodyPr anchor="t" anchorCtr="0"/>
          <a:lstStyle>
            <a:lvl1pPr>
              <a:lnSpc>
                <a:spcPct val="85000"/>
              </a:lnSpc>
              <a:defRPr sz="4800" b="0" spc="-100" baseline="0">
                <a:latin typeface="Aptos Light" panose="020B0004020202020204" pitchFamily="34" charset="0"/>
              </a:defRPr>
            </a:lvl1pPr>
          </a:lstStyle>
          <a:p>
            <a:r>
              <a:rPr lang="en-US"/>
              <a:t>[Section title]</a:t>
            </a:r>
          </a:p>
        </p:txBody>
      </p:sp>
    </p:spTree>
    <p:extLst>
      <p:ext uri="{BB962C8B-B14F-4D97-AF65-F5344CB8AC3E}">
        <p14:creationId xmlns:p14="http://schemas.microsoft.com/office/powerpoint/2010/main" val="291186640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1150" userDrawn="1">
          <p15:clr>
            <a:srgbClr val="FBAE40"/>
          </p15:clr>
        </p15:guide>
        <p15:guide id="3" orient="horz" pos="3832" userDrawn="1">
          <p15:clr>
            <a:srgbClr val="FBAE40"/>
          </p15:clr>
        </p15:guide>
        <p15:guide id="4" orient="horz" pos="4148" userDrawn="1">
          <p15:clr>
            <a:srgbClr val="FBAE40"/>
          </p15:clr>
        </p15:guide>
        <p15:guide id="5" pos="1038" userDrawn="1">
          <p15:clr>
            <a:srgbClr val="FBAE4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p:cSld name="Section Header - Big Number Light teal">
    <p:bg>
      <p:bgPr>
        <a:solidFill>
          <a:schemeClr val="accent1"/>
        </a:solidFill>
        <a:effectLst/>
      </p:bgPr>
    </p:bg>
    <p:spTree>
      <p:nvGrpSpPr>
        <p:cNvPr id="1" name=""/>
        <p:cNvGrpSpPr/>
        <p:nvPr/>
      </p:nvGrpSpPr>
      <p:grpSpPr>
        <a:xfrm>
          <a:off x="0" y="0"/>
          <a:ext cx="0" cy="0"/>
          <a:chOff x="0" y="0"/>
          <a:chExt cx="0" cy="0"/>
        </a:xfrm>
      </p:grpSpPr>
      <p:sp>
        <p:nvSpPr>
          <p:cNvPr id="3" name="Text Placeholder 1">
            <a:extLst>
              <a:ext uri="{FF2B5EF4-FFF2-40B4-BE49-F238E27FC236}">
                <a16:creationId xmlns:a16="http://schemas.microsoft.com/office/drawing/2014/main" id="{B5EC9AAC-3C60-6320-DCC6-83B57B96E630}"/>
              </a:ext>
            </a:extLst>
          </p:cNvPr>
          <p:cNvSpPr>
            <a:spLocks noGrp="1"/>
          </p:cNvSpPr>
          <p:nvPr>
            <p:ph type="body" sz="quarter" idx="14" hasCustomPrompt="1"/>
          </p:nvPr>
        </p:nvSpPr>
        <p:spPr>
          <a:xfrm>
            <a:off x="365757" y="1571625"/>
            <a:ext cx="2539367" cy="1720215"/>
          </a:xfrm>
        </p:spPr>
        <p:txBody>
          <a:bodyPr anchor="t" anchorCtr="0">
            <a:noAutofit/>
          </a:bodyPr>
          <a:lstStyle>
            <a:lvl1pPr marL="0" indent="0" algn="l">
              <a:lnSpc>
                <a:spcPct val="85000"/>
              </a:lnSpc>
              <a:spcBef>
                <a:spcPts val="0"/>
              </a:spcBef>
              <a:buFontTx/>
              <a:buNone/>
              <a:defRPr sz="12000" b="0" spc="-100" baseline="0">
                <a:solidFill>
                  <a:schemeClr val="tx1"/>
                </a:solidFill>
                <a:latin typeface="Aptos Light" panose="020B0004020202020204" pitchFamily="34" charset="0"/>
              </a:defRPr>
            </a:lvl1pPr>
            <a:lvl2pPr marL="0" indent="0" algn="r">
              <a:lnSpc>
                <a:spcPct val="85000"/>
              </a:lnSpc>
              <a:spcBef>
                <a:spcPts val="0"/>
              </a:spcBef>
              <a:buFontTx/>
              <a:buNone/>
              <a:defRPr sz="7200" spc="-100" baseline="0"/>
            </a:lvl2pPr>
            <a:lvl3pPr marL="0" indent="0" algn="r">
              <a:lnSpc>
                <a:spcPct val="85000"/>
              </a:lnSpc>
              <a:spcBef>
                <a:spcPts val="0"/>
              </a:spcBef>
              <a:buFontTx/>
              <a:buNone/>
              <a:defRPr sz="7200" spc="-100" baseline="0"/>
            </a:lvl3pPr>
            <a:lvl4pPr marL="0" indent="0" algn="r">
              <a:lnSpc>
                <a:spcPct val="85000"/>
              </a:lnSpc>
              <a:spcBef>
                <a:spcPts val="0"/>
              </a:spcBef>
              <a:buFontTx/>
              <a:buNone/>
              <a:defRPr sz="7200" spc="-100" baseline="0"/>
            </a:lvl4pPr>
            <a:lvl5pPr marL="0" indent="0" algn="r">
              <a:lnSpc>
                <a:spcPct val="85000"/>
              </a:lnSpc>
              <a:spcBef>
                <a:spcPts val="0"/>
              </a:spcBef>
              <a:buFontTx/>
              <a:buNone/>
              <a:defRPr sz="7200" spc="-100" baseline="0"/>
            </a:lvl5pPr>
            <a:lvl6pPr marL="0" indent="0" algn="r">
              <a:lnSpc>
                <a:spcPct val="85000"/>
              </a:lnSpc>
              <a:spcBef>
                <a:spcPts val="0"/>
              </a:spcBef>
              <a:buFontTx/>
              <a:buNone/>
              <a:defRPr sz="7200" spc="-100" baseline="0"/>
            </a:lvl6pPr>
            <a:lvl7pPr marL="0" indent="0" algn="r">
              <a:lnSpc>
                <a:spcPct val="85000"/>
              </a:lnSpc>
              <a:spcBef>
                <a:spcPts val="0"/>
              </a:spcBef>
              <a:buFontTx/>
              <a:buNone/>
              <a:defRPr sz="7200" spc="-100" baseline="0"/>
            </a:lvl7pPr>
            <a:lvl8pPr marL="0" indent="0" algn="r">
              <a:lnSpc>
                <a:spcPct val="85000"/>
              </a:lnSpc>
              <a:spcBef>
                <a:spcPts val="0"/>
              </a:spcBef>
              <a:buFontTx/>
              <a:buNone/>
              <a:defRPr sz="7200" spc="-100" baseline="0"/>
            </a:lvl8pPr>
            <a:lvl9pPr marL="0" indent="0" algn="r">
              <a:lnSpc>
                <a:spcPct val="85000"/>
              </a:lnSpc>
              <a:spcBef>
                <a:spcPts val="0"/>
              </a:spcBef>
              <a:buFontTx/>
              <a:buNone/>
              <a:defRPr sz="7200" spc="-100" baseline="0"/>
            </a:lvl9pPr>
          </a:lstStyle>
          <a:p>
            <a:pPr lvl="0"/>
            <a:r>
              <a:rPr lang="en-US"/>
              <a:t>00.</a:t>
            </a:r>
          </a:p>
        </p:txBody>
      </p:sp>
      <p:sp>
        <p:nvSpPr>
          <p:cNvPr id="5" name="Title 2">
            <a:extLst>
              <a:ext uri="{FF2B5EF4-FFF2-40B4-BE49-F238E27FC236}">
                <a16:creationId xmlns:a16="http://schemas.microsoft.com/office/drawing/2014/main" id="{5A3359F6-2212-0787-FE5F-4A783F634ED8}"/>
              </a:ext>
            </a:extLst>
          </p:cNvPr>
          <p:cNvSpPr>
            <a:spLocks noGrp="1"/>
          </p:cNvSpPr>
          <p:nvPr>
            <p:ph type="title" hasCustomPrompt="1"/>
          </p:nvPr>
        </p:nvSpPr>
        <p:spPr>
          <a:xfrm>
            <a:off x="365759" y="3429000"/>
            <a:ext cx="7833361" cy="2654300"/>
          </a:xfrm>
        </p:spPr>
        <p:txBody>
          <a:bodyPr anchor="t" anchorCtr="0"/>
          <a:lstStyle>
            <a:lvl1pPr>
              <a:lnSpc>
                <a:spcPct val="85000"/>
              </a:lnSpc>
              <a:defRPr sz="4800" b="0" spc="-100" baseline="0">
                <a:latin typeface="Aptos Light" panose="020B0004020202020204" pitchFamily="34" charset="0"/>
              </a:defRPr>
            </a:lvl1pPr>
          </a:lstStyle>
          <a:p>
            <a:r>
              <a:rPr lang="en-US"/>
              <a:t>[Section title]</a:t>
            </a:r>
          </a:p>
        </p:txBody>
      </p:sp>
    </p:spTree>
    <p:extLst>
      <p:ext uri="{BB962C8B-B14F-4D97-AF65-F5344CB8AC3E}">
        <p14:creationId xmlns:p14="http://schemas.microsoft.com/office/powerpoint/2010/main" val="95888000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1150" userDrawn="1">
          <p15:clr>
            <a:srgbClr val="FBAE40"/>
          </p15:clr>
        </p15:guide>
        <p15:guide id="3" orient="horz" pos="3832" userDrawn="1">
          <p15:clr>
            <a:srgbClr val="FBAE40"/>
          </p15:clr>
        </p15:guide>
        <p15:guide id="4" orient="horz" pos="4148" userDrawn="1">
          <p15:clr>
            <a:srgbClr val="FBAE40"/>
          </p15:clr>
        </p15:guide>
        <p15:guide id="5" pos="1038" userDrawn="1">
          <p15:clr>
            <a:srgbClr val="FBAE4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p:cSld name="2_Section Header - Number Black">
    <p:bg>
      <p:bgPr>
        <a:solidFill>
          <a:schemeClr val="bg1"/>
        </a:solidFill>
        <a:effectLst/>
      </p:bgPr>
    </p:bg>
    <p:spTree>
      <p:nvGrpSpPr>
        <p:cNvPr id="1" name=""/>
        <p:cNvGrpSpPr/>
        <p:nvPr/>
      </p:nvGrpSpPr>
      <p:grpSpPr>
        <a:xfrm>
          <a:off x="0" y="0"/>
          <a:ext cx="0" cy="0"/>
          <a:chOff x="0" y="0"/>
          <a:chExt cx="0" cy="0"/>
        </a:xfrm>
      </p:grpSpPr>
      <p:sp>
        <p:nvSpPr>
          <p:cNvPr id="4" name="Text Placeholder 1">
            <a:extLst>
              <a:ext uri="{FF2B5EF4-FFF2-40B4-BE49-F238E27FC236}">
                <a16:creationId xmlns:a16="http://schemas.microsoft.com/office/drawing/2014/main" id="{3A062D0C-E68C-394F-A338-F8B4160BD5CF}"/>
              </a:ext>
            </a:extLst>
          </p:cNvPr>
          <p:cNvSpPr>
            <a:spLocks noGrp="1"/>
          </p:cNvSpPr>
          <p:nvPr>
            <p:ph type="body" sz="quarter" idx="14" hasCustomPrompt="1"/>
          </p:nvPr>
        </p:nvSpPr>
        <p:spPr>
          <a:xfrm>
            <a:off x="365757" y="1571625"/>
            <a:ext cx="2539367" cy="1720215"/>
          </a:xfrm>
        </p:spPr>
        <p:txBody>
          <a:bodyPr anchor="t" anchorCtr="0">
            <a:noAutofit/>
          </a:bodyPr>
          <a:lstStyle>
            <a:lvl1pPr marL="0" indent="0" algn="l">
              <a:lnSpc>
                <a:spcPct val="85000"/>
              </a:lnSpc>
              <a:spcBef>
                <a:spcPts val="0"/>
              </a:spcBef>
              <a:buFontTx/>
              <a:buNone/>
              <a:defRPr sz="12000" b="0" spc="-100" baseline="0">
                <a:solidFill>
                  <a:schemeClr val="tx1"/>
                </a:solidFill>
                <a:latin typeface="Aptos Light" panose="020B0004020202020204" pitchFamily="34" charset="0"/>
              </a:defRPr>
            </a:lvl1pPr>
            <a:lvl2pPr marL="0" indent="0" algn="r">
              <a:lnSpc>
                <a:spcPct val="85000"/>
              </a:lnSpc>
              <a:spcBef>
                <a:spcPts val="0"/>
              </a:spcBef>
              <a:buFontTx/>
              <a:buNone/>
              <a:defRPr sz="7200" spc="-100" baseline="0"/>
            </a:lvl2pPr>
            <a:lvl3pPr marL="0" indent="0" algn="r">
              <a:lnSpc>
                <a:spcPct val="85000"/>
              </a:lnSpc>
              <a:spcBef>
                <a:spcPts val="0"/>
              </a:spcBef>
              <a:buFontTx/>
              <a:buNone/>
              <a:defRPr sz="7200" spc="-100" baseline="0"/>
            </a:lvl3pPr>
            <a:lvl4pPr marL="0" indent="0" algn="r">
              <a:lnSpc>
                <a:spcPct val="85000"/>
              </a:lnSpc>
              <a:spcBef>
                <a:spcPts val="0"/>
              </a:spcBef>
              <a:buFontTx/>
              <a:buNone/>
              <a:defRPr sz="7200" spc="-100" baseline="0"/>
            </a:lvl4pPr>
            <a:lvl5pPr marL="0" indent="0" algn="r">
              <a:lnSpc>
                <a:spcPct val="85000"/>
              </a:lnSpc>
              <a:spcBef>
                <a:spcPts val="0"/>
              </a:spcBef>
              <a:buFontTx/>
              <a:buNone/>
              <a:defRPr sz="7200" spc="-100" baseline="0"/>
            </a:lvl5pPr>
            <a:lvl6pPr marL="0" indent="0" algn="r">
              <a:lnSpc>
                <a:spcPct val="85000"/>
              </a:lnSpc>
              <a:spcBef>
                <a:spcPts val="0"/>
              </a:spcBef>
              <a:buFontTx/>
              <a:buNone/>
              <a:defRPr sz="7200" spc="-100" baseline="0"/>
            </a:lvl6pPr>
            <a:lvl7pPr marL="0" indent="0" algn="r">
              <a:lnSpc>
                <a:spcPct val="85000"/>
              </a:lnSpc>
              <a:spcBef>
                <a:spcPts val="0"/>
              </a:spcBef>
              <a:buFontTx/>
              <a:buNone/>
              <a:defRPr sz="7200" spc="-100" baseline="0"/>
            </a:lvl7pPr>
            <a:lvl8pPr marL="0" indent="0" algn="r">
              <a:lnSpc>
                <a:spcPct val="85000"/>
              </a:lnSpc>
              <a:spcBef>
                <a:spcPts val="0"/>
              </a:spcBef>
              <a:buFontTx/>
              <a:buNone/>
              <a:defRPr sz="7200" spc="-100" baseline="0"/>
            </a:lvl8pPr>
            <a:lvl9pPr marL="0" indent="0" algn="r">
              <a:lnSpc>
                <a:spcPct val="85000"/>
              </a:lnSpc>
              <a:spcBef>
                <a:spcPts val="0"/>
              </a:spcBef>
              <a:buFontTx/>
              <a:buNone/>
              <a:defRPr sz="7200" spc="-100" baseline="0"/>
            </a:lvl9pPr>
          </a:lstStyle>
          <a:p>
            <a:pPr lvl="0"/>
            <a:r>
              <a:rPr lang="en-US"/>
              <a:t>00.</a:t>
            </a:r>
          </a:p>
        </p:txBody>
      </p:sp>
      <p:sp>
        <p:nvSpPr>
          <p:cNvPr id="2" name="Title 2">
            <a:extLst>
              <a:ext uri="{FF2B5EF4-FFF2-40B4-BE49-F238E27FC236}">
                <a16:creationId xmlns:a16="http://schemas.microsoft.com/office/drawing/2014/main" id="{42A20B57-9C1D-4E8F-B2A3-A6062F929C2D}"/>
              </a:ext>
            </a:extLst>
          </p:cNvPr>
          <p:cNvSpPr>
            <a:spLocks noGrp="1"/>
          </p:cNvSpPr>
          <p:nvPr>
            <p:ph type="title" hasCustomPrompt="1"/>
          </p:nvPr>
        </p:nvSpPr>
        <p:spPr>
          <a:xfrm>
            <a:off x="365759" y="3429000"/>
            <a:ext cx="7833361" cy="2654300"/>
          </a:xfrm>
        </p:spPr>
        <p:txBody>
          <a:bodyPr anchor="t" anchorCtr="0"/>
          <a:lstStyle>
            <a:lvl1pPr>
              <a:lnSpc>
                <a:spcPct val="85000"/>
              </a:lnSpc>
              <a:defRPr sz="4800" b="0" spc="-100" baseline="0">
                <a:latin typeface="Aptos Light" panose="020B0004020202020204" pitchFamily="34" charset="0"/>
              </a:defRPr>
            </a:lvl1pPr>
          </a:lstStyle>
          <a:p>
            <a:r>
              <a:rPr lang="en-US"/>
              <a:t>[Section title]</a:t>
            </a:r>
          </a:p>
        </p:txBody>
      </p:sp>
    </p:spTree>
    <p:extLst>
      <p:ext uri="{BB962C8B-B14F-4D97-AF65-F5344CB8AC3E}">
        <p14:creationId xmlns:p14="http://schemas.microsoft.com/office/powerpoint/2010/main" val="343998469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1150" userDrawn="1">
          <p15:clr>
            <a:srgbClr val="FBAE40"/>
          </p15:clr>
        </p15:guide>
        <p15:guide id="3" orient="horz" pos="3832" userDrawn="1">
          <p15:clr>
            <a:srgbClr val="FBAE40"/>
          </p15:clr>
        </p15:guide>
        <p15:guide id="4" orient="horz" pos="4148" userDrawn="1">
          <p15:clr>
            <a:srgbClr val="FBAE40"/>
          </p15:clr>
        </p15:guide>
        <p15:guide id="5" pos="1038" userDrawn="1">
          <p15:clr>
            <a:srgbClr val="FBAE4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p:cSld name="Section Header - Big Number and Image">
    <p:bg>
      <p:bgPr>
        <a:solidFill>
          <a:srgbClr val="006E74"/>
        </a:solidFill>
        <a:effectLst/>
      </p:bgPr>
    </p:bg>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9BBBC22-C650-B44E-7A6D-EA1C7DFE6989}"/>
              </a:ext>
            </a:extLst>
          </p:cNvPr>
          <p:cNvSpPr>
            <a:spLocks noGrp="1"/>
          </p:cNvSpPr>
          <p:nvPr>
            <p:ph type="body" sz="quarter" idx="15" hasCustomPrompt="1"/>
          </p:nvPr>
        </p:nvSpPr>
        <p:spPr>
          <a:xfrm>
            <a:off x="6187439" y="1571625"/>
            <a:ext cx="2539367" cy="1400175"/>
          </a:xfrm>
        </p:spPr>
        <p:txBody>
          <a:bodyPr anchor="t" anchorCtr="0">
            <a:noAutofit/>
          </a:bodyPr>
          <a:lstStyle>
            <a:lvl1pPr marL="0" indent="0" algn="l">
              <a:lnSpc>
                <a:spcPct val="85000"/>
              </a:lnSpc>
              <a:spcBef>
                <a:spcPts val="0"/>
              </a:spcBef>
              <a:buFontTx/>
              <a:buNone/>
              <a:defRPr sz="9600" b="0" spc="-100" baseline="0">
                <a:solidFill>
                  <a:schemeClr val="tx1"/>
                </a:solidFill>
                <a:latin typeface="Aptos Light" panose="020B0004020202020204" pitchFamily="34" charset="0"/>
              </a:defRPr>
            </a:lvl1pPr>
            <a:lvl2pPr marL="0" indent="0" algn="r">
              <a:lnSpc>
                <a:spcPct val="85000"/>
              </a:lnSpc>
              <a:spcBef>
                <a:spcPts val="0"/>
              </a:spcBef>
              <a:buFontTx/>
              <a:buNone/>
              <a:defRPr sz="7200" spc="-100" baseline="0"/>
            </a:lvl2pPr>
            <a:lvl3pPr marL="0" indent="0" algn="r">
              <a:lnSpc>
                <a:spcPct val="85000"/>
              </a:lnSpc>
              <a:spcBef>
                <a:spcPts val="0"/>
              </a:spcBef>
              <a:buFontTx/>
              <a:buNone/>
              <a:defRPr sz="7200" spc="-100" baseline="0"/>
            </a:lvl3pPr>
            <a:lvl4pPr marL="0" indent="0" algn="r">
              <a:lnSpc>
                <a:spcPct val="85000"/>
              </a:lnSpc>
              <a:spcBef>
                <a:spcPts val="0"/>
              </a:spcBef>
              <a:buFontTx/>
              <a:buNone/>
              <a:defRPr sz="7200" spc="-100" baseline="0"/>
            </a:lvl4pPr>
            <a:lvl5pPr marL="0" indent="0" algn="r">
              <a:lnSpc>
                <a:spcPct val="85000"/>
              </a:lnSpc>
              <a:spcBef>
                <a:spcPts val="0"/>
              </a:spcBef>
              <a:buFontTx/>
              <a:buNone/>
              <a:defRPr sz="7200" spc="-100" baseline="0"/>
            </a:lvl5pPr>
            <a:lvl6pPr marL="0" indent="0" algn="r">
              <a:lnSpc>
                <a:spcPct val="85000"/>
              </a:lnSpc>
              <a:spcBef>
                <a:spcPts val="0"/>
              </a:spcBef>
              <a:buFontTx/>
              <a:buNone/>
              <a:defRPr sz="7200" spc="-100" baseline="0"/>
            </a:lvl6pPr>
            <a:lvl7pPr marL="0" indent="0" algn="r">
              <a:lnSpc>
                <a:spcPct val="85000"/>
              </a:lnSpc>
              <a:spcBef>
                <a:spcPts val="0"/>
              </a:spcBef>
              <a:buFontTx/>
              <a:buNone/>
              <a:defRPr sz="7200" spc="-100" baseline="0"/>
            </a:lvl7pPr>
            <a:lvl8pPr marL="0" indent="0" algn="r">
              <a:lnSpc>
                <a:spcPct val="85000"/>
              </a:lnSpc>
              <a:spcBef>
                <a:spcPts val="0"/>
              </a:spcBef>
              <a:buFontTx/>
              <a:buNone/>
              <a:defRPr sz="7200" spc="-100" baseline="0"/>
            </a:lvl8pPr>
            <a:lvl9pPr marL="0" indent="0" algn="r">
              <a:lnSpc>
                <a:spcPct val="85000"/>
              </a:lnSpc>
              <a:spcBef>
                <a:spcPts val="0"/>
              </a:spcBef>
              <a:buFontTx/>
              <a:buNone/>
              <a:defRPr sz="7200" spc="-100" baseline="0"/>
            </a:lvl9pPr>
          </a:lstStyle>
          <a:p>
            <a:pPr lvl="0"/>
            <a:r>
              <a:rPr lang="en-US"/>
              <a:t>00.</a:t>
            </a:r>
          </a:p>
        </p:txBody>
      </p:sp>
      <p:sp>
        <p:nvSpPr>
          <p:cNvPr id="4" name="Title 2">
            <a:extLst>
              <a:ext uri="{FF2B5EF4-FFF2-40B4-BE49-F238E27FC236}">
                <a16:creationId xmlns:a16="http://schemas.microsoft.com/office/drawing/2014/main" id="{EA65768C-B601-33B4-93A0-0193CC077746}"/>
              </a:ext>
            </a:extLst>
          </p:cNvPr>
          <p:cNvSpPr>
            <a:spLocks noGrp="1"/>
          </p:cNvSpPr>
          <p:nvPr>
            <p:ph type="title" hasCustomPrompt="1"/>
          </p:nvPr>
        </p:nvSpPr>
        <p:spPr>
          <a:xfrm>
            <a:off x="6187440" y="2971800"/>
            <a:ext cx="5608320" cy="3111500"/>
          </a:xfrm>
        </p:spPr>
        <p:txBody>
          <a:bodyPr anchor="t" anchorCtr="0"/>
          <a:lstStyle>
            <a:lvl1pPr>
              <a:lnSpc>
                <a:spcPct val="85000"/>
              </a:lnSpc>
              <a:defRPr sz="4800" b="0" spc="-100" baseline="0">
                <a:latin typeface="Aptos Light" panose="020B0004020202020204" pitchFamily="34" charset="0"/>
              </a:defRPr>
            </a:lvl1pPr>
          </a:lstStyle>
          <a:p>
            <a:r>
              <a:rPr lang="en-US"/>
              <a:t>[Section title]</a:t>
            </a:r>
          </a:p>
        </p:txBody>
      </p:sp>
      <p:sp>
        <p:nvSpPr>
          <p:cNvPr id="6" name="Picture Placeholder 4">
            <a:extLst>
              <a:ext uri="{FF2B5EF4-FFF2-40B4-BE49-F238E27FC236}">
                <a16:creationId xmlns:a16="http://schemas.microsoft.com/office/drawing/2014/main" id="{F2BE5C9E-9BB6-4A94-4A61-9EE5BAE44776}"/>
              </a:ext>
            </a:extLst>
          </p:cNvPr>
          <p:cNvSpPr>
            <a:spLocks noGrp="1"/>
          </p:cNvSpPr>
          <p:nvPr>
            <p:ph type="pic" sz="quarter" idx="13" hasCustomPrompt="1"/>
          </p:nvPr>
        </p:nvSpPr>
        <p:spPr>
          <a:xfrm>
            <a:off x="0" y="0"/>
            <a:ext cx="5638800" cy="6858000"/>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a:t>[Click icon to insert photo]</a:t>
            </a:r>
          </a:p>
        </p:txBody>
      </p:sp>
    </p:spTree>
    <p:extLst>
      <p:ext uri="{BB962C8B-B14F-4D97-AF65-F5344CB8AC3E}">
        <p14:creationId xmlns:p14="http://schemas.microsoft.com/office/powerpoint/2010/main" val="33803070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1150" userDrawn="1">
          <p15:clr>
            <a:srgbClr val="FBAE40"/>
          </p15:clr>
        </p15:guide>
        <p15:guide id="3" orient="horz" pos="3832" userDrawn="1">
          <p15:clr>
            <a:srgbClr val="FBAE40"/>
          </p15:clr>
        </p15:guide>
        <p15:guide id="4" orient="horz" pos="4148" userDrawn="1">
          <p15:clr>
            <a:srgbClr val="FBAE40"/>
          </p15:clr>
        </p15:guide>
        <p15:guide id="5" pos="1038" userDrawn="1">
          <p15:clr>
            <a:srgbClr val="FBAE4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p:cSld name="Section Header - Big Number and Image Light teal">
    <p:bg>
      <p:bgPr>
        <a:solidFill>
          <a:schemeClr val="accent1"/>
        </a:solidFill>
        <a:effectLst/>
      </p:bgPr>
    </p:bg>
    <p:spTree>
      <p:nvGrpSpPr>
        <p:cNvPr id="1" name=""/>
        <p:cNvGrpSpPr/>
        <p:nvPr/>
      </p:nvGrpSpPr>
      <p:grpSpPr>
        <a:xfrm>
          <a:off x="0" y="0"/>
          <a:ext cx="0" cy="0"/>
          <a:chOff x="0" y="0"/>
          <a:chExt cx="0" cy="0"/>
        </a:xfrm>
      </p:grpSpPr>
      <p:sp>
        <p:nvSpPr>
          <p:cNvPr id="6" name="Picture Placeholder 4">
            <a:extLst>
              <a:ext uri="{FF2B5EF4-FFF2-40B4-BE49-F238E27FC236}">
                <a16:creationId xmlns:a16="http://schemas.microsoft.com/office/drawing/2014/main" id="{9689AA05-4526-CF9A-27B2-771806367921}"/>
              </a:ext>
            </a:extLst>
          </p:cNvPr>
          <p:cNvSpPr>
            <a:spLocks noGrp="1"/>
          </p:cNvSpPr>
          <p:nvPr>
            <p:ph type="pic" sz="quarter" idx="13" hasCustomPrompt="1"/>
          </p:nvPr>
        </p:nvSpPr>
        <p:spPr>
          <a:xfrm>
            <a:off x="0" y="0"/>
            <a:ext cx="5638800" cy="6858000"/>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a:t>[Click icon to insert photo]</a:t>
            </a:r>
          </a:p>
        </p:txBody>
      </p:sp>
      <p:sp>
        <p:nvSpPr>
          <p:cNvPr id="7" name="Text Placeholder 1">
            <a:extLst>
              <a:ext uri="{FF2B5EF4-FFF2-40B4-BE49-F238E27FC236}">
                <a16:creationId xmlns:a16="http://schemas.microsoft.com/office/drawing/2014/main" id="{619370A0-AA04-76B1-3C20-3A0DE2D8B421}"/>
              </a:ext>
            </a:extLst>
          </p:cNvPr>
          <p:cNvSpPr>
            <a:spLocks noGrp="1"/>
          </p:cNvSpPr>
          <p:nvPr>
            <p:ph type="body" sz="quarter" idx="15" hasCustomPrompt="1"/>
          </p:nvPr>
        </p:nvSpPr>
        <p:spPr>
          <a:xfrm>
            <a:off x="6187439" y="1571625"/>
            <a:ext cx="2539367" cy="1400175"/>
          </a:xfrm>
        </p:spPr>
        <p:txBody>
          <a:bodyPr anchor="t" anchorCtr="0">
            <a:noAutofit/>
          </a:bodyPr>
          <a:lstStyle>
            <a:lvl1pPr marL="0" indent="0" algn="l">
              <a:lnSpc>
                <a:spcPct val="85000"/>
              </a:lnSpc>
              <a:spcBef>
                <a:spcPts val="0"/>
              </a:spcBef>
              <a:buFontTx/>
              <a:buNone/>
              <a:defRPr sz="9600" b="0" spc="-100" baseline="0">
                <a:solidFill>
                  <a:schemeClr val="tx1"/>
                </a:solidFill>
                <a:latin typeface="Aptos Light" panose="020B0004020202020204" pitchFamily="34" charset="0"/>
              </a:defRPr>
            </a:lvl1pPr>
            <a:lvl2pPr marL="0" indent="0" algn="r">
              <a:lnSpc>
                <a:spcPct val="85000"/>
              </a:lnSpc>
              <a:spcBef>
                <a:spcPts val="0"/>
              </a:spcBef>
              <a:buFontTx/>
              <a:buNone/>
              <a:defRPr sz="7200" spc="-100" baseline="0"/>
            </a:lvl2pPr>
            <a:lvl3pPr marL="0" indent="0" algn="r">
              <a:lnSpc>
                <a:spcPct val="85000"/>
              </a:lnSpc>
              <a:spcBef>
                <a:spcPts val="0"/>
              </a:spcBef>
              <a:buFontTx/>
              <a:buNone/>
              <a:defRPr sz="7200" spc="-100" baseline="0"/>
            </a:lvl3pPr>
            <a:lvl4pPr marL="0" indent="0" algn="r">
              <a:lnSpc>
                <a:spcPct val="85000"/>
              </a:lnSpc>
              <a:spcBef>
                <a:spcPts val="0"/>
              </a:spcBef>
              <a:buFontTx/>
              <a:buNone/>
              <a:defRPr sz="7200" spc="-100" baseline="0"/>
            </a:lvl4pPr>
            <a:lvl5pPr marL="0" indent="0" algn="r">
              <a:lnSpc>
                <a:spcPct val="85000"/>
              </a:lnSpc>
              <a:spcBef>
                <a:spcPts val="0"/>
              </a:spcBef>
              <a:buFontTx/>
              <a:buNone/>
              <a:defRPr sz="7200" spc="-100" baseline="0"/>
            </a:lvl5pPr>
            <a:lvl6pPr marL="0" indent="0" algn="r">
              <a:lnSpc>
                <a:spcPct val="85000"/>
              </a:lnSpc>
              <a:spcBef>
                <a:spcPts val="0"/>
              </a:spcBef>
              <a:buFontTx/>
              <a:buNone/>
              <a:defRPr sz="7200" spc="-100" baseline="0"/>
            </a:lvl6pPr>
            <a:lvl7pPr marL="0" indent="0" algn="r">
              <a:lnSpc>
                <a:spcPct val="85000"/>
              </a:lnSpc>
              <a:spcBef>
                <a:spcPts val="0"/>
              </a:spcBef>
              <a:buFontTx/>
              <a:buNone/>
              <a:defRPr sz="7200" spc="-100" baseline="0"/>
            </a:lvl7pPr>
            <a:lvl8pPr marL="0" indent="0" algn="r">
              <a:lnSpc>
                <a:spcPct val="85000"/>
              </a:lnSpc>
              <a:spcBef>
                <a:spcPts val="0"/>
              </a:spcBef>
              <a:buFontTx/>
              <a:buNone/>
              <a:defRPr sz="7200" spc="-100" baseline="0"/>
            </a:lvl8pPr>
            <a:lvl9pPr marL="0" indent="0" algn="r">
              <a:lnSpc>
                <a:spcPct val="85000"/>
              </a:lnSpc>
              <a:spcBef>
                <a:spcPts val="0"/>
              </a:spcBef>
              <a:buFontTx/>
              <a:buNone/>
              <a:defRPr sz="7200" spc="-100" baseline="0"/>
            </a:lvl9pPr>
          </a:lstStyle>
          <a:p>
            <a:pPr lvl="0"/>
            <a:r>
              <a:rPr lang="en-US"/>
              <a:t>00.</a:t>
            </a:r>
          </a:p>
        </p:txBody>
      </p:sp>
      <p:sp>
        <p:nvSpPr>
          <p:cNvPr id="8" name="Title 2">
            <a:extLst>
              <a:ext uri="{FF2B5EF4-FFF2-40B4-BE49-F238E27FC236}">
                <a16:creationId xmlns:a16="http://schemas.microsoft.com/office/drawing/2014/main" id="{18F4634C-2105-F35B-2F6F-FB7C70B000E4}"/>
              </a:ext>
            </a:extLst>
          </p:cNvPr>
          <p:cNvSpPr>
            <a:spLocks noGrp="1"/>
          </p:cNvSpPr>
          <p:nvPr>
            <p:ph type="title" hasCustomPrompt="1"/>
          </p:nvPr>
        </p:nvSpPr>
        <p:spPr>
          <a:xfrm>
            <a:off x="6187440" y="2971800"/>
            <a:ext cx="5608320" cy="3111500"/>
          </a:xfrm>
        </p:spPr>
        <p:txBody>
          <a:bodyPr anchor="t" anchorCtr="0"/>
          <a:lstStyle>
            <a:lvl1pPr>
              <a:lnSpc>
                <a:spcPct val="85000"/>
              </a:lnSpc>
              <a:defRPr sz="4800" b="0" spc="-100" baseline="0">
                <a:latin typeface="Aptos Light" panose="020B0004020202020204" pitchFamily="34" charset="0"/>
              </a:defRPr>
            </a:lvl1pPr>
          </a:lstStyle>
          <a:p>
            <a:r>
              <a:rPr lang="en-US"/>
              <a:t>[Section title]</a:t>
            </a:r>
          </a:p>
        </p:txBody>
      </p:sp>
    </p:spTree>
    <p:extLst>
      <p:ext uri="{BB962C8B-B14F-4D97-AF65-F5344CB8AC3E}">
        <p14:creationId xmlns:p14="http://schemas.microsoft.com/office/powerpoint/2010/main" val="31921636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1150" userDrawn="1">
          <p15:clr>
            <a:srgbClr val="FBAE40"/>
          </p15:clr>
        </p15:guide>
        <p15:guide id="3" orient="horz" pos="3832" userDrawn="1">
          <p15:clr>
            <a:srgbClr val="FBAE40"/>
          </p15:clr>
        </p15:guide>
        <p15:guide id="4" orient="horz" pos="4148" userDrawn="1">
          <p15:clr>
            <a:srgbClr val="FBAE40"/>
          </p15:clr>
        </p15:guide>
        <p15:guide id="5" pos="1038" userDrawn="1">
          <p15:clr>
            <a:srgbClr val="FBAE4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p:cSld name="Section Header - Big Number and Image Black">
    <p:bg>
      <p:bgPr>
        <a:solidFill>
          <a:schemeClr val="bg1"/>
        </a:solidFill>
        <a:effectLst/>
      </p:bgPr>
    </p:bg>
    <p:spTree>
      <p:nvGrpSpPr>
        <p:cNvPr id="1" name=""/>
        <p:cNvGrpSpPr/>
        <p:nvPr/>
      </p:nvGrpSpPr>
      <p:grpSpPr>
        <a:xfrm>
          <a:off x="0" y="0"/>
          <a:ext cx="0" cy="0"/>
          <a:chOff x="0" y="0"/>
          <a:chExt cx="0" cy="0"/>
        </a:xfrm>
      </p:grpSpPr>
      <p:sp>
        <p:nvSpPr>
          <p:cNvPr id="3" name="Picture Placeholder 4">
            <a:extLst>
              <a:ext uri="{FF2B5EF4-FFF2-40B4-BE49-F238E27FC236}">
                <a16:creationId xmlns:a16="http://schemas.microsoft.com/office/drawing/2014/main" id="{E08BF880-08B4-3CD8-DBE6-2D803A81945D}"/>
              </a:ext>
            </a:extLst>
          </p:cNvPr>
          <p:cNvSpPr>
            <a:spLocks noGrp="1"/>
          </p:cNvSpPr>
          <p:nvPr>
            <p:ph type="pic" sz="quarter" idx="13" hasCustomPrompt="1"/>
          </p:nvPr>
        </p:nvSpPr>
        <p:spPr>
          <a:xfrm>
            <a:off x="0" y="0"/>
            <a:ext cx="5638800" cy="6858000"/>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a:t>[Click icon to insert photo]</a:t>
            </a:r>
          </a:p>
        </p:txBody>
      </p:sp>
      <p:sp>
        <p:nvSpPr>
          <p:cNvPr id="6" name="Text Placeholder 1">
            <a:extLst>
              <a:ext uri="{FF2B5EF4-FFF2-40B4-BE49-F238E27FC236}">
                <a16:creationId xmlns:a16="http://schemas.microsoft.com/office/drawing/2014/main" id="{700913E4-E9D3-1B5D-E3D7-CF8E0A193B8F}"/>
              </a:ext>
            </a:extLst>
          </p:cNvPr>
          <p:cNvSpPr>
            <a:spLocks noGrp="1"/>
          </p:cNvSpPr>
          <p:nvPr>
            <p:ph type="body" sz="quarter" idx="15" hasCustomPrompt="1"/>
          </p:nvPr>
        </p:nvSpPr>
        <p:spPr>
          <a:xfrm>
            <a:off x="6187439" y="1571625"/>
            <a:ext cx="2539367" cy="1400175"/>
          </a:xfrm>
        </p:spPr>
        <p:txBody>
          <a:bodyPr anchor="t" anchorCtr="0">
            <a:noAutofit/>
          </a:bodyPr>
          <a:lstStyle>
            <a:lvl1pPr marL="0" indent="0" algn="l">
              <a:lnSpc>
                <a:spcPct val="85000"/>
              </a:lnSpc>
              <a:spcBef>
                <a:spcPts val="0"/>
              </a:spcBef>
              <a:buFontTx/>
              <a:buNone/>
              <a:defRPr sz="9600" b="0" spc="-100" baseline="0">
                <a:solidFill>
                  <a:schemeClr val="tx1"/>
                </a:solidFill>
                <a:latin typeface="Aptos Light" panose="020B0004020202020204" pitchFamily="34" charset="0"/>
              </a:defRPr>
            </a:lvl1pPr>
            <a:lvl2pPr marL="0" indent="0" algn="r">
              <a:lnSpc>
                <a:spcPct val="85000"/>
              </a:lnSpc>
              <a:spcBef>
                <a:spcPts val="0"/>
              </a:spcBef>
              <a:buFontTx/>
              <a:buNone/>
              <a:defRPr sz="7200" spc="-100" baseline="0"/>
            </a:lvl2pPr>
            <a:lvl3pPr marL="0" indent="0" algn="r">
              <a:lnSpc>
                <a:spcPct val="85000"/>
              </a:lnSpc>
              <a:spcBef>
                <a:spcPts val="0"/>
              </a:spcBef>
              <a:buFontTx/>
              <a:buNone/>
              <a:defRPr sz="7200" spc="-100" baseline="0"/>
            </a:lvl3pPr>
            <a:lvl4pPr marL="0" indent="0" algn="r">
              <a:lnSpc>
                <a:spcPct val="85000"/>
              </a:lnSpc>
              <a:spcBef>
                <a:spcPts val="0"/>
              </a:spcBef>
              <a:buFontTx/>
              <a:buNone/>
              <a:defRPr sz="7200" spc="-100" baseline="0"/>
            </a:lvl4pPr>
            <a:lvl5pPr marL="0" indent="0" algn="r">
              <a:lnSpc>
                <a:spcPct val="85000"/>
              </a:lnSpc>
              <a:spcBef>
                <a:spcPts val="0"/>
              </a:spcBef>
              <a:buFontTx/>
              <a:buNone/>
              <a:defRPr sz="7200" spc="-100" baseline="0"/>
            </a:lvl5pPr>
            <a:lvl6pPr marL="0" indent="0" algn="r">
              <a:lnSpc>
                <a:spcPct val="85000"/>
              </a:lnSpc>
              <a:spcBef>
                <a:spcPts val="0"/>
              </a:spcBef>
              <a:buFontTx/>
              <a:buNone/>
              <a:defRPr sz="7200" spc="-100" baseline="0"/>
            </a:lvl6pPr>
            <a:lvl7pPr marL="0" indent="0" algn="r">
              <a:lnSpc>
                <a:spcPct val="85000"/>
              </a:lnSpc>
              <a:spcBef>
                <a:spcPts val="0"/>
              </a:spcBef>
              <a:buFontTx/>
              <a:buNone/>
              <a:defRPr sz="7200" spc="-100" baseline="0"/>
            </a:lvl7pPr>
            <a:lvl8pPr marL="0" indent="0" algn="r">
              <a:lnSpc>
                <a:spcPct val="85000"/>
              </a:lnSpc>
              <a:spcBef>
                <a:spcPts val="0"/>
              </a:spcBef>
              <a:buFontTx/>
              <a:buNone/>
              <a:defRPr sz="7200" spc="-100" baseline="0"/>
            </a:lvl8pPr>
            <a:lvl9pPr marL="0" indent="0" algn="r">
              <a:lnSpc>
                <a:spcPct val="85000"/>
              </a:lnSpc>
              <a:spcBef>
                <a:spcPts val="0"/>
              </a:spcBef>
              <a:buFontTx/>
              <a:buNone/>
              <a:defRPr sz="7200" spc="-100" baseline="0"/>
            </a:lvl9pPr>
          </a:lstStyle>
          <a:p>
            <a:pPr lvl="0"/>
            <a:r>
              <a:rPr lang="en-US"/>
              <a:t>00.</a:t>
            </a:r>
          </a:p>
        </p:txBody>
      </p:sp>
      <p:sp>
        <p:nvSpPr>
          <p:cNvPr id="7" name="Title 2">
            <a:extLst>
              <a:ext uri="{FF2B5EF4-FFF2-40B4-BE49-F238E27FC236}">
                <a16:creationId xmlns:a16="http://schemas.microsoft.com/office/drawing/2014/main" id="{CEF35138-C014-69EF-787C-B988E81FADCE}"/>
              </a:ext>
            </a:extLst>
          </p:cNvPr>
          <p:cNvSpPr>
            <a:spLocks noGrp="1"/>
          </p:cNvSpPr>
          <p:nvPr>
            <p:ph type="title" hasCustomPrompt="1"/>
          </p:nvPr>
        </p:nvSpPr>
        <p:spPr>
          <a:xfrm>
            <a:off x="6187440" y="2971800"/>
            <a:ext cx="5608320" cy="3111500"/>
          </a:xfrm>
        </p:spPr>
        <p:txBody>
          <a:bodyPr anchor="t" anchorCtr="0"/>
          <a:lstStyle>
            <a:lvl1pPr>
              <a:lnSpc>
                <a:spcPct val="85000"/>
              </a:lnSpc>
              <a:defRPr sz="4800" b="0" spc="-100" baseline="0">
                <a:latin typeface="Aptos Light" panose="020B0004020202020204" pitchFamily="34" charset="0"/>
              </a:defRPr>
            </a:lvl1pPr>
          </a:lstStyle>
          <a:p>
            <a:r>
              <a:rPr lang="en-US"/>
              <a:t>[Section title]</a:t>
            </a:r>
          </a:p>
        </p:txBody>
      </p:sp>
    </p:spTree>
    <p:extLst>
      <p:ext uri="{BB962C8B-B14F-4D97-AF65-F5344CB8AC3E}">
        <p14:creationId xmlns:p14="http://schemas.microsoft.com/office/powerpoint/2010/main" val="230760650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1150" userDrawn="1">
          <p15:clr>
            <a:srgbClr val="FBAE40"/>
          </p15:clr>
        </p15:guide>
        <p15:guide id="3" orient="horz" pos="3832" userDrawn="1">
          <p15:clr>
            <a:srgbClr val="FBAE40"/>
          </p15:clr>
        </p15:guide>
        <p15:guide id="4" orient="horz" pos="4148" userDrawn="1">
          <p15:clr>
            <a:srgbClr val="FBAE40"/>
          </p15:clr>
        </p15:guide>
        <p15:guide id="5" pos="1038" userDrawn="1">
          <p15:clr>
            <a:srgbClr val="FBAE40"/>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p:cSld name="1_Section Header - Big Number">
    <p:bg>
      <p:bgPr>
        <a:solidFill>
          <a:srgbClr val="006E74"/>
        </a:solidFill>
        <a:effectLst/>
      </p:bgPr>
    </p:bg>
    <p:spTree>
      <p:nvGrpSpPr>
        <p:cNvPr id="1" name=""/>
        <p:cNvGrpSpPr/>
        <p:nvPr/>
      </p:nvGrpSpPr>
      <p:grpSpPr>
        <a:xfrm>
          <a:off x="0" y="0"/>
          <a:ext cx="0" cy="0"/>
          <a:chOff x="0" y="0"/>
          <a:chExt cx="0" cy="0"/>
        </a:xfrm>
      </p:grpSpPr>
      <p:sp>
        <p:nvSpPr>
          <p:cNvPr id="4" name="Text Placeholder 1">
            <a:extLst>
              <a:ext uri="{FF2B5EF4-FFF2-40B4-BE49-F238E27FC236}">
                <a16:creationId xmlns:a16="http://schemas.microsoft.com/office/drawing/2014/main" id="{3A062D0C-E68C-394F-A338-F8B4160BD5CF}"/>
              </a:ext>
            </a:extLst>
          </p:cNvPr>
          <p:cNvSpPr>
            <a:spLocks noGrp="1"/>
          </p:cNvSpPr>
          <p:nvPr>
            <p:ph type="body" sz="quarter" idx="14" hasCustomPrompt="1"/>
          </p:nvPr>
        </p:nvSpPr>
        <p:spPr>
          <a:xfrm>
            <a:off x="365758" y="365125"/>
            <a:ext cx="2525487" cy="3473475"/>
          </a:xfrm>
        </p:spPr>
        <p:txBody>
          <a:bodyPr wrap="none" anchor="t" anchorCtr="0">
            <a:noAutofit/>
          </a:bodyPr>
          <a:lstStyle>
            <a:lvl1pPr marL="0" indent="0" algn="l">
              <a:lnSpc>
                <a:spcPct val="85000"/>
              </a:lnSpc>
              <a:spcBef>
                <a:spcPts val="0"/>
              </a:spcBef>
              <a:buFontTx/>
              <a:buNone/>
              <a:defRPr sz="17000" spc="-100" baseline="0">
                <a:latin typeface="Aptos Light" panose="020B0004020202020204" pitchFamily="34" charset="0"/>
              </a:defRPr>
            </a:lvl1pPr>
            <a:lvl2pPr marL="0" indent="0" algn="l">
              <a:lnSpc>
                <a:spcPct val="85000"/>
              </a:lnSpc>
              <a:spcBef>
                <a:spcPts val="0"/>
              </a:spcBef>
              <a:buFontTx/>
              <a:buNone/>
              <a:defRPr sz="17000" spc="-100" baseline="0"/>
            </a:lvl2pPr>
            <a:lvl3pPr marL="0" indent="0" algn="l">
              <a:lnSpc>
                <a:spcPct val="85000"/>
              </a:lnSpc>
              <a:spcBef>
                <a:spcPts val="0"/>
              </a:spcBef>
              <a:buFontTx/>
              <a:buNone/>
              <a:defRPr sz="17000" spc="-100" baseline="0"/>
            </a:lvl3pPr>
            <a:lvl4pPr marL="0" indent="0" algn="l">
              <a:lnSpc>
                <a:spcPct val="85000"/>
              </a:lnSpc>
              <a:spcBef>
                <a:spcPts val="0"/>
              </a:spcBef>
              <a:buFontTx/>
              <a:buNone/>
              <a:defRPr sz="17000" spc="-100" baseline="0"/>
            </a:lvl4pPr>
            <a:lvl5pPr marL="0" indent="0" algn="l">
              <a:lnSpc>
                <a:spcPct val="85000"/>
              </a:lnSpc>
              <a:spcBef>
                <a:spcPts val="0"/>
              </a:spcBef>
              <a:buFontTx/>
              <a:buNone/>
              <a:defRPr sz="17000" spc="-100" baseline="0"/>
            </a:lvl5pPr>
            <a:lvl6pPr marL="0" indent="0" algn="l">
              <a:lnSpc>
                <a:spcPct val="85000"/>
              </a:lnSpc>
              <a:spcBef>
                <a:spcPts val="0"/>
              </a:spcBef>
              <a:buFontTx/>
              <a:buNone/>
              <a:defRPr sz="17000" spc="-100" baseline="0"/>
            </a:lvl6pPr>
            <a:lvl7pPr marL="0" indent="0" algn="l">
              <a:lnSpc>
                <a:spcPct val="85000"/>
              </a:lnSpc>
              <a:spcBef>
                <a:spcPts val="0"/>
              </a:spcBef>
              <a:buFontTx/>
              <a:buNone/>
              <a:defRPr sz="17000" spc="-100" baseline="0"/>
            </a:lvl7pPr>
            <a:lvl8pPr marL="0" indent="0" algn="l">
              <a:lnSpc>
                <a:spcPct val="85000"/>
              </a:lnSpc>
              <a:spcBef>
                <a:spcPts val="0"/>
              </a:spcBef>
              <a:buFontTx/>
              <a:buNone/>
              <a:defRPr sz="17000" spc="-100" baseline="0"/>
            </a:lvl8pPr>
            <a:lvl9pPr marL="0" indent="0" algn="l">
              <a:lnSpc>
                <a:spcPct val="85000"/>
              </a:lnSpc>
              <a:spcBef>
                <a:spcPts val="0"/>
              </a:spcBef>
              <a:buFontTx/>
              <a:buNone/>
              <a:defRPr sz="17000" spc="-100" baseline="0"/>
            </a:lvl9pPr>
          </a:lstStyle>
          <a:p>
            <a:pPr lvl="0"/>
            <a:r>
              <a:rPr lang="en-US"/>
              <a:t>00</a:t>
            </a:r>
          </a:p>
        </p:txBody>
      </p:sp>
      <p:sp>
        <p:nvSpPr>
          <p:cNvPr id="2" name="Title 2">
            <a:extLst>
              <a:ext uri="{FF2B5EF4-FFF2-40B4-BE49-F238E27FC236}">
                <a16:creationId xmlns:a16="http://schemas.microsoft.com/office/drawing/2014/main" id="{42A20B57-9C1D-4E8F-B2A3-A6062F929C2D}"/>
              </a:ext>
            </a:extLst>
          </p:cNvPr>
          <p:cNvSpPr>
            <a:spLocks noGrp="1"/>
          </p:cNvSpPr>
          <p:nvPr>
            <p:ph type="title" hasCustomPrompt="1"/>
          </p:nvPr>
        </p:nvSpPr>
        <p:spPr>
          <a:xfrm>
            <a:off x="1828800" y="2329840"/>
            <a:ext cx="9994392" cy="1508760"/>
          </a:xfrm>
        </p:spPr>
        <p:txBody>
          <a:bodyPr anchor="b" anchorCtr="0"/>
          <a:lstStyle>
            <a:lvl1pPr>
              <a:defRPr sz="4800" b="0" spc="0" baseline="0">
                <a:latin typeface="Aptos Light" panose="020B0004020202020204" pitchFamily="34" charset="0"/>
              </a:defRPr>
            </a:lvl1pPr>
          </a:lstStyle>
          <a:p>
            <a:r>
              <a:rPr lang="en-US"/>
              <a:t>[Section title]</a:t>
            </a:r>
          </a:p>
        </p:txBody>
      </p:sp>
      <p:sp>
        <p:nvSpPr>
          <p:cNvPr id="9" name="Text Placeholder 3">
            <a:extLst>
              <a:ext uri="{FF2B5EF4-FFF2-40B4-BE49-F238E27FC236}">
                <a16:creationId xmlns:a16="http://schemas.microsoft.com/office/drawing/2014/main" id="{1AE6BB09-E3B1-8E4C-BC05-A3BEA4D63F46}"/>
              </a:ext>
            </a:extLst>
          </p:cNvPr>
          <p:cNvSpPr>
            <a:spLocks noGrp="1"/>
          </p:cNvSpPr>
          <p:nvPr>
            <p:ph type="body" sz="quarter" idx="13" hasCustomPrompt="1"/>
          </p:nvPr>
        </p:nvSpPr>
        <p:spPr>
          <a:xfrm>
            <a:off x="1828799" y="4114800"/>
            <a:ext cx="9994392" cy="1968500"/>
          </a:xfrm>
        </p:spPr>
        <p:txBody>
          <a:bodyPr/>
          <a:lstStyle>
            <a:lvl1pPr>
              <a:defRPr>
                <a:latin typeface="Aptos Light" panose="020B0004020202020204" pitchFamily="34" charset="0"/>
              </a:defRPr>
            </a:lvl1pPr>
          </a:lstStyle>
          <a:p>
            <a:pPr lvl="0"/>
            <a:r>
              <a:rPr lang="en-US"/>
              <a:t>[Additional content, if needed]</a:t>
            </a:r>
          </a:p>
        </p:txBody>
      </p:sp>
    </p:spTree>
    <p:extLst>
      <p:ext uri="{BB962C8B-B14F-4D97-AF65-F5344CB8AC3E}">
        <p14:creationId xmlns:p14="http://schemas.microsoft.com/office/powerpoint/2010/main" val="378976657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1150" userDrawn="1">
          <p15:clr>
            <a:srgbClr val="FBAE40"/>
          </p15:clr>
        </p15:guide>
        <p15:guide id="3" orient="horz" pos="3832" userDrawn="1">
          <p15:clr>
            <a:srgbClr val="FBAE40"/>
          </p15:clr>
        </p15:guide>
        <p15:guide id="4" orient="horz" pos="4148" userDrawn="1">
          <p15:clr>
            <a:srgbClr val="FBAE40"/>
          </p15:clr>
        </p15:guide>
        <p15:guide id="5" pos="1038" userDrawn="1">
          <p15:clr>
            <a:srgbClr val="FBAE40"/>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p:cSld name="1_Section Header - Big Number Light teal">
    <p:bg>
      <p:bgPr>
        <a:solidFill>
          <a:schemeClr val="accent1"/>
        </a:solidFill>
        <a:effectLst/>
      </p:bgPr>
    </p:bg>
    <p:spTree>
      <p:nvGrpSpPr>
        <p:cNvPr id="1" name=""/>
        <p:cNvGrpSpPr/>
        <p:nvPr/>
      </p:nvGrpSpPr>
      <p:grpSpPr>
        <a:xfrm>
          <a:off x="0" y="0"/>
          <a:ext cx="0" cy="0"/>
          <a:chOff x="0" y="0"/>
          <a:chExt cx="0" cy="0"/>
        </a:xfrm>
      </p:grpSpPr>
      <p:sp>
        <p:nvSpPr>
          <p:cNvPr id="4" name="Text Placeholder 1">
            <a:extLst>
              <a:ext uri="{FF2B5EF4-FFF2-40B4-BE49-F238E27FC236}">
                <a16:creationId xmlns:a16="http://schemas.microsoft.com/office/drawing/2014/main" id="{3A062D0C-E68C-394F-A338-F8B4160BD5CF}"/>
              </a:ext>
            </a:extLst>
          </p:cNvPr>
          <p:cNvSpPr>
            <a:spLocks noGrp="1"/>
          </p:cNvSpPr>
          <p:nvPr>
            <p:ph type="body" sz="quarter" idx="14" hasCustomPrompt="1"/>
          </p:nvPr>
        </p:nvSpPr>
        <p:spPr>
          <a:xfrm>
            <a:off x="365758" y="365125"/>
            <a:ext cx="2525487" cy="3473475"/>
          </a:xfrm>
        </p:spPr>
        <p:txBody>
          <a:bodyPr wrap="none" anchor="t" anchorCtr="0">
            <a:noAutofit/>
          </a:bodyPr>
          <a:lstStyle>
            <a:lvl1pPr marL="0" indent="0" algn="l">
              <a:lnSpc>
                <a:spcPct val="85000"/>
              </a:lnSpc>
              <a:spcBef>
                <a:spcPts val="0"/>
              </a:spcBef>
              <a:buFontTx/>
              <a:buNone/>
              <a:defRPr sz="17000" spc="-100" baseline="0">
                <a:latin typeface="Aptos Light" panose="020B0004020202020204" pitchFamily="34" charset="0"/>
              </a:defRPr>
            </a:lvl1pPr>
            <a:lvl2pPr marL="0" indent="0" algn="l">
              <a:lnSpc>
                <a:spcPct val="85000"/>
              </a:lnSpc>
              <a:spcBef>
                <a:spcPts val="0"/>
              </a:spcBef>
              <a:buFontTx/>
              <a:buNone/>
              <a:defRPr sz="17000" spc="-100" baseline="0"/>
            </a:lvl2pPr>
            <a:lvl3pPr marL="0" indent="0" algn="l">
              <a:lnSpc>
                <a:spcPct val="85000"/>
              </a:lnSpc>
              <a:spcBef>
                <a:spcPts val="0"/>
              </a:spcBef>
              <a:buFontTx/>
              <a:buNone/>
              <a:defRPr sz="17000" spc="-100" baseline="0"/>
            </a:lvl3pPr>
            <a:lvl4pPr marL="0" indent="0" algn="l">
              <a:lnSpc>
                <a:spcPct val="85000"/>
              </a:lnSpc>
              <a:spcBef>
                <a:spcPts val="0"/>
              </a:spcBef>
              <a:buFontTx/>
              <a:buNone/>
              <a:defRPr sz="17000" spc="-100" baseline="0"/>
            </a:lvl4pPr>
            <a:lvl5pPr marL="0" indent="0" algn="l">
              <a:lnSpc>
                <a:spcPct val="85000"/>
              </a:lnSpc>
              <a:spcBef>
                <a:spcPts val="0"/>
              </a:spcBef>
              <a:buFontTx/>
              <a:buNone/>
              <a:defRPr sz="17000" spc="-100" baseline="0"/>
            </a:lvl5pPr>
            <a:lvl6pPr marL="0" indent="0" algn="l">
              <a:lnSpc>
                <a:spcPct val="85000"/>
              </a:lnSpc>
              <a:spcBef>
                <a:spcPts val="0"/>
              </a:spcBef>
              <a:buFontTx/>
              <a:buNone/>
              <a:defRPr sz="17000" spc="-100" baseline="0"/>
            </a:lvl6pPr>
            <a:lvl7pPr marL="0" indent="0" algn="l">
              <a:lnSpc>
                <a:spcPct val="85000"/>
              </a:lnSpc>
              <a:spcBef>
                <a:spcPts val="0"/>
              </a:spcBef>
              <a:buFontTx/>
              <a:buNone/>
              <a:defRPr sz="17000" spc="-100" baseline="0"/>
            </a:lvl7pPr>
            <a:lvl8pPr marL="0" indent="0" algn="l">
              <a:lnSpc>
                <a:spcPct val="85000"/>
              </a:lnSpc>
              <a:spcBef>
                <a:spcPts val="0"/>
              </a:spcBef>
              <a:buFontTx/>
              <a:buNone/>
              <a:defRPr sz="17000" spc="-100" baseline="0"/>
            </a:lvl8pPr>
            <a:lvl9pPr marL="0" indent="0" algn="l">
              <a:lnSpc>
                <a:spcPct val="85000"/>
              </a:lnSpc>
              <a:spcBef>
                <a:spcPts val="0"/>
              </a:spcBef>
              <a:buFontTx/>
              <a:buNone/>
              <a:defRPr sz="17000" spc="-100" baseline="0"/>
            </a:lvl9pPr>
          </a:lstStyle>
          <a:p>
            <a:pPr lvl="0"/>
            <a:r>
              <a:rPr lang="en-US"/>
              <a:t>00</a:t>
            </a:r>
          </a:p>
        </p:txBody>
      </p:sp>
      <p:sp>
        <p:nvSpPr>
          <p:cNvPr id="2" name="Title 2">
            <a:extLst>
              <a:ext uri="{FF2B5EF4-FFF2-40B4-BE49-F238E27FC236}">
                <a16:creationId xmlns:a16="http://schemas.microsoft.com/office/drawing/2014/main" id="{42A20B57-9C1D-4E8F-B2A3-A6062F929C2D}"/>
              </a:ext>
            </a:extLst>
          </p:cNvPr>
          <p:cNvSpPr>
            <a:spLocks noGrp="1"/>
          </p:cNvSpPr>
          <p:nvPr>
            <p:ph type="title" hasCustomPrompt="1"/>
          </p:nvPr>
        </p:nvSpPr>
        <p:spPr>
          <a:xfrm>
            <a:off x="1828800" y="2329840"/>
            <a:ext cx="9994392" cy="1508760"/>
          </a:xfrm>
        </p:spPr>
        <p:txBody>
          <a:bodyPr anchor="b" anchorCtr="0"/>
          <a:lstStyle>
            <a:lvl1pPr>
              <a:defRPr sz="4800" b="0" spc="0" baseline="0">
                <a:latin typeface="Aptos Light" panose="020B0004020202020204" pitchFamily="34" charset="0"/>
              </a:defRPr>
            </a:lvl1pPr>
          </a:lstStyle>
          <a:p>
            <a:r>
              <a:rPr lang="en-US"/>
              <a:t>[Section title]</a:t>
            </a:r>
          </a:p>
        </p:txBody>
      </p:sp>
      <p:sp>
        <p:nvSpPr>
          <p:cNvPr id="9" name="Text Placeholder 3">
            <a:extLst>
              <a:ext uri="{FF2B5EF4-FFF2-40B4-BE49-F238E27FC236}">
                <a16:creationId xmlns:a16="http://schemas.microsoft.com/office/drawing/2014/main" id="{1AE6BB09-E3B1-8E4C-BC05-A3BEA4D63F46}"/>
              </a:ext>
            </a:extLst>
          </p:cNvPr>
          <p:cNvSpPr>
            <a:spLocks noGrp="1"/>
          </p:cNvSpPr>
          <p:nvPr>
            <p:ph type="body" sz="quarter" idx="13" hasCustomPrompt="1"/>
          </p:nvPr>
        </p:nvSpPr>
        <p:spPr>
          <a:xfrm>
            <a:off x="1828799" y="4114800"/>
            <a:ext cx="9994392" cy="1968500"/>
          </a:xfrm>
        </p:spPr>
        <p:txBody>
          <a:bodyPr/>
          <a:lstStyle>
            <a:lvl1pPr>
              <a:defRPr>
                <a:latin typeface="Aptos Light" panose="020B0004020202020204" pitchFamily="34" charset="0"/>
              </a:defRPr>
            </a:lvl1pPr>
          </a:lstStyle>
          <a:p>
            <a:pPr lvl="0"/>
            <a:r>
              <a:rPr lang="en-US"/>
              <a:t>[Additional content, if needed]</a:t>
            </a:r>
          </a:p>
        </p:txBody>
      </p:sp>
    </p:spTree>
    <p:extLst>
      <p:ext uri="{BB962C8B-B14F-4D97-AF65-F5344CB8AC3E}">
        <p14:creationId xmlns:p14="http://schemas.microsoft.com/office/powerpoint/2010/main" val="286923229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1150" userDrawn="1">
          <p15:clr>
            <a:srgbClr val="FBAE40"/>
          </p15:clr>
        </p15:guide>
        <p15:guide id="3" orient="horz" pos="3832" userDrawn="1">
          <p15:clr>
            <a:srgbClr val="FBAE40"/>
          </p15:clr>
        </p15:guide>
        <p15:guide id="4" orient="horz" pos="4148" userDrawn="1">
          <p15:clr>
            <a:srgbClr val="FBAE40"/>
          </p15:clr>
        </p15:guide>
        <p15:guide id="5" pos="1038" userDrawn="1">
          <p15:clr>
            <a:srgbClr val="FBAE40"/>
          </p15:clr>
        </p15:guide>
      </p15:sldGuideLst>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p:cSld name="Section Header - Big Number Black">
    <p:bg>
      <p:bgPr>
        <a:solidFill>
          <a:schemeClr val="bg1"/>
        </a:solidFill>
        <a:effectLst/>
      </p:bgPr>
    </p:bg>
    <p:spTree>
      <p:nvGrpSpPr>
        <p:cNvPr id="1" name=""/>
        <p:cNvGrpSpPr/>
        <p:nvPr/>
      </p:nvGrpSpPr>
      <p:grpSpPr>
        <a:xfrm>
          <a:off x="0" y="0"/>
          <a:ext cx="0" cy="0"/>
          <a:chOff x="0" y="0"/>
          <a:chExt cx="0" cy="0"/>
        </a:xfrm>
      </p:grpSpPr>
      <p:sp>
        <p:nvSpPr>
          <p:cNvPr id="4" name="Text Placeholder 1">
            <a:extLst>
              <a:ext uri="{FF2B5EF4-FFF2-40B4-BE49-F238E27FC236}">
                <a16:creationId xmlns:a16="http://schemas.microsoft.com/office/drawing/2014/main" id="{3A062D0C-E68C-394F-A338-F8B4160BD5CF}"/>
              </a:ext>
            </a:extLst>
          </p:cNvPr>
          <p:cNvSpPr>
            <a:spLocks noGrp="1"/>
          </p:cNvSpPr>
          <p:nvPr>
            <p:ph type="body" sz="quarter" idx="14" hasCustomPrompt="1"/>
          </p:nvPr>
        </p:nvSpPr>
        <p:spPr>
          <a:xfrm>
            <a:off x="365758" y="365125"/>
            <a:ext cx="2525487" cy="3473475"/>
          </a:xfrm>
        </p:spPr>
        <p:txBody>
          <a:bodyPr wrap="none" anchor="t" anchorCtr="0">
            <a:noAutofit/>
          </a:bodyPr>
          <a:lstStyle>
            <a:lvl1pPr marL="0" indent="0" algn="l">
              <a:lnSpc>
                <a:spcPct val="85000"/>
              </a:lnSpc>
              <a:spcBef>
                <a:spcPts val="0"/>
              </a:spcBef>
              <a:buFontTx/>
              <a:buNone/>
              <a:defRPr sz="17000" spc="-100" baseline="0">
                <a:latin typeface="Aptos Light" panose="020B0004020202020204" pitchFamily="34" charset="0"/>
              </a:defRPr>
            </a:lvl1pPr>
            <a:lvl2pPr marL="0" indent="0" algn="l">
              <a:lnSpc>
                <a:spcPct val="85000"/>
              </a:lnSpc>
              <a:spcBef>
                <a:spcPts val="0"/>
              </a:spcBef>
              <a:buFontTx/>
              <a:buNone/>
              <a:defRPr sz="17000" spc="-100" baseline="0"/>
            </a:lvl2pPr>
            <a:lvl3pPr marL="0" indent="0" algn="l">
              <a:lnSpc>
                <a:spcPct val="85000"/>
              </a:lnSpc>
              <a:spcBef>
                <a:spcPts val="0"/>
              </a:spcBef>
              <a:buFontTx/>
              <a:buNone/>
              <a:defRPr sz="17000" spc="-100" baseline="0"/>
            </a:lvl3pPr>
            <a:lvl4pPr marL="0" indent="0" algn="l">
              <a:lnSpc>
                <a:spcPct val="85000"/>
              </a:lnSpc>
              <a:spcBef>
                <a:spcPts val="0"/>
              </a:spcBef>
              <a:buFontTx/>
              <a:buNone/>
              <a:defRPr sz="17000" spc="-100" baseline="0"/>
            </a:lvl4pPr>
            <a:lvl5pPr marL="0" indent="0" algn="l">
              <a:lnSpc>
                <a:spcPct val="85000"/>
              </a:lnSpc>
              <a:spcBef>
                <a:spcPts val="0"/>
              </a:spcBef>
              <a:buFontTx/>
              <a:buNone/>
              <a:defRPr sz="17000" spc="-100" baseline="0"/>
            </a:lvl5pPr>
            <a:lvl6pPr marL="0" indent="0" algn="l">
              <a:lnSpc>
                <a:spcPct val="85000"/>
              </a:lnSpc>
              <a:spcBef>
                <a:spcPts val="0"/>
              </a:spcBef>
              <a:buFontTx/>
              <a:buNone/>
              <a:defRPr sz="17000" spc="-100" baseline="0"/>
            </a:lvl6pPr>
            <a:lvl7pPr marL="0" indent="0" algn="l">
              <a:lnSpc>
                <a:spcPct val="85000"/>
              </a:lnSpc>
              <a:spcBef>
                <a:spcPts val="0"/>
              </a:spcBef>
              <a:buFontTx/>
              <a:buNone/>
              <a:defRPr sz="17000" spc="-100" baseline="0"/>
            </a:lvl7pPr>
            <a:lvl8pPr marL="0" indent="0" algn="l">
              <a:lnSpc>
                <a:spcPct val="85000"/>
              </a:lnSpc>
              <a:spcBef>
                <a:spcPts val="0"/>
              </a:spcBef>
              <a:buFontTx/>
              <a:buNone/>
              <a:defRPr sz="17000" spc="-100" baseline="0"/>
            </a:lvl8pPr>
            <a:lvl9pPr marL="0" indent="0" algn="l">
              <a:lnSpc>
                <a:spcPct val="85000"/>
              </a:lnSpc>
              <a:spcBef>
                <a:spcPts val="0"/>
              </a:spcBef>
              <a:buFontTx/>
              <a:buNone/>
              <a:defRPr sz="17000" spc="-100" baseline="0"/>
            </a:lvl9pPr>
          </a:lstStyle>
          <a:p>
            <a:pPr lvl="0"/>
            <a:r>
              <a:rPr lang="en-US"/>
              <a:t>00</a:t>
            </a:r>
          </a:p>
        </p:txBody>
      </p:sp>
      <p:sp>
        <p:nvSpPr>
          <p:cNvPr id="2" name="Title 2">
            <a:extLst>
              <a:ext uri="{FF2B5EF4-FFF2-40B4-BE49-F238E27FC236}">
                <a16:creationId xmlns:a16="http://schemas.microsoft.com/office/drawing/2014/main" id="{42A20B57-9C1D-4E8F-B2A3-A6062F929C2D}"/>
              </a:ext>
            </a:extLst>
          </p:cNvPr>
          <p:cNvSpPr>
            <a:spLocks noGrp="1"/>
          </p:cNvSpPr>
          <p:nvPr>
            <p:ph type="title" hasCustomPrompt="1"/>
          </p:nvPr>
        </p:nvSpPr>
        <p:spPr>
          <a:xfrm>
            <a:off x="1828800" y="2329840"/>
            <a:ext cx="9994392" cy="1508760"/>
          </a:xfrm>
        </p:spPr>
        <p:txBody>
          <a:bodyPr anchor="b" anchorCtr="0"/>
          <a:lstStyle>
            <a:lvl1pPr>
              <a:defRPr sz="4800" b="0" spc="0" baseline="0">
                <a:latin typeface="Aptos Light" panose="020B0004020202020204" pitchFamily="34" charset="0"/>
              </a:defRPr>
            </a:lvl1pPr>
          </a:lstStyle>
          <a:p>
            <a:r>
              <a:rPr lang="en-US"/>
              <a:t>[Section title]</a:t>
            </a:r>
          </a:p>
        </p:txBody>
      </p:sp>
      <p:sp>
        <p:nvSpPr>
          <p:cNvPr id="9" name="Text Placeholder 3">
            <a:extLst>
              <a:ext uri="{FF2B5EF4-FFF2-40B4-BE49-F238E27FC236}">
                <a16:creationId xmlns:a16="http://schemas.microsoft.com/office/drawing/2014/main" id="{1AE6BB09-E3B1-8E4C-BC05-A3BEA4D63F46}"/>
              </a:ext>
            </a:extLst>
          </p:cNvPr>
          <p:cNvSpPr>
            <a:spLocks noGrp="1"/>
          </p:cNvSpPr>
          <p:nvPr>
            <p:ph type="body" sz="quarter" idx="13" hasCustomPrompt="1"/>
          </p:nvPr>
        </p:nvSpPr>
        <p:spPr>
          <a:xfrm>
            <a:off x="1828799" y="4114800"/>
            <a:ext cx="9994392" cy="1968500"/>
          </a:xfrm>
        </p:spPr>
        <p:txBody>
          <a:bodyPr/>
          <a:lstStyle>
            <a:lvl1pPr>
              <a:defRPr>
                <a:latin typeface="Aptos Light" panose="020B0004020202020204" pitchFamily="34" charset="0"/>
              </a:defRPr>
            </a:lvl1pPr>
          </a:lstStyle>
          <a:p>
            <a:pPr lvl="0"/>
            <a:r>
              <a:rPr lang="en-US"/>
              <a:t>[Additional content, if needed]</a:t>
            </a:r>
          </a:p>
        </p:txBody>
      </p:sp>
    </p:spTree>
    <p:extLst>
      <p:ext uri="{BB962C8B-B14F-4D97-AF65-F5344CB8AC3E}">
        <p14:creationId xmlns:p14="http://schemas.microsoft.com/office/powerpoint/2010/main" val="320804252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1150" userDrawn="1">
          <p15:clr>
            <a:srgbClr val="FBAE40"/>
          </p15:clr>
        </p15:guide>
        <p15:guide id="3" orient="horz" pos="3832" userDrawn="1">
          <p15:clr>
            <a:srgbClr val="FBAE40"/>
          </p15:clr>
        </p15:guide>
        <p15:guide id="4" orient="horz" pos="4148" userDrawn="1">
          <p15:clr>
            <a:srgbClr val="FBAE40"/>
          </p15:clr>
        </p15:guide>
        <p15:guide id="5" pos="1038" userDrawn="1">
          <p15:clr>
            <a:srgbClr val="FBAE40"/>
          </p15:clr>
        </p15:guide>
      </p15:sldGuideLst>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p:cSld name="1_Black background">
    <p:bg>
      <p:bgPr>
        <a:solidFill>
          <a:srgbClr val="231F20"/>
        </a:solidFill>
        <a:effectLst/>
      </p:bgPr>
    </p:bg>
    <p:spTree>
      <p:nvGrpSpPr>
        <p:cNvPr id="1" name=""/>
        <p:cNvGrpSpPr/>
        <p:nvPr/>
      </p:nvGrpSpPr>
      <p:grpSpPr>
        <a:xfrm>
          <a:off x="0" y="0"/>
          <a:ext cx="0" cy="0"/>
          <a:chOff x="0" y="0"/>
          <a:chExt cx="0" cy="0"/>
        </a:xfrm>
      </p:grpSpPr>
      <p:sp>
        <p:nvSpPr>
          <p:cNvPr id="68" name="Title 1">
            <a:extLst>
              <a:ext uri="{FF2B5EF4-FFF2-40B4-BE49-F238E27FC236}">
                <a16:creationId xmlns:a16="http://schemas.microsoft.com/office/drawing/2014/main" id="{8CF004B4-FCDF-ED40-845E-32E235948461}"/>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a:t>[Slide title]</a:t>
            </a:r>
          </a:p>
        </p:txBody>
      </p:sp>
    </p:spTree>
    <p:extLst>
      <p:ext uri="{BB962C8B-B14F-4D97-AF65-F5344CB8AC3E}">
        <p14:creationId xmlns:p14="http://schemas.microsoft.com/office/powerpoint/2010/main" val="240752674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1494" userDrawn="1">
          <p15:clr>
            <a:srgbClr val="FBAE40"/>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p:cSld name="Sand background">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C6099E-97C8-A548-B2C0-661F978B74F9}"/>
              </a:ext>
            </a:extLst>
          </p:cNvPr>
          <p:cNvSpPr>
            <a:spLocks noGrp="1"/>
          </p:cNvSpPr>
          <p:nvPr>
            <p:ph type="title" hasCustomPrompt="1"/>
          </p:nvPr>
        </p:nvSpPr>
        <p:spPr/>
        <p:txBody>
          <a:bodyPr/>
          <a:lstStyle>
            <a:lvl1pPr>
              <a:defRPr>
                <a:latin typeface="Aptos Light" panose="020B0004020202020204" pitchFamily="34" charset="0"/>
              </a:defRPr>
            </a:lvl1pPr>
          </a:lstStyle>
          <a:p>
            <a:r>
              <a:rPr lang="en-US"/>
              <a:t>[Slide title]</a:t>
            </a:r>
          </a:p>
        </p:txBody>
      </p:sp>
    </p:spTree>
    <p:extLst>
      <p:ext uri="{BB962C8B-B14F-4D97-AF65-F5344CB8AC3E}">
        <p14:creationId xmlns:p14="http://schemas.microsoft.com/office/powerpoint/2010/main" val="366281084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152" userDrawn="1">
          <p15:clr>
            <a:srgbClr val="FBAE40"/>
          </p15:clr>
        </p15:guide>
        <p15:guide id="2" orient="horz" pos="3832" userDrawn="1">
          <p15:clr>
            <a:srgbClr val="FBAE40"/>
          </p15:clr>
        </p15:guide>
        <p15:guide id="3" orient="horz" pos="4148" userDrawn="1">
          <p15:clr>
            <a:srgbClr val="FBAE40"/>
          </p15:clr>
        </p15:guide>
      </p15:sldGuideLst>
    </p:ext>
  </p:extLst>
</p:sldLayout>
</file>

<file path=ppt/slideLayouts/slideLayout104.xml><?xml version="1.0" encoding="utf-8"?>
<p:sldLayout xmlns:a="http://schemas.openxmlformats.org/drawingml/2006/main" xmlns:r="http://schemas.openxmlformats.org/officeDocument/2006/relationships" xmlns:p="http://schemas.openxmlformats.org/presentationml/2006/main" showMasterSp="0" preserve="1">
  <p:cSld name="Half sand bottom half">
    <p:bg>
      <p:bgRef idx="1001">
        <a:schemeClr val="bg1"/>
      </p:bgRef>
    </p:bg>
    <p:spTree>
      <p:nvGrpSpPr>
        <p:cNvPr id="1" name=""/>
        <p:cNvGrpSpPr/>
        <p:nvPr/>
      </p:nvGrpSpPr>
      <p:grpSpPr>
        <a:xfrm>
          <a:off x="0" y="0"/>
          <a:ext cx="0" cy="0"/>
          <a:chOff x="0" y="0"/>
          <a:chExt cx="0" cy="0"/>
        </a:xfrm>
      </p:grpSpPr>
      <p:sp>
        <p:nvSpPr>
          <p:cNvPr id="4" name="Background">
            <a:extLst>
              <a:ext uri="{FF2B5EF4-FFF2-40B4-BE49-F238E27FC236}">
                <a16:creationId xmlns:a16="http://schemas.microsoft.com/office/drawing/2014/main" id="{F0AF58B2-47B7-814E-A6E5-ECB9608EF8B7}"/>
              </a:ext>
              <a:ext uri="{C183D7F6-B498-43B3-948B-1728B52AA6E4}">
                <adec:decorative xmlns:adec="http://schemas.microsoft.com/office/drawing/2017/decorative" val="1"/>
              </a:ext>
            </a:extLst>
          </p:cNvPr>
          <p:cNvSpPr/>
          <p:nvPr/>
        </p:nvSpPr>
        <p:spPr bwMode="hidden">
          <a:xfrm>
            <a:off x="0" y="3840480"/>
            <a:ext cx="12192000" cy="3017520"/>
          </a:xfrm>
          <a:prstGeom prst="rect">
            <a:avLst/>
          </a:prstGeom>
          <a:solidFill>
            <a:srgbClr val="ECECE1"/>
          </a:solidFill>
          <a:ln>
            <a:noFill/>
          </a:ln>
        </p:spPr>
        <p:style>
          <a:lnRef idx="0">
            <a:schemeClr val="accent1"/>
          </a:lnRef>
          <a:fillRef idx="1">
            <a:schemeClr val="accent1"/>
          </a:fillRef>
          <a:effectRef idx="0">
            <a:srgbClr val="000000"/>
          </a:effectRef>
          <a:fontRef idx="minor">
            <a:schemeClr val="dk1"/>
          </a:fontRef>
        </p:style>
        <p:txBody>
          <a:bodyPr rtlCol="0" anchor="ctr"/>
          <a:lstStyle/>
          <a:p>
            <a:pPr algn="ctr">
              <a:lnSpc>
                <a:spcPct val="100000"/>
              </a:lnSpc>
            </a:pPr>
            <a:endParaRPr lang="en-US" sz="1800">
              <a:latin typeface="Aptos Light" panose="020B0004020202020204" pitchFamily="34" charset="0"/>
            </a:endParaRPr>
          </a:p>
        </p:txBody>
      </p:sp>
      <p:sp>
        <p:nvSpPr>
          <p:cNvPr id="7" name="TextBox 6">
            <a:extLst>
              <a:ext uri="{FF2B5EF4-FFF2-40B4-BE49-F238E27FC236}">
                <a16:creationId xmlns:a16="http://schemas.microsoft.com/office/drawing/2014/main" id="{A9B57730-4188-C541-87CF-F6B2818DBCB9}"/>
              </a:ext>
            </a:extLst>
          </p:cNvPr>
          <p:cNvSpPr txBox="1"/>
          <p:nvPr/>
        </p:nvSpPr>
        <p:spPr>
          <a:xfrm>
            <a:off x="-1974715" y="-1750979"/>
            <a:ext cx="0" cy="0"/>
          </a:xfrm>
          <a:prstGeom prst="rect">
            <a:avLst/>
          </a:prstGeom>
          <a:noFill/>
        </p:spPr>
        <p:txBody>
          <a:bodyPr wrap="none" lIns="0" tIns="0" rIns="0" bIns="0" rtlCol="0">
            <a:noAutofit/>
          </a:bodyPr>
          <a:lstStyle/>
          <a:p>
            <a:pPr marL="0" indent="0" algn="l">
              <a:lnSpc>
                <a:spcPct val="100000"/>
              </a:lnSpc>
              <a:spcBef>
                <a:spcPts val="1200"/>
              </a:spcBef>
              <a:buSzPct val="100000"/>
              <a:buFont typeface="Arial" panose="020B0604020202020204" pitchFamily="34" charset="0"/>
              <a:buNone/>
            </a:pPr>
            <a:endParaRPr lang="en-US" sz="1800">
              <a:latin typeface="Aptos Light" panose="020B0004020202020204" pitchFamily="34" charset="0"/>
            </a:endParaRPr>
          </a:p>
        </p:txBody>
      </p:sp>
      <p:sp>
        <p:nvSpPr>
          <p:cNvPr id="24" name="Legal">
            <a:extLst>
              <a:ext uri="{FF2B5EF4-FFF2-40B4-BE49-F238E27FC236}">
                <a16:creationId xmlns:a16="http://schemas.microsoft.com/office/drawing/2014/main" id="{C488002F-59F6-1647-9C99-8A64A64A9B14}"/>
              </a:ext>
            </a:extLst>
          </p:cNvPr>
          <p:cNvSpPr txBox="1"/>
          <p:nvPr/>
        </p:nvSpPr>
        <p:spPr>
          <a:xfrm>
            <a:off x="8223294" y="6402070"/>
            <a:ext cx="3142698" cy="182880"/>
          </a:xfrm>
          <a:prstGeom prst="rect">
            <a:avLst/>
          </a:prstGeom>
          <a:noFill/>
        </p:spPr>
        <p:txBody>
          <a:bodyPr wrap="none" lIns="0" tIns="0" rIns="0" bIns="0" rtlCol="0" anchor="b" anchorCtr="0">
            <a:noAutofit/>
          </a:bodyPr>
          <a:lstStyle/>
          <a:p>
            <a:pPr marL="0" indent="0" algn="r">
              <a:lnSpc>
                <a:spcPct val="100000"/>
              </a:lnSpc>
              <a:spcBef>
                <a:spcPts val="0"/>
              </a:spcBef>
              <a:buSzPct val="100000"/>
              <a:buFontTx/>
              <a:buNone/>
            </a:pPr>
            <a:r>
              <a:rPr lang="en-US" sz="800" b="0">
                <a:latin typeface="Aptos Light" panose="020B0004020202020204" pitchFamily="34" charset="0"/>
              </a:rPr>
              <a:t>Confidential and Proprietary. © 2026 UST Global Inc</a:t>
            </a:r>
          </a:p>
        </p:txBody>
      </p:sp>
      <p:sp>
        <p:nvSpPr>
          <p:cNvPr id="25" name="Slide Number Placeholder 10">
            <a:extLst>
              <a:ext uri="{FF2B5EF4-FFF2-40B4-BE49-F238E27FC236}">
                <a16:creationId xmlns:a16="http://schemas.microsoft.com/office/drawing/2014/main" id="{E005E4E3-E3E6-7D41-85E9-9E6D664E0455}"/>
              </a:ext>
            </a:extLst>
          </p:cNvPr>
          <p:cNvSpPr txBox="1">
            <a:spLocks/>
          </p:cNvSpPr>
          <p:nvPr/>
        </p:nvSpPr>
        <p:spPr>
          <a:xfrm>
            <a:off x="11365992" y="6317730"/>
            <a:ext cx="457200" cy="274637"/>
          </a:xfrm>
          <a:prstGeom prst="rect">
            <a:avLst/>
          </a:prstGeom>
        </p:spPr>
        <p:txBody>
          <a:bodyPr vert="horz" lIns="0" tIns="0" rIns="0" bIns="0" rtlCol="0" anchor="b" anchorCtr="0"/>
          <a:lstStyle>
            <a:defPPr>
              <a:defRPr lang="en-US"/>
            </a:defPPr>
            <a:lvl1pPr marL="0" algn="r" defTabSz="892894" rtl="0" eaLnBrk="1" latinLnBrk="0" hangingPunct="1">
              <a:defRPr sz="1000" kern="1200">
                <a:solidFill>
                  <a:schemeClr val="accent3"/>
                </a:solidFill>
                <a:latin typeface="Helvetica"/>
                <a:ea typeface="+mn-ea"/>
                <a:cs typeface="Helvetica"/>
              </a:defRPr>
            </a:lvl1pPr>
            <a:lvl2pPr marL="446447" algn="l" defTabSz="892894" rtl="0" eaLnBrk="1" latinLnBrk="0" hangingPunct="1">
              <a:defRPr sz="1700" kern="1200">
                <a:solidFill>
                  <a:schemeClr val="tx1"/>
                </a:solidFill>
                <a:latin typeface="+mn-lt"/>
                <a:ea typeface="+mn-ea"/>
                <a:cs typeface="+mn-cs"/>
              </a:defRPr>
            </a:lvl2pPr>
            <a:lvl3pPr marL="892894" algn="l" defTabSz="892894" rtl="0" eaLnBrk="1" latinLnBrk="0" hangingPunct="1">
              <a:defRPr sz="1700" kern="1200">
                <a:solidFill>
                  <a:schemeClr val="tx1"/>
                </a:solidFill>
                <a:latin typeface="+mn-lt"/>
                <a:ea typeface="+mn-ea"/>
                <a:cs typeface="+mn-cs"/>
              </a:defRPr>
            </a:lvl3pPr>
            <a:lvl4pPr marL="1339340" algn="l" defTabSz="892894" rtl="0" eaLnBrk="1" latinLnBrk="0" hangingPunct="1">
              <a:defRPr sz="1700" kern="1200">
                <a:solidFill>
                  <a:schemeClr val="tx1"/>
                </a:solidFill>
                <a:latin typeface="+mn-lt"/>
                <a:ea typeface="+mn-ea"/>
                <a:cs typeface="+mn-cs"/>
              </a:defRPr>
            </a:lvl4pPr>
            <a:lvl5pPr marL="1785787" algn="l" defTabSz="892894" rtl="0" eaLnBrk="1" latinLnBrk="0" hangingPunct="1">
              <a:defRPr sz="1700" kern="1200">
                <a:solidFill>
                  <a:schemeClr val="tx1"/>
                </a:solidFill>
                <a:latin typeface="+mn-lt"/>
                <a:ea typeface="+mn-ea"/>
                <a:cs typeface="+mn-cs"/>
              </a:defRPr>
            </a:lvl5pPr>
            <a:lvl6pPr marL="2232234" algn="l" defTabSz="892894" rtl="0" eaLnBrk="1" latinLnBrk="0" hangingPunct="1">
              <a:defRPr sz="1700" kern="1200">
                <a:solidFill>
                  <a:schemeClr val="tx1"/>
                </a:solidFill>
                <a:latin typeface="+mn-lt"/>
                <a:ea typeface="+mn-ea"/>
                <a:cs typeface="+mn-cs"/>
              </a:defRPr>
            </a:lvl6pPr>
            <a:lvl7pPr marL="2678681" algn="l" defTabSz="892894" rtl="0" eaLnBrk="1" latinLnBrk="0" hangingPunct="1">
              <a:defRPr sz="1700" kern="1200">
                <a:solidFill>
                  <a:schemeClr val="tx1"/>
                </a:solidFill>
                <a:latin typeface="+mn-lt"/>
                <a:ea typeface="+mn-ea"/>
                <a:cs typeface="+mn-cs"/>
              </a:defRPr>
            </a:lvl7pPr>
            <a:lvl8pPr marL="3125127" algn="l" defTabSz="892894" rtl="0" eaLnBrk="1" latinLnBrk="0" hangingPunct="1">
              <a:defRPr sz="1700" kern="1200">
                <a:solidFill>
                  <a:schemeClr val="tx1"/>
                </a:solidFill>
                <a:latin typeface="+mn-lt"/>
                <a:ea typeface="+mn-ea"/>
                <a:cs typeface="+mn-cs"/>
              </a:defRPr>
            </a:lvl8pPr>
            <a:lvl9pPr marL="3571574" algn="l" defTabSz="892894" rtl="0" eaLnBrk="1" latinLnBrk="0" hangingPunct="1">
              <a:defRPr sz="1700" kern="1200">
                <a:solidFill>
                  <a:schemeClr val="tx1"/>
                </a:solidFill>
                <a:latin typeface="+mn-lt"/>
                <a:ea typeface="+mn-ea"/>
                <a:cs typeface="+mn-cs"/>
              </a:defRPr>
            </a:lvl9pPr>
          </a:lstStyle>
          <a:p>
            <a:pPr algn="r"/>
            <a:r>
              <a:rPr lang="en-US" sz="800">
                <a:solidFill>
                  <a:schemeClr val="tx1"/>
                </a:solidFill>
                <a:latin typeface="Aptos Light" panose="020B0004020202020204" pitchFamily="34" charset="0"/>
                <a:cs typeface="Trebuchet MS"/>
              </a:rPr>
              <a:t> </a:t>
            </a:r>
            <a:fld id="{110FD68B-4EE4-9D43-89F2-B87D6C9CEE3A}" type="slidenum">
              <a:rPr lang="en-US" sz="800" smtClean="0">
                <a:solidFill>
                  <a:schemeClr val="tx1"/>
                </a:solidFill>
                <a:latin typeface="Aptos Light" panose="020B0004020202020204" pitchFamily="34" charset="0"/>
                <a:cs typeface="Trebuchet MS"/>
              </a:rPr>
              <a:pPr algn="r"/>
              <a:t>‹#›</a:t>
            </a:fld>
            <a:endParaRPr lang="en-US" sz="800">
              <a:solidFill>
                <a:schemeClr val="tx1"/>
              </a:solidFill>
              <a:latin typeface="Aptos Light" panose="020B0004020202020204" pitchFamily="34" charset="0"/>
              <a:cs typeface="Trebuchet MS"/>
            </a:endParaRPr>
          </a:p>
        </p:txBody>
      </p:sp>
      <p:sp>
        <p:nvSpPr>
          <p:cNvPr id="26" name="UST" descr="UST">
            <a:extLst>
              <a:ext uri="{FF2B5EF4-FFF2-40B4-BE49-F238E27FC236}">
                <a16:creationId xmlns:a16="http://schemas.microsoft.com/office/drawing/2014/main" id="{4288F147-CA5C-4C40-8385-C50B1902280D}"/>
              </a:ext>
            </a:extLst>
          </p:cNvPr>
          <p:cNvSpPr>
            <a:spLocks noChangeAspect="1" noEditPoints="1"/>
          </p:cNvSpPr>
          <p:nvPr/>
        </p:nvSpPr>
        <p:spPr bwMode="black">
          <a:xfrm>
            <a:off x="365760" y="6238277"/>
            <a:ext cx="320040" cy="354090"/>
          </a:xfrm>
          <a:custGeom>
            <a:avLst/>
            <a:gdLst>
              <a:gd name="T0" fmla="*/ 3605 w 4000"/>
              <a:gd name="T1" fmla="*/ 485 h 4419"/>
              <a:gd name="T2" fmla="*/ 3605 w 4000"/>
              <a:gd name="T3" fmla="*/ 485 h 4419"/>
              <a:gd name="T4" fmla="*/ 2969 w 4000"/>
              <a:gd name="T5" fmla="*/ 485 h 4419"/>
              <a:gd name="T6" fmla="*/ 2969 w 4000"/>
              <a:gd name="T7" fmla="*/ 1120 h 4419"/>
              <a:gd name="T8" fmla="*/ 3605 w 4000"/>
              <a:gd name="T9" fmla="*/ 1120 h 4419"/>
              <a:gd name="T10" fmla="*/ 3605 w 4000"/>
              <a:gd name="T11" fmla="*/ 485 h 4419"/>
              <a:gd name="T12" fmla="*/ 4000 w 4000"/>
              <a:gd name="T13" fmla="*/ 2730 h 4419"/>
              <a:gd name="T14" fmla="*/ 4000 w 4000"/>
              <a:gd name="T15" fmla="*/ 2730 h 4419"/>
              <a:gd name="T16" fmla="*/ 2574 w 4000"/>
              <a:gd name="T17" fmla="*/ 2730 h 4419"/>
              <a:gd name="T18" fmla="*/ 2574 w 4000"/>
              <a:gd name="T19" fmla="*/ 3120 h 4419"/>
              <a:gd name="T20" fmla="*/ 3062 w 4000"/>
              <a:gd name="T21" fmla="*/ 3120 h 4419"/>
              <a:gd name="T22" fmla="*/ 3062 w 4000"/>
              <a:gd name="T23" fmla="*/ 4367 h 4419"/>
              <a:gd name="T24" fmla="*/ 3512 w 4000"/>
              <a:gd name="T25" fmla="*/ 4367 h 4419"/>
              <a:gd name="T26" fmla="*/ 3512 w 4000"/>
              <a:gd name="T27" fmla="*/ 3120 h 4419"/>
              <a:gd name="T28" fmla="*/ 4000 w 4000"/>
              <a:gd name="T29" fmla="*/ 3120 h 4419"/>
              <a:gd name="T30" fmla="*/ 4000 w 4000"/>
              <a:gd name="T31" fmla="*/ 2730 h 4419"/>
              <a:gd name="T32" fmla="*/ 903 w 4000"/>
              <a:gd name="T33" fmla="*/ 3385 h 4419"/>
              <a:gd name="T34" fmla="*/ 903 w 4000"/>
              <a:gd name="T35" fmla="*/ 3385 h 4419"/>
              <a:gd name="T36" fmla="*/ 760 w 4000"/>
              <a:gd name="T37" fmla="*/ 3351 h 4419"/>
              <a:gd name="T38" fmla="*/ 530 w 4000"/>
              <a:gd name="T39" fmla="*/ 3188 h 4419"/>
              <a:gd name="T40" fmla="*/ 760 w 4000"/>
              <a:gd name="T41" fmla="*/ 3065 h 4419"/>
              <a:gd name="T42" fmla="*/ 1114 w 4000"/>
              <a:gd name="T43" fmla="*/ 3213 h 4419"/>
              <a:gd name="T44" fmla="*/ 1392 w 4000"/>
              <a:gd name="T45" fmla="*/ 2988 h 4419"/>
              <a:gd name="T46" fmla="*/ 763 w 4000"/>
              <a:gd name="T47" fmla="*/ 2683 h 4419"/>
              <a:gd name="T48" fmla="*/ 82 w 4000"/>
              <a:gd name="T49" fmla="*/ 3199 h 4419"/>
              <a:gd name="T50" fmla="*/ 635 w 4000"/>
              <a:gd name="T51" fmla="*/ 3739 h 4419"/>
              <a:gd name="T52" fmla="*/ 784 w 4000"/>
              <a:gd name="T53" fmla="*/ 3776 h 4419"/>
              <a:gd name="T54" fmla="*/ 984 w 4000"/>
              <a:gd name="T55" fmla="*/ 3912 h 4419"/>
              <a:gd name="T56" fmla="*/ 718 w 4000"/>
              <a:gd name="T57" fmla="*/ 4050 h 4419"/>
              <a:gd name="T58" fmla="*/ 307 w 4000"/>
              <a:gd name="T59" fmla="*/ 3867 h 4419"/>
              <a:gd name="T60" fmla="*/ 29 w 4000"/>
              <a:gd name="T61" fmla="*/ 4092 h 4419"/>
              <a:gd name="T62" fmla="*/ 721 w 4000"/>
              <a:gd name="T63" fmla="*/ 4419 h 4419"/>
              <a:gd name="T64" fmla="*/ 1451 w 4000"/>
              <a:gd name="T65" fmla="*/ 3900 h 4419"/>
              <a:gd name="T66" fmla="*/ 903 w 4000"/>
              <a:gd name="T67" fmla="*/ 3385 h 4419"/>
              <a:gd name="T68" fmla="*/ 1026 w 4000"/>
              <a:gd name="T69" fmla="*/ 0 h 4419"/>
              <a:gd name="T70" fmla="*/ 1026 w 4000"/>
              <a:gd name="T71" fmla="*/ 0 h 4419"/>
              <a:gd name="T72" fmla="*/ 1475 w 4000"/>
              <a:gd name="T73" fmla="*/ 0 h 4419"/>
              <a:gd name="T74" fmla="*/ 1475 w 4000"/>
              <a:gd name="T75" fmla="*/ 967 h 4419"/>
              <a:gd name="T76" fmla="*/ 741 w 4000"/>
              <a:gd name="T77" fmla="*/ 1688 h 4419"/>
              <a:gd name="T78" fmla="*/ 0 w 4000"/>
              <a:gd name="T79" fmla="*/ 967 h 4419"/>
              <a:gd name="T80" fmla="*/ 0 w 4000"/>
              <a:gd name="T81" fmla="*/ 0 h 4419"/>
              <a:gd name="T82" fmla="*/ 449 w 4000"/>
              <a:gd name="T83" fmla="*/ 0 h 4419"/>
              <a:gd name="T84" fmla="*/ 449 w 4000"/>
              <a:gd name="T85" fmla="*/ 970 h 4419"/>
              <a:gd name="T86" fmla="*/ 739 w 4000"/>
              <a:gd name="T87" fmla="*/ 1273 h 4419"/>
              <a:gd name="T88" fmla="*/ 1026 w 4000"/>
              <a:gd name="T89" fmla="*/ 970 h 4419"/>
              <a:gd name="T90" fmla="*/ 1026 w 4000"/>
              <a:gd name="T91" fmla="*/ 0 h 4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000" h="4419">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ptos Light" panose="020B0004020202020204" pitchFamily="34" charset="0"/>
            </a:endParaRPr>
          </a:p>
        </p:txBody>
      </p:sp>
      <p:sp>
        <p:nvSpPr>
          <p:cNvPr id="27" name="Title 1">
            <a:extLst>
              <a:ext uri="{FF2B5EF4-FFF2-40B4-BE49-F238E27FC236}">
                <a16:creationId xmlns:a16="http://schemas.microsoft.com/office/drawing/2014/main" id="{12319454-8670-4D40-A340-289ABE61F1E2}"/>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a:t>[Slide title]</a:t>
            </a:r>
          </a:p>
        </p:txBody>
      </p:sp>
    </p:spTree>
    <p:extLst>
      <p:ext uri="{BB962C8B-B14F-4D97-AF65-F5344CB8AC3E}">
        <p14:creationId xmlns:p14="http://schemas.microsoft.com/office/powerpoint/2010/main" val="78747199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090" userDrawn="1">
          <p15:clr>
            <a:srgbClr val="FBAE40"/>
          </p15:clr>
        </p15:guide>
        <p15:guide id="2" pos="748" userDrawn="1">
          <p15:clr>
            <a:srgbClr val="FBAE40"/>
          </p15:clr>
        </p15:guide>
        <p15:guide id="3" pos="4192" userDrawn="1">
          <p15:clr>
            <a:srgbClr val="FBAE40"/>
          </p15:clr>
        </p15:guide>
        <p15:guide id="4" pos="4004" userDrawn="1">
          <p15:clr>
            <a:srgbClr val="FBAE40"/>
          </p15:clr>
        </p15:guide>
        <p15:guide id="5" orient="horz" pos="776" userDrawn="1">
          <p15:clr>
            <a:srgbClr val="FBAE40"/>
          </p15:clr>
        </p15:guide>
      </p15:sldGuideLst>
    </p:ext>
  </p:extLs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p:cSld name="Title Only + bottom callout bar">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4F20FE6-7EB8-7041-AA1B-1A31760D3ABE}"/>
              </a:ext>
            </a:extLst>
          </p:cNvPr>
          <p:cNvSpPr/>
          <p:nvPr/>
        </p:nvSpPr>
        <p:spPr>
          <a:xfrm>
            <a:off x="-1524" y="6114426"/>
            <a:ext cx="12192000" cy="587316"/>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latin typeface="Aptos Light" panose="020B0004020202020204" pitchFamily="34" charset="0"/>
            </a:endParaRPr>
          </a:p>
        </p:txBody>
      </p:sp>
      <p:sp>
        <p:nvSpPr>
          <p:cNvPr id="2" name="Title 1">
            <a:extLst>
              <a:ext uri="{FF2B5EF4-FFF2-40B4-BE49-F238E27FC236}">
                <a16:creationId xmlns:a16="http://schemas.microsoft.com/office/drawing/2014/main" id="{CFC6099E-97C8-A548-B2C0-661F978B74F9}"/>
              </a:ext>
            </a:extLst>
          </p:cNvPr>
          <p:cNvSpPr>
            <a:spLocks noGrp="1"/>
          </p:cNvSpPr>
          <p:nvPr>
            <p:ph type="title" hasCustomPrompt="1"/>
          </p:nvPr>
        </p:nvSpPr>
        <p:spPr/>
        <p:txBody>
          <a:bodyPr/>
          <a:lstStyle>
            <a:lvl1pPr>
              <a:defRPr>
                <a:latin typeface="Aptos Light" panose="020B0004020202020204" pitchFamily="34" charset="0"/>
              </a:defRPr>
            </a:lvl1pPr>
          </a:lstStyle>
          <a:p>
            <a:r>
              <a:rPr lang="en-US"/>
              <a:t>[Slide title]</a:t>
            </a:r>
          </a:p>
        </p:txBody>
      </p:sp>
      <p:pic>
        <p:nvPicPr>
          <p:cNvPr id="5" name="Picture 4" descr="Logo, icon&#10;&#10;Description automatically generated">
            <a:extLst>
              <a:ext uri="{FF2B5EF4-FFF2-40B4-BE49-F238E27FC236}">
                <a16:creationId xmlns:a16="http://schemas.microsoft.com/office/drawing/2014/main" id="{C374CEC6-01F5-0E4B-B146-C46AB843BA36}"/>
              </a:ext>
            </a:extLst>
          </p:cNvPr>
          <p:cNvPicPr>
            <a:picLocks noChangeAspect="1"/>
          </p:cNvPicPr>
          <p:nvPr/>
        </p:nvPicPr>
        <p:blipFill>
          <a:blip r:embed="rId2"/>
          <a:stretch>
            <a:fillRect/>
          </a:stretch>
        </p:blipFill>
        <p:spPr>
          <a:xfrm>
            <a:off x="365760" y="6234730"/>
            <a:ext cx="324974" cy="359182"/>
          </a:xfrm>
          <a:prstGeom prst="rect">
            <a:avLst/>
          </a:prstGeom>
        </p:spPr>
      </p:pic>
      <p:sp>
        <p:nvSpPr>
          <p:cNvPr id="6" name="Slide Number Placeholder 10">
            <a:extLst>
              <a:ext uri="{FF2B5EF4-FFF2-40B4-BE49-F238E27FC236}">
                <a16:creationId xmlns:a16="http://schemas.microsoft.com/office/drawing/2014/main" id="{D3CF422C-ACDA-544F-97DF-599F1A0975E3}"/>
              </a:ext>
            </a:extLst>
          </p:cNvPr>
          <p:cNvSpPr txBox="1">
            <a:spLocks/>
          </p:cNvSpPr>
          <p:nvPr/>
        </p:nvSpPr>
        <p:spPr>
          <a:xfrm>
            <a:off x="11365992" y="6317730"/>
            <a:ext cx="457200" cy="274637"/>
          </a:xfrm>
          <a:prstGeom prst="rect">
            <a:avLst/>
          </a:prstGeom>
        </p:spPr>
        <p:txBody>
          <a:bodyPr vert="horz" lIns="0" tIns="0" rIns="0" bIns="0" rtlCol="0" anchor="b" anchorCtr="0"/>
          <a:lstStyle>
            <a:defPPr>
              <a:defRPr lang="en-US"/>
            </a:defPPr>
            <a:lvl1pPr marL="0" algn="r" defTabSz="892894" rtl="0" eaLnBrk="1" latinLnBrk="0" hangingPunct="1">
              <a:defRPr sz="1000" kern="1200">
                <a:solidFill>
                  <a:schemeClr val="accent3"/>
                </a:solidFill>
                <a:latin typeface="Helvetica"/>
                <a:ea typeface="+mn-ea"/>
                <a:cs typeface="Helvetica"/>
              </a:defRPr>
            </a:lvl1pPr>
            <a:lvl2pPr marL="446447" algn="l" defTabSz="892894" rtl="0" eaLnBrk="1" latinLnBrk="0" hangingPunct="1">
              <a:defRPr sz="1700" kern="1200">
                <a:solidFill>
                  <a:schemeClr val="tx1"/>
                </a:solidFill>
                <a:latin typeface="+mn-lt"/>
                <a:ea typeface="+mn-ea"/>
                <a:cs typeface="+mn-cs"/>
              </a:defRPr>
            </a:lvl2pPr>
            <a:lvl3pPr marL="892894" algn="l" defTabSz="892894" rtl="0" eaLnBrk="1" latinLnBrk="0" hangingPunct="1">
              <a:defRPr sz="1700" kern="1200">
                <a:solidFill>
                  <a:schemeClr val="tx1"/>
                </a:solidFill>
                <a:latin typeface="+mn-lt"/>
                <a:ea typeface="+mn-ea"/>
                <a:cs typeface="+mn-cs"/>
              </a:defRPr>
            </a:lvl3pPr>
            <a:lvl4pPr marL="1339340" algn="l" defTabSz="892894" rtl="0" eaLnBrk="1" latinLnBrk="0" hangingPunct="1">
              <a:defRPr sz="1700" kern="1200">
                <a:solidFill>
                  <a:schemeClr val="tx1"/>
                </a:solidFill>
                <a:latin typeface="+mn-lt"/>
                <a:ea typeface="+mn-ea"/>
                <a:cs typeface="+mn-cs"/>
              </a:defRPr>
            </a:lvl4pPr>
            <a:lvl5pPr marL="1785787" algn="l" defTabSz="892894" rtl="0" eaLnBrk="1" latinLnBrk="0" hangingPunct="1">
              <a:defRPr sz="1700" kern="1200">
                <a:solidFill>
                  <a:schemeClr val="tx1"/>
                </a:solidFill>
                <a:latin typeface="+mn-lt"/>
                <a:ea typeface="+mn-ea"/>
                <a:cs typeface="+mn-cs"/>
              </a:defRPr>
            </a:lvl5pPr>
            <a:lvl6pPr marL="2232234" algn="l" defTabSz="892894" rtl="0" eaLnBrk="1" latinLnBrk="0" hangingPunct="1">
              <a:defRPr sz="1700" kern="1200">
                <a:solidFill>
                  <a:schemeClr val="tx1"/>
                </a:solidFill>
                <a:latin typeface="+mn-lt"/>
                <a:ea typeface="+mn-ea"/>
                <a:cs typeface="+mn-cs"/>
              </a:defRPr>
            </a:lvl6pPr>
            <a:lvl7pPr marL="2678681" algn="l" defTabSz="892894" rtl="0" eaLnBrk="1" latinLnBrk="0" hangingPunct="1">
              <a:defRPr sz="1700" kern="1200">
                <a:solidFill>
                  <a:schemeClr val="tx1"/>
                </a:solidFill>
                <a:latin typeface="+mn-lt"/>
                <a:ea typeface="+mn-ea"/>
                <a:cs typeface="+mn-cs"/>
              </a:defRPr>
            </a:lvl7pPr>
            <a:lvl8pPr marL="3125127" algn="l" defTabSz="892894" rtl="0" eaLnBrk="1" latinLnBrk="0" hangingPunct="1">
              <a:defRPr sz="1700" kern="1200">
                <a:solidFill>
                  <a:schemeClr val="tx1"/>
                </a:solidFill>
                <a:latin typeface="+mn-lt"/>
                <a:ea typeface="+mn-ea"/>
                <a:cs typeface="+mn-cs"/>
              </a:defRPr>
            </a:lvl8pPr>
            <a:lvl9pPr marL="3571574" algn="l" defTabSz="892894" rtl="0" eaLnBrk="1" latinLnBrk="0" hangingPunct="1">
              <a:defRPr sz="1700" kern="1200">
                <a:solidFill>
                  <a:schemeClr val="tx1"/>
                </a:solidFill>
                <a:latin typeface="+mn-lt"/>
                <a:ea typeface="+mn-ea"/>
                <a:cs typeface="+mn-cs"/>
              </a:defRPr>
            </a:lvl9pPr>
          </a:lstStyle>
          <a:p>
            <a:pPr algn="r"/>
            <a:r>
              <a:rPr lang="en-US" sz="800">
                <a:solidFill>
                  <a:schemeClr val="tx1"/>
                </a:solidFill>
                <a:latin typeface="Aptos Light" panose="020B0004020202020204" pitchFamily="34" charset="0"/>
                <a:cs typeface="Trebuchet MS"/>
              </a:rPr>
              <a:t> </a:t>
            </a:r>
            <a:fld id="{110FD68B-4EE4-9D43-89F2-B87D6C9CEE3A}" type="slidenum">
              <a:rPr lang="en-US" sz="800" smtClean="0">
                <a:solidFill>
                  <a:schemeClr val="tx1"/>
                </a:solidFill>
                <a:latin typeface="Aptos Light" panose="020B0004020202020204" pitchFamily="34" charset="0"/>
                <a:cs typeface="Trebuchet MS"/>
              </a:rPr>
              <a:pPr algn="r"/>
              <a:t>‹#›</a:t>
            </a:fld>
            <a:endParaRPr lang="en-US" sz="800">
              <a:solidFill>
                <a:schemeClr val="tx1"/>
              </a:solidFill>
              <a:latin typeface="Aptos Light" panose="020B0004020202020204" pitchFamily="34" charset="0"/>
              <a:cs typeface="Trebuchet MS"/>
            </a:endParaRPr>
          </a:p>
        </p:txBody>
      </p:sp>
      <p:sp>
        <p:nvSpPr>
          <p:cNvPr id="7" name="Legal">
            <a:extLst>
              <a:ext uri="{FF2B5EF4-FFF2-40B4-BE49-F238E27FC236}">
                <a16:creationId xmlns:a16="http://schemas.microsoft.com/office/drawing/2014/main" id="{A972C742-7560-2941-A7DB-CBA02B9EF4EE}"/>
              </a:ext>
            </a:extLst>
          </p:cNvPr>
          <p:cNvSpPr txBox="1"/>
          <p:nvPr/>
        </p:nvSpPr>
        <p:spPr>
          <a:xfrm>
            <a:off x="8223294" y="6402070"/>
            <a:ext cx="3142698" cy="182880"/>
          </a:xfrm>
          <a:prstGeom prst="rect">
            <a:avLst/>
          </a:prstGeom>
          <a:noFill/>
        </p:spPr>
        <p:txBody>
          <a:bodyPr wrap="none" lIns="0" tIns="0" rIns="0" bIns="0" rtlCol="0" anchor="b" anchorCtr="0">
            <a:noAutofit/>
          </a:bodyPr>
          <a:lstStyle/>
          <a:p>
            <a:pPr marL="0" indent="0" algn="r">
              <a:lnSpc>
                <a:spcPct val="100000"/>
              </a:lnSpc>
              <a:spcBef>
                <a:spcPts val="0"/>
              </a:spcBef>
              <a:buSzPct val="100000"/>
              <a:buFontTx/>
              <a:buNone/>
            </a:pPr>
            <a:r>
              <a:rPr lang="en-US" sz="800" b="0">
                <a:latin typeface="Aptos Light" panose="020B0004020202020204" pitchFamily="34" charset="0"/>
              </a:rPr>
              <a:t>Confidential and Proprietary. © 2026 UST Global Inc</a:t>
            </a:r>
          </a:p>
        </p:txBody>
      </p:sp>
    </p:spTree>
    <p:extLst>
      <p:ext uri="{BB962C8B-B14F-4D97-AF65-F5344CB8AC3E}">
        <p14:creationId xmlns:p14="http://schemas.microsoft.com/office/powerpoint/2010/main" val="17029130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152" userDrawn="1">
          <p15:clr>
            <a:srgbClr val="FBAE40"/>
          </p15:clr>
        </p15:guide>
        <p15:guide id="2" orient="horz" pos="3832" userDrawn="1">
          <p15:clr>
            <a:srgbClr val="FBAE40"/>
          </p15:clr>
        </p15:guide>
        <p15:guide id="3" orient="horz" pos="4148" userDrawn="1">
          <p15:clr>
            <a:srgbClr val="FBAE40"/>
          </p15:clr>
        </p15:guide>
      </p15:sldGuideLst>
    </p:ext>
  </p:extLst>
</p:sldLayout>
</file>

<file path=ppt/slideLayouts/slideLayout106.xml><?xml version="1.0" encoding="utf-8"?>
<p:sldLayout xmlns:a="http://schemas.openxmlformats.org/drawingml/2006/main" xmlns:r="http://schemas.openxmlformats.org/officeDocument/2006/relationships" xmlns:p="http://schemas.openxmlformats.org/presentationml/2006/main" showMasterSp="0" preserve="1">
  <p:cSld name="About UST summary">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221164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090" userDrawn="1">
          <p15:clr>
            <a:srgbClr val="FBAE40"/>
          </p15:clr>
        </p15:guide>
        <p15:guide id="2" pos="748" userDrawn="1">
          <p15:clr>
            <a:srgbClr val="FBAE40"/>
          </p15:clr>
        </p15:guide>
        <p15:guide id="3" pos="4192" userDrawn="1">
          <p15:clr>
            <a:srgbClr val="FBAE40"/>
          </p15:clr>
        </p15:guide>
        <p15:guide id="4" pos="4004" userDrawn="1">
          <p15:clr>
            <a:srgbClr val="FBAE40"/>
          </p15:clr>
        </p15:guide>
        <p15:guide id="5" orient="horz" pos="776" userDrawn="1">
          <p15:clr>
            <a:srgbClr val="FBAE40"/>
          </p15:clr>
        </p15:guide>
      </p15:sldGuideLst>
    </p:ext>
  </p:extLst>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C6099E-97C8-A548-B2C0-661F978B74F9}"/>
              </a:ext>
            </a:extLst>
          </p:cNvPr>
          <p:cNvSpPr>
            <a:spLocks noGrp="1"/>
          </p:cNvSpPr>
          <p:nvPr>
            <p:ph type="title" hasCustomPrompt="1"/>
          </p:nvPr>
        </p:nvSpPr>
        <p:spPr/>
        <p:txBody>
          <a:bodyPr/>
          <a:lstStyle>
            <a:lvl1pPr>
              <a:defRPr>
                <a:latin typeface="Aptos Light" panose="020B0004020202020204" pitchFamily="34" charset="0"/>
              </a:defRPr>
            </a:lvl1pPr>
          </a:lstStyle>
          <a:p>
            <a:r>
              <a:rPr lang="en-US"/>
              <a:t>[Slide title]</a:t>
            </a:r>
          </a:p>
        </p:txBody>
      </p:sp>
    </p:spTree>
    <p:extLst>
      <p:ext uri="{BB962C8B-B14F-4D97-AF65-F5344CB8AC3E}">
        <p14:creationId xmlns:p14="http://schemas.microsoft.com/office/powerpoint/2010/main" val="827746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152" userDrawn="1">
          <p15:clr>
            <a:srgbClr val="FBAE40"/>
          </p15:clr>
        </p15:guide>
        <p15:guide id="2" orient="horz" pos="3832" userDrawn="1">
          <p15:clr>
            <a:srgbClr val="FBAE40"/>
          </p15:clr>
        </p15:guide>
        <p15:guide id="3" orient="horz" pos="4148" userDrawn="1">
          <p15:clr>
            <a:srgbClr val="FBAE40"/>
          </p15:clr>
        </p15:guide>
      </p15:sldGuideLst>
    </p:ext>
  </p:extLst>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624713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3832" userDrawn="1">
          <p15:clr>
            <a:srgbClr val="FBAE40"/>
          </p15:clr>
        </p15:guide>
        <p15:guide id="3" orient="horz" pos="4148" userDrawn="1">
          <p15:clr>
            <a:srgbClr val="FBAE40"/>
          </p15:clr>
        </p15:guide>
        <p15:guide id="4" orient="horz" pos="1152" userDrawn="1">
          <p15:clr>
            <a:srgbClr val="FBAE40"/>
          </p15:clr>
        </p15:guide>
      </p15:sldGuideLst>
    </p:ext>
  </p:extLst>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p:cSld name="Questio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C6099E-97C8-A548-B2C0-661F978B74F9}"/>
              </a:ext>
            </a:extLst>
          </p:cNvPr>
          <p:cNvSpPr>
            <a:spLocks noGrp="1"/>
          </p:cNvSpPr>
          <p:nvPr>
            <p:ph type="title" hasCustomPrompt="1"/>
          </p:nvPr>
        </p:nvSpPr>
        <p:spPr/>
        <p:txBody>
          <a:bodyPr/>
          <a:lstStyle>
            <a:lvl1pPr>
              <a:defRPr>
                <a:latin typeface="Aptos Light" panose="020B0004020202020204" pitchFamily="34" charset="0"/>
              </a:defRPr>
            </a:lvl1pPr>
          </a:lstStyle>
          <a:p>
            <a:r>
              <a:rPr lang="en-US"/>
              <a:t>Questions?</a:t>
            </a:r>
          </a:p>
        </p:txBody>
      </p:sp>
      <p:pic>
        <p:nvPicPr>
          <p:cNvPr id="3" name="Picture 2" descr="Icon&#10;&#10;Description automatically generated with medium confidence">
            <a:extLst>
              <a:ext uri="{FF2B5EF4-FFF2-40B4-BE49-F238E27FC236}">
                <a16:creationId xmlns:a16="http://schemas.microsoft.com/office/drawing/2014/main" id="{A02A78E1-97C6-6B47-A7D5-515210C9C5F2}"/>
              </a:ext>
            </a:extLst>
          </p:cNvPr>
          <p:cNvPicPr>
            <a:picLocks noChangeAspect="1"/>
          </p:cNvPicPr>
          <p:nvPr/>
        </p:nvPicPr>
        <p:blipFill>
          <a:blip r:embed="rId2"/>
          <a:stretch>
            <a:fillRect/>
          </a:stretch>
        </p:blipFill>
        <p:spPr>
          <a:xfrm>
            <a:off x="4903595" y="365760"/>
            <a:ext cx="6108561" cy="6108561"/>
          </a:xfrm>
          <a:prstGeom prst="rect">
            <a:avLst/>
          </a:prstGeom>
        </p:spPr>
      </p:pic>
    </p:spTree>
    <p:extLst>
      <p:ext uri="{BB962C8B-B14F-4D97-AF65-F5344CB8AC3E}">
        <p14:creationId xmlns:p14="http://schemas.microsoft.com/office/powerpoint/2010/main" val="25069671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152" userDrawn="1">
          <p15:clr>
            <a:srgbClr val="FBAE40"/>
          </p15:clr>
        </p15:guide>
        <p15:guide id="2" orient="horz" pos="3832" userDrawn="1">
          <p15:clr>
            <a:srgbClr val="FBAE40"/>
          </p15:clr>
        </p15:guide>
        <p15:guide id="3" orient="horz" pos="4148" userDrawn="1">
          <p15:clr>
            <a:srgbClr val="FBAE40"/>
          </p15:clr>
        </p15:guide>
      </p15:sldGuideLst>
    </p:ext>
  </p:extLst>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p:cSld name="Closing boundless impact slide 01">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A02CE6C-948C-8C4D-B2C9-3681E407385A}"/>
              </a:ext>
            </a:extLst>
          </p:cNvPr>
          <p:cNvSpPr/>
          <p:nvPr/>
        </p:nvSpPr>
        <p:spPr>
          <a:xfrm>
            <a:off x="1027288" y="1715911"/>
            <a:ext cx="5937955" cy="3883378"/>
          </a:xfrm>
          <a:prstGeom prst="rect">
            <a:avLst/>
          </a:prstGeom>
          <a:solidFill>
            <a:schemeClr val="tx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latin typeface="Aptos Light" panose="020B0004020202020204" pitchFamily="34" charset="0"/>
            </a:endParaRPr>
          </a:p>
        </p:txBody>
      </p:sp>
      <p:sp>
        <p:nvSpPr>
          <p:cNvPr id="4" name="TextBox 3">
            <a:extLst>
              <a:ext uri="{FF2B5EF4-FFF2-40B4-BE49-F238E27FC236}">
                <a16:creationId xmlns:a16="http://schemas.microsoft.com/office/drawing/2014/main" id="{98950798-3CD2-0446-A548-33B6591367B8}"/>
              </a:ext>
            </a:extLst>
          </p:cNvPr>
          <p:cNvSpPr txBox="1"/>
          <p:nvPr/>
        </p:nvSpPr>
        <p:spPr>
          <a:xfrm>
            <a:off x="1371995" y="2997200"/>
            <a:ext cx="4886565" cy="2331155"/>
          </a:xfrm>
          <a:prstGeom prst="rect">
            <a:avLst/>
          </a:prstGeom>
          <a:noFill/>
        </p:spPr>
        <p:txBody>
          <a:bodyPr wrap="square" lIns="0" tIns="0" rIns="0" bIns="0" rtlCol="0">
            <a:noAutofit/>
          </a:bodyPr>
          <a:lstStyle/>
          <a:p>
            <a:pPr marL="0" indent="0" algn="l">
              <a:lnSpc>
                <a:spcPct val="100000"/>
              </a:lnSpc>
              <a:spcBef>
                <a:spcPts val="1200"/>
              </a:spcBef>
              <a:buSzPct val="100000"/>
              <a:buFont typeface="Arial"/>
              <a:buNone/>
            </a:pPr>
            <a:r>
              <a:rPr kumimoji="0" lang="en-US" sz="4800" b="0" i="0" u="none" strike="noStrike" kern="1200" cap="none" spc="0" normalizeH="0" baseline="0" noProof="0">
                <a:ln>
                  <a:noFill/>
                </a:ln>
                <a:solidFill>
                  <a:srgbClr val="FFFFFF"/>
                </a:solidFill>
                <a:effectLst/>
                <a:uLnTx/>
                <a:uFillTx/>
                <a:latin typeface="Aptos Light" panose="020B0004020202020204" pitchFamily="34" charset="0"/>
                <a:ea typeface="+mj-ea"/>
                <a:cs typeface="+mj-cs"/>
              </a:rPr>
              <a:t>Together, we build for boundless impact</a:t>
            </a:r>
            <a:endParaRPr lang="en-US" sz="2400" b="0">
              <a:latin typeface="Aptos Light" panose="020B0004020202020204" pitchFamily="34" charset="0"/>
            </a:endParaRPr>
          </a:p>
        </p:txBody>
      </p:sp>
    </p:spTree>
    <p:extLst>
      <p:ext uri="{BB962C8B-B14F-4D97-AF65-F5344CB8AC3E}">
        <p14:creationId xmlns:p14="http://schemas.microsoft.com/office/powerpoint/2010/main" val="23681352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p:cSld name="Closing boundless impact slide">
    <p:bg>
      <p:bgPr>
        <a:solidFill>
          <a:srgbClr val="231F20"/>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A6B62B1-9C6E-8243-AC90-63B62A0D9ADE}"/>
              </a:ext>
            </a:extLst>
          </p:cNvPr>
          <p:cNvSpPr txBox="1"/>
          <p:nvPr/>
        </p:nvSpPr>
        <p:spPr>
          <a:xfrm>
            <a:off x="367284" y="2937933"/>
            <a:ext cx="11457432" cy="982134"/>
          </a:xfrm>
          <a:prstGeom prst="rect">
            <a:avLst/>
          </a:prstGeom>
          <a:noFill/>
        </p:spPr>
        <p:txBody>
          <a:bodyPr wrap="square" lIns="0" tIns="0" rIns="0" bIns="0" rtlCol="0">
            <a:noAutofit/>
          </a:bodyPr>
          <a:lstStyle/>
          <a:p>
            <a:pPr marL="0" indent="0" algn="ctr">
              <a:lnSpc>
                <a:spcPct val="100000"/>
              </a:lnSpc>
              <a:spcBef>
                <a:spcPts val="1200"/>
              </a:spcBef>
              <a:buSzPct val="100000"/>
              <a:buFont typeface="Arial"/>
              <a:buNone/>
            </a:pPr>
            <a:r>
              <a:rPr kumimoji="0" lang="en-US" sz="4000" b="1" i="0" u="none" strike="noStrike" kern="1200" cap="none" spc="0" normalizeH="0" baseline="0" noProof="0">
                <a:ln>
                  <a:noFill/>
                </a:ln>
                <a:solidFill>
                  <a:srgbClr val="FFFFFF"/>
                </a:solidFill>
                <a:effectLst/>
                <a:uLnTx/>
                <a:uFillTx/>
                <a:latin typeface="Aptos Light" panose="020B0004020202020204" pitchFamily="34" charset="0"/>
                <a:ea typeface="+mj-ea"/>
                <a:cs typeface="+mj-cs"/>
              </a:rPr>
              <a:t>Together, we build for boundless impact</a:t>
            </a:r>
            <a:endParaRPr lang="en-US" sz="1800">
              <a:latin typeface="Aptos Light" panose="020B0004020202020204" pitchFamily="34" charset="0"/>
            </a:endParaRPr>
          </a:p>
        </p:txBody>
      </p:sp>
    </p:spTree>
    <p:extLst>
      <p:ext uri="{BB962C8B-B14F-4D97-AF65-F5344CB8AC3E}">
        <p14:creationId xmlns:p14="http://schemas.microsoft.com/office/powerpoint/2010/main" val="11857661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1494" userDrawn="1">
          <p15:clr>
            <a:srgbClr val="FBAE40"/>
          </p15:clr>
        </p15:guide>
      </p15:sldGuideLst>
    </p:ext>
  </p:extLst>
</p:sldLayout>
</file>

<file path=ppt/slideLayouts/slideLayout112.xml><?xml version="1.0" encoding="utf-8"?>
<p:sldLayout xmlns:a="http://schemas.openxmlformats.org/drawingml/2006/main" xmlns:r="http://schemas.openxmlformats.org/officeDocument/2006/relationships" xmlns:p="http://schemas.openxmlformats.org/presentationml/2006/main" showMasterSp="0" preserve="1">
  <p:cSld name="End Slide">
    <p:bg>
      <p:bgRef idx="1001">
        <a:schemeClr val="bg1"/>
      </p:bgRef>
    </p:bg>
    <p:spTree>
      <p:nvGrpSpPr>
        <p:cNvPr id="1" name=""/>
        <p:cNvGrpSpPr/>
        <p:nvPr/>
      </p:nvGrpSpPr>
      <p:grpSpPr>
        <a:xfrm>
          <a:off x="0" y="0"/>
          <a:ext cx="0" cy="0"/>
          <a:chOff x="0" y="0"/>
          <a:chExt cx="0" cy="0"/>
        </a:xfrm>
      </p:grpSpPr>
      <p:sp>
        <p:nvSpPr>
          <p:cNvPr id="6" name="Shape">
            <a:extLst>
              <a:ext uri="{FF2B5EF4-FFF2-40B4-BE49-F238E27FC236}">
                <a16:creationId xmlns:a16="http://schemas.microsoft.com/office/drawing/2014/main" id="{7FA7D119-7ED9-8543-A4BE-CCA60CA4A421}"/>
              </a:ext>
              <a:ext uri="{C183D7F6-B498-43B3-948B-1728B52AA6E4}">
                <adec:decorative xmlns:adec="http://schemas.microsoft.com/office/drawing/2017/decorative" val="1"/>
              </a:ext>
            </a:extLst>
          </p:cNvPr>
          <p:cNvSpPr/>
          <p:nvPr/>
        </p:nvSpPr>
        <p:spPr bwMode="hidden">
          <a:xfrm>
            <a:off x="1188720" y="1234440"/>
            <a:ext cx="11003279" cy="5623559"/>
          </a:xfrm>
          <a:prstGeom prst="rect">
            <a:avLst/>
          </a:prstGeom>
          <a:solidFill>
            <a:srgbClr val="006E74"/>
          </a:solidFill>
          <a:ln>
            <a:noFill/>
          </a:ln>
        </p:spPr>
        <p:style>
          <a:lnRef idx="0">
            <a:schemeClr val="accent1"/>
          </a:lnRef>
          <a:fillRef idx="1">
            <a:schemeClr val="accent1"/>
          </a:fillRef>
          <a:effectRef idx="0">
            <a:srgbClr val="000000"/>
          </a:effectRef>
          <a:fontRef idx="minor">
            <a:schemeClr val="dk1"/>
          </a:fontRef>
        </p:style>
        <p:txBody>
          <a:bodyPr rtlCol="0" anchor="ctr"/>
          <a:lstStyle/>
          <a:p>
            <a:pPr algn="ctr">
              <a:lnSpc>
                <a:spcPct val="100000"/>
              </a:lnSpc>
            </a:pPr>
            <a:endParaRPr lang="en-US" sz="1800">
              <a:latin typeface="Aptos Light" panose="020B0004020202020204" pitchFamily="34" charset="0"/>
            </a:endParaRPr>
          </a:p>
        </p:txBody>
      </p:sp>
      <p:sp>
        <p:nvSpPr>
          <p:cNvPr id="4" name="UST" descr="UST">
            <a:extLst>
              <a:ext uri="{FF2B5EF4-FFF2-40B4-BE49-F238E27FC236}">
                <a16:creationId xmlns:a16="http://schemas.microsoft.com/office/drawing/2014/main" id="{6524CCB4-9AB2-A248-A0DC-6590BB8A0F7C}"/>
              </a:ext>
            </a:extLst>
          </p:cNvPr>
          <p:cNvSpPr>
            <a:spLocks noChangeAspect="1" noEditPoints="1"/>
          </p:cNvSpPr>
          <p:nvPr/>
        </p:nvSpPr>
        <p:spPr bwMode="black">
          <a:xfrm>
            <a:off x="365125" y="358775"/>
            <a:ext cx="731520" cy="809172"/>
          </a:xfrm>
          <a:custGeom>
            <a:avLst/>
            <a:gdLst>
              <a:gd name="T0" fmla="*/ 3605 w 3998"/>
              <a:gd name="T1" fmla="*/ 3263 h 4415"/>
              <a:gd name="T2" fmla="*/ 3605 w 3998"/>
              <a:gd name="T3" fmla="*/ 3263 h 4415"/>
              <a:gd name="T4" fmla="*/ 2969 w 3998"/>
              <a:gd name="T5" fmla="*/ 3263 h 4415"/>
              <a:gd name="T6" fmla="*/ 2969 w 3998"/>
              <a:gd name="T7" fmla="*/ 3899 h 4415"/>
              <a:gd name="T8" fmla="*/ 3605 w 3998"/>
              <a:gd name="T9" fmla="*/ 3899 h 4415"/>
              <a:gd name="T10" fmla="*/ 3605 w 3998"/>
              <a:gd name="T11" fmla="*/ 3263 h 4415"/>
              <a:gd name="T12" fmla="*/ 3450 w 3998"/>
              <a:gd name="T13" fmla="*/ 703 h 4415"/>
              <a:gd name="T14" fmla="*/ 3450 w 3998"/>
              <a:gd name="T15" fmla="*/ 703 h 4415"/>
              <a:gd name="T16" fmla="*/ 3308 w 3998"/>
              <a:gd name="T17" fmla="*/ 668 h 4415"/>
              <a:gd name="T18" fmla="*/ 3077 w 3998"/>
              <a:gd name="T19" fmla="*/ 505 h 4415"/>
              <a:gd name="T20" fmla="*/ 3308 w 3998"/>
              <a:gd name="T21" fmla="*/ 383 h 4415"/>
              <a:gd name="T22" fmla="*/ 3661 w 3998"/>
              <a:gd name="T23" fmla="*/ 530 h 4415"/>
              <a:gd name="T24" fmla="*/ 3940 w 3998"/>
              <a:gd name="T25" fmla="*/ 305 h 4415"/>
              <a:gd name="T26" fmla="*/ 3310 w 3998"/>
              <a:gd name="T27" fmla="*/ 0 h 4415"/>
              <a:gd name="T28" fmla="*/ 2629 w 3998"/>
              <a:gd name="T29" fmla="*/ 517 h 4415"/>
              <a:gd name="T30" fmla="*/ 3182 w 3998"/>
              <a:gd name="T31" fmla="*/ 1056 h 4415"/>
              <a:gd name="T32" fmla="*/ 3331 w 3998"/>
              <a:gd name="T33" fmla="*/ 1093 h 4415"/>
              <a:gd name="T34" fmla="*/ 3531 w 3998"/>
              <a:gd name="T35" fmla="*/ 1229 h 4415"/>
              <a:gd name="T36" fmla="*/ 3266 w 3998"/>
              <a:gd name="T37" fmla="*/ 1367 h 4415"/>
              <a:gd name="T38" fmla="*/ 2854 w 3998"/>
              <a:gd name="T39" fmla="*/ 1184 h 4415"/>
              <a:gd name="T40" fmla="*/ 2576 w 3998"/>
              <a:gd name="T41" fmla="*/ 1409 h 4415"/>
              <a:gd name="T42" fmla="*/ 3268 w 3998"/>
              <a:gd name="T43" fmla="*/ 1736 h 4415"/>
              <a:gd name="T44" fmla="*/ 3998 w 3998"/>
              <a:gd name="T45" fmla="*/ 1217 h 4415"/>
              <a:gd name="T46" fmla="*/ 3450 w 3998"/>
              <a:gd name="T47" fmla="*/ 703 h 4415"/>
              <a:gd name="T48" fmla="*/ 1451 w 3998"/>
              <a:gd name="T49" fmla="*/ 2778 h 4415"/>
              <a:gd name="T50" fmla="*/ 1451 w 3998"/>
              <a:gd name="T51" fmla="*/ 2778 h 4415"/>
              <a:gd name="T52" fmla="*/ 24 w 3998"/>
              <a:gd name="T53" fmla="*/ 2778 h 4415"/>
              <a:gd name="T54" fmla="*/ 24 w 3998"/>
              <a:gd name="T55" fmla="*/ 3168 h 4415"/>
              <a:gd name="T56" fmla="*/ 512 w 3998"/>
              <a:gd name="T57" fmla="*/ 3168 h 4415"/>
              <a:gd name="T58" fmla="*/ 512 w 3998"/>
              <a:gd name="T59" fmla="*/ 4415 h 4415"/>
              <a:gd name="T60" fmla="*/ 963 w 3998"/>
              <a:gd name="T61" fmla="*/ 4415 h 4415"/>
              <a:gd name="T62" fmla="*/ 963 w 3998"/>
              <a:gd name="T63" fmla="*/ 3168 h 4415"/>
              <a:gd name="T64" fmla="*/ 1451 w 3998"/>
              <a:gd name="T65" fmla="*/ 3168 h 4415"/>
              <a:gd name="T66" fmla="*/ 1451 w 3998"/>
              <a:gd name="T67" fmla="*/ 2778 h 4415"/>
              <a:gd name="T68" fmla="*/ 1026 w 3998"/>
              <a:gd name="T69" fmla="*/ 48 h 4415"/>
              <a:gd name="T70" fmla="*/ 1026 w 3998"/>
              <a:gd name="T71" fmla="*/ 48 h 4415"/>
              <a:gd name="T72" fmla="*/ 1475 w 3998"/>
              <a:gd name="T73" fmla="*/ 48 h 4415"/>
              <a:gd name="T74" fmla="*/ 1475 w 3998"/>
              <a:gd name="T75" fmla="*/ 1015 h 4415"/>
              <a:gd name="T76" fmla="*/ 741 w 3998"/>
              <a:gd name="T77" fmla="*/ 1736 h 4415"/>
              <a:gd name="T78" fmla="*/ 0 w 3998"/>
              <a:gd name="T79" fmla="*/ 1015 h 4415"/>
              <a:gd name="T80" fmla="*/ 0 w 3998"/>
              <a:gd name="T81" fmla="*/ 48 h 4415"/>
              <a:gd name="T82" fmla="*/ 449 w 3998"/>
              <a:gd name="T83" fmla="*/ 48 h 4415"/>
              <a:gd name="T84" fmla="*/ 449 w 3998"/>
              <a:gd name="T85" fmla="*/ 1018 h 4415"/>
              <a:gd name="T86" fmla="*/ 739 w 3998"/>
              <a:gd name="T87" fmla="*/ 1321 h 4415"/>
              <a:gd name="T88" fmla="*/ 1026 w 3998"/>
              <a:gd name="T89" fmla="*/ 1018 h 4415"/>
              <a:gd name="T90" fmla="*/ 1026 w 3998"/>
              <a:gd name="T91" fmla="*/ 48 h 4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998" h="4415">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rgbClr val="231F2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ptos Light" panose="020B0004020202020204" pitchFamily="34" charset="0"/>
            </a:endParaRPr>
          </a:p>
        </p:txBody>
      </p:sp>
      <p:sp>
        <p:nvSpPr>
          <p:cNvPr id="9" name="Thank You">
            <a:extLst>
              <a:ext uri="{FF2B5EF4-FFF2-40B4-BE49-F238E27FC236}">
                <a16:creationId xmlns:a16="http://schemas.microsoft.com/office/drawing/2014/main" id="{3B3D034D-06BF-E34D-97D9-E1FB041EDECA}"/>
              </a:ext>
            </a:extLst>
          </p:cNvPr>
          <p:cNvSpPr txBox="1">
            <a:spLocks/>
          </p:cNvSpPr>
          <p:nvPr/>
        </p:nvSpPr>
        <p:spPr>
          <a:xfrm>
            <a:off x="1702053" y="1585468"/>
            <a:ext cx="7178422" cy="2105012"/>
          </a:xfrm>
          <a:prstGeom prst="rect">
            <a:avLst/>
          </a:prstGeom>
        </p:spPr>
        <p:txBody>
          <a:bodyPr vert="horz" lIns="0" tIns="0" rIns="0" bIns="0" rtlCol="0" anchor="b" anchorCtr="0">
            <a:noAutofit/>
          </a:bodyPr>
          <a:lstStyle>
            <a:lvl1pPr algn="l" defTabSz="914400" rtl="0" eaLnBrk="1" latinLnBrk="0" hangingPunct="1">
              <a:lnSpc>
                <a:spcPct val="90000"/>
              </a:lnSpc>
              <a:spcBef>
                <a:spcPct val="0"/>
              </a:spcBef>
              <a:buNone/>
              <a:defRPr sz="4800" b="0" kern="1200" spc="0" baseline="0">
                <a:solidFill>
                  <a:schemeClr val="bg1"/>
                </a:solidFill>
                <a:latin typeface="+mj-lt"/>
                <a:ea typeface="+mj-ea"/>
                <a:cs typeface="+mj-cs"/>
              </a:defRPr>
            </a:lvl1pPr>
          </a:lstStyle>
          <a:p>
            <a:r>
              <a:rPr lang="en-US">
                <a:latin typeface="Aptos Light" panose="020B0004020202020204" pitchFamily="34" charset="0"/>
              </a:rPr>
              <a:t>Thank you</a:t>
            </a:r>
          </a:p>
        </p:txBody>
      </p:sp>
      <p:sp>
        <p:nvSpPr>
          <p:cNvPr id="12" name="Text Placeholder 1">
            <a:extLst>
              <a:ext uri="{FF2B5EF4-FFF2-40B4-BE49-F238E27FC236}">
                <a16:creationId xmlns:a16="http://schemas.microsoft.com/office/drawing/2014/main" id="{230CA0A7-AB3D-9640-8F81-41F4E103F68C}"/>
              </a:ext>
            </a:extLst>
          </p:cNvPr>
          <p:cNvSpPr>
            <a:spLocks noGrp="1"/>
          </p:cNvSpPr>
          <p:nvPr>
            <p:ph type="body" sz="quarter" idx="10" hasCustomPrompt="1"/>
          </p:nvPr>
        </p:nvSpPr>
        <p:spPr>
          <a:xfrm>
            <a:off x="1702053" y="4893617"/>
            <a:ext cx="7178422" cy="1152000"/>
          </a:xfrm>
        </p:spPr>
        <p:txBody>
          <a:bodyPr anchor="b" anchorCtr="0">
            <a:noAutofit/>
          </a:bodyPr>
          <a:lstStyle>
            <a:lvl1pPr marL="0" indent="0">
              <a:spcBef>
                <a:spcPts val="0"/>
              </a:spcBef>
              <a:buFontTx/>
              <a:buNone/>
              <a:defRPr sz="1600">
                <a:solidFill>
                  <a:schemeClr val="bg1"/>
                </a:solidFill>
                <a:latin typeface="Aptos Light" panose="020B0004020202020204" pitchFamily="34" charset="0"/>
              </a:defRPr>
            </a:lvl1pPr>
            <a:lvl2pPr marL="0" indent="0">
              <a:spcBef>
                <a:spcPts val="0"/>
              </a:spcBef>
              <a:buFontTx/>
              <a:buNone/>
              <a:defRPr sz="1600">
                <a:solidFill>
                  <a:schemeClr val="bg1"/>
                </a:solidFill>
              </a:defRPr>
            </a:lvl2pPr>
            <a:lvl3pPr marL="0" indent="0">
              <a:spcBef>
                <a:spcPts val="0"/>
              </a:spcBef>
              <a:buFontTx/>
              <a:buNone/>
              <a:defRPr sz="1600">
                <a:solidFill>
                  <a:schemeClr val="bg1"/>
                </a:solidFill>
              </a:defRPr>
            </a:lvl3pPr>
            <a:lvl4pPr marL="0" indent="0">
              <a:spcBef>
                <a:spcPts val="0"/>
              </a:spcBef>
              <a:buFontTx/>
              <a:buNone/>
              <a:defRPr sz="1600">
                <a:solidFill>
                  <a:schemeClr val="bg1"/>
                </a:solidFill>
              </a:defRPr>
            </a:lvl4pPr>
            <a:lvl5pPr marL="0" indent="0">
              <a:spcBef>
                <a:spcPts val="0"/>
              </a:spcBef>
              <a:buFontTx/>
              <a:buNone/>
              <a:defRPr sz="1600">
                <a:solidFill>
                  <a:schemeClr val="bg1"/>
                </a:solidFill>
              </a:defRPr>
            </a:lvl5pPr>
            <a:lvl6pPr marL="0" indent="0">
              <a:spcBef>
                <a:spcPts val="0"/>
              </a:spcBef>
              <a:buFontTx/>
              <a:buNone/>
              <a:defRPr sz="1600">
                <a:solidFill>
                  <a:schemeClr val="bg1"/>
                </a:solidFill>
              </a:defRPr>
            </a:lvl6pPr>
            <a:lvl7pPr marL="0" indent="0">
              <a:spcBef>
                <a:spcPts val="0"/>
              </a:spcBef>
              <a:buFontTx/>
              <a:buNone/>
              <a:defRPr sz="1600">
                <a:solidFill>
                  <a:schemeClr val="bg1"/>
                </a:solidFill>
              </a:defRPr>
            </a:lvl7pPr>
            <a:lvl8pPr marL="0" indent="0">
              <a:spcBef>
                <a:spcPts val="0"/>
              </a:spcBef>
              <a:buFontTx/>
              <a:buNone/>
              <a:defRPr sz="1600">
                <a:solidFill>
                  <a:schemeClr val="bg1"/>
                </a:solidFill>
              </a:defRPr>
            </a:lvl8pPr>
            <a:lvl9pPr marL="0" indent="0">
              <a:spcBef>
                <a:spcPts val="0"/>
              </a:spcBef>
              <a:buFontTx/>
              <a:buNone/>
              <a:defRPr sz="1600">
                <a:solidFill>
                  <a:schemeClr val="bg1"/>
                </a:solidFill>
              </a:defRPr>
            </a:lvl9pPr>
          </a:lstStyle>
          <a:p>
            <a:r>
              <a:rPr lang="en-US">
                <a:hlinkClick r:id="rId2">
                  <a:extLst>
                    <a:ext uri="{A12FA001-AC4F-418D-AE19-62706E023703}">
                      <ahyp:hlinkClr xmlns:ahyp="http://schemas.microsoft.com/office/drawing/2018/hyperlinkcolor" val="tx"/>
                    </a:ext>
                  </a:extLst>
                </a:hlinkClick>
              </a:rPr>
              <a:t>brand@ust.com</a:t>
            </a:r>
          </a:p>
        </p:txBody>
      </p:sp>
      <p:sp>
        <p:nvSpPr>
          <p:cNvPr id="18" name="URL">
            <a:extLst>
              <a:ext uri="{FF2B5EF4-FFF2-40B4-BE49-F238E27FC236}">
                <a16:creationId xmlns:a16="http://schemas.microsoft.com/office/drawing/2014/main" id="{2B56852A-13EA-DC41-9045-334298984C85}"/>
              </a:ext>
            </a:extLst>
          </p:cNvPr>
          <p:cNvSpPr txBox="1"/>
          <p:nvPr/>
        </p:nvSpPr>
        <p:spPr>
          <a:xfrm>
            <a:off x="9188450" y="4893618"/>
            <a:ext cx="2635250" cy="1598624"/>
          </a:xfrm>
          <a:prstGeom prst="rect">
            <a:avLst/>
          </a:prstGeom>
          <a:noFill/>
        </p:spPr>
        <p:txBody>
          <a:bodyPr wrap="square" lIns="0" tIns="0" rIns="0" bIns="0" rtlCol="0" anchor="b" anchorCtr="0">
            <a:noAutofit/>
          </a:bodyPr>
          <a:lstStyle/>
          <a:p>
            <a:pPr marL="0" indent="0" algn="r">
              <a:lnSpc>
                <a:spcPct val="100000"/>
              </a:lnSpc>
              <a:spcBef>
                <a:spcPts val="0"/>
              </a:spcBef>
              <a:buSzPct val="100000"/>
              <a:buFontTx/>
              <a:buNone/>
            </a:pPr>
            <a:r>
              <a:rPr lang="en-US" sz="1600" b="1">
                <a:solidFill>
                  <a:schemeClr val="bg1"/>
                </a:solidFill>
                <a:latin typeface="Aptos Light" panose="020B0004020202020204" pitchFamily="34" charset="0"/>
              </a:rPr>
              <a:t>ust.com</a:t>
            </a:r>
          </a:p>
        </p:txBody>
      </p:sp>
      <p:sp>
        <p:nvSpPr>
          <p:cNvPr id="2" name="URL">
            <a:extLst>
              <a:ext uri="{FF2B5EF4-FFF2-40B4-BE49-F238E27FC236}">
                <a16:creationId xmlns:a16="http://schemas.microsoft.com/office/drawing/2014/main" id="{60220C0C-4673-ED82-FBE2-726B47180988}"/>
              </a:ext>
            </a:extLst>
          </p:cNvPr>
          <p:cNvSpPr txBox="1"/>
          <p:nvPr/>
        </p:nvSpPr>
        <p:spPr>
          <a:xfrm>
            <a:off x="1702053" y="6045616"/>
            <a:ext cx="7178422" cy="446625"/>
          </a:xfrm>
          <a:prstGeom prst="rect">
            <a:avLst/>
          </a:prstGeom>
          <a:noFill/>
        </p:spPr>
        <p:txBody>
          <a:bodyPr wrap="square" lIns="0" tIns="0" rIns="0" bIns="0" rtlCol="0" anchor="b" anchorCtr="0">
            <a:noAutofit/>
          </a:bodyPr>
          <a:lstStyle/>
          <a:p>
            <a:pPr marL="0" indent="0" algn="l">
              <a:lnSpc>
                <a:spcPct val="100000"/>
              </a:lnSpc>
              <a:spcBef>
                <a:spcPts val="0"/>
              </a:spcBef>
              <a:buSzPct val="100000"/>
              <a:buFontTx/>
              <a:buNone/>
            </a:pPr>
            <a:r>
              <a:rPr lang="en-US" sz="1600" b="1">
                <a:solidFill>
                  <a:schemeClr val="bg1"/>
                </a:solidFill>
                <a:latin typeface="Aptos Light" panose="020B0004020202020204" pitchFamily="34" charset="0"/>
              </a:rPr>
              <a:t>Digital solutions | Platforms | Engineering, R&amp;D and Products</a:t>
            </a:r>
          </a:p>
        </p:txBody>
      </p:sp>
    </p:spTree>
    <p:extLst>
      <p:ext uri="{BB962C8B-B14F-4D97-AF65-F5344CB8AC3E}">
        <p14:creationId xmlns:p14="http://schemas.microsoft.com/office/powerpoint/2010/main" val="387639966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5788" userDrawn="1">
          <p15:clr>
            <a:srgbClr val="FBAE40"/>
          </p15:clr>
        </p15:guide>
        <p15:guide id="5" orient="horz" pos="4090" userDrawn="1">
          <p15:clr>
            <a:srgbClr val="FBAE40"/>
          </p15:clr>
        </p15:guide>
        <p15:guide id="6" pos="5594" userDrawn="1">
          <p15:clr>
            <a:srgbClr val="FBAE40"/>
          </p15:clr>
        </p15:guide>
      </p15:sldGuideLst>
    </p:ext>
  </p:extLst>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p:cSld name="Appendix slide">
    <p:bg>
      <p:bgPr>
        <a:solidFill>
          <a:srgbClr val="006E74"/>
        </a:solidFill>
        <a:effectLst/>
      </p:bgPr>
    </p:bg>
    <p:spTree>
      <p:nvGrpSpPr>
        <p:cNvPr id="1" name=""/>
        <p:cNvGrpSpPr/>
        <p:nvPr/>
      </p:nvGrpSpPr>
      <p:grpSpPr>
        <a:xfrm>
          <a:off x="0" y="0"/>
          <a:ext cx="0" cy="0"/>
          <a:chOff x="0" y="0"/>
          <a:chExt cx="0" cy="0"/>
        </a:xfrm>
      </p:grpSpPr>
      <p:sp>
        <p:nvSpPr>
          <p:cNvPr id="9" name="Text Placeholder 2">
            <a:extLst>
              <a:ext uri="{FF2B5EF4-FFF2-40B4-BE49-F238E27FC236}">
                <a16:creationId xmlns:a16="http://schemas.microsoft.com/office/drawing/2014/main" id="{1AE6BB09-E3B1-8E4C-BC05-A3BEA4D63F46}"/>
              </a:ext>
            </a:extLst>
          </p:cNvPr>
          <p:cNvSpPr>
            <a:spLocks noGrp="1"/>
          </p:cNvSpPr>
          <p:nvPr>
            <p:ph type="body" sz="quarter" idx="13" hasCustomPrompt="1"/>
          </p:nvPr>
        </p:nvSpPr>
        <p:spPr>
          <a:xfrm>
            <a:off x="365760" y="4114800"/>
            <a:ext cx="8505190" cy="1968500"/>
          </a:xfrm>
        </p:spPr>
        <p:txBody>
          <a:bodyPr/>
          <a:lstStyle>
            <a:lvl1pPr>
              <a:defRPr>
                <a:latin typeface="Aptos Light" panose="020B0004020202020204" pitchFamily="34" charset="0"/>
              </a:defRPr>
            </a:lvl1pPr>
          </a:lstStyle>
          <a:p>
            <a:pPr lvl="0"/>
            <a:r>
              <a:rPr lang="en-US"/>
              <a:t>[Additional content, if needed]</a:t>
            </a:r>
          </a:p>
        </p:txBody>
      </p:sp>
      <p:sp>
        <p:nvSpPr>
          <p:cNvPr id="3" name="TextBox 2">
            <a:extLst>
              <a:ext uri="{FF2B5EF4-FFF2-40B4-BE49-F238E27FC236}">
                <a16:creationId xmlns:a16="http://schemas.microsoft.com/office/drawing/2014/main" id="{BBAC10D0-7A8D-F54B-AFA4-6CBFAE45447B}"/>
              </a:ext>
            </a:extLst>
          </p:cNvPr>
          <p:cNvSpPr txBox="1"/>
          <p:nvPr/>
        </p:nvSpPr>
        <p:spPr>
          <a:xfrm>
            <a:off x="365760" y="1737360"/>
            <a:ext cx="6702305" cy="2103120"/>
          </a:xfrm>
          <a:prstGeom prst="rect">
            <a:avLst/>
          </a:prstGeom>
          <a:noFill/>
        </p:spPr>
        <p:txBody>
          <a:bodyPr wrap="square" lIns="0" tIns="0" rIns="0" bIns="0" rtlCol="0" anchor="b" anchorCtr="0">
            <a:noAutofit/>
          </a:bodyPr>
          <a:lstStyle/>
          <a:p>
            <a:pPr marL="0" marR="0" indent="0" algn="l" defTabSz="914400" rtl="0" eaLnBrk="1" fontAlgn="auto" latinLnBrk="0" hangingPunct="1">
              <a:lnSpc>
                <a:spcPct val="100000"/>
              </a:lnSpc>
              <a:spcBef>
                <a:spcPts val="1200"/>
              </a:spcBef>
              <a:spcAft>
                <a:spcPts val="0"/>
              </a:spcAft>
              <a:buClrTx/>
              <a:buSzPct val="100000"/>
              <a:buFont typeface="Arial"/>
              <a:buNone/>
              <a:tabLst/>
              <a:defRPr/>
            </a:pPr>
            <a:r>
              <a:rPr kumimoji="0" lang="en-US" sz="4800" b="0" i="0" u="none" strike="noStrike" kern="1200" cap="none" spc="0" normalizeH="0" baseline="0" noProof="0">
                <a:ln>
                  <a:noFill/>
                </a:ln>
                <a:solidFill>
                  <a:srgbClr val="FFFFFF"/>
                </a:solidFill>
                <a:effectLst/>
                <a:uLnTx/>
                <a:uFillTx/>
                <a:latin typeface="Aptos Light" panose="020B0004020202020204" pitchFamily="34" charset="0"/>
                <a:ea typeface="+mj-ea"/>
                <a:cs typeface="+mj-cs"/>
              </a:rPr>
              <a:t>Appendix</a:t>
            </a:r>
            <a:endParaRPr lang="en-US" sz="4800" b="0">
              <a:latin typeface="Aptos Light" panose="020B0004020202020204" pitchFamily="34" charset="0"/>
            </a:endParaRPr>
          </a:p>
        </p:txBody>
      </p:sp>
    </p:spTree>
    <p:extLst>
      <p:ext uri="{BB962C8B-B14F-4D97-AF65-F5344CB8AC3E}">
        <p14:creationId xmlns:p14="http://schemas.microsoft.com/office/powerpoint/2010/main" val="125662995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5588" userDrawn="1">
          <p15:clr>
            <a:srgbClr val="FBAE40"/>
          </p15:clr>
        </p15:guide>
        <p15:guide id="3" orient="horz" pos="3832" userDrawn="1">
          <p15:clr>
            <a:srgbClr val="FBAE40"/>
          </p15:clr>
        </p15:guide>
        <p15:guide id="4" orient="horz" pos="4148" userDrawn="1">
          <p15:clr>
            <a:srgbClr val="FBAE40"/>
          </p15:clr>
        </p15:guide>
      </p15:sldGuideLst>
    </p:ext>
  </p:extLst>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p:cSld name="Copyright and Confidentiality">
    <p:spTree>
      <p:nvGrpSpPr>
        <p:cNvPr id="1" name=""/>
        <p:cNvGrpSpPr/>
        <p:nvPr/>
      </p:nvGrpSpPr>
      <p:grpSpPr>
        <a:xfrm>
          <a:off x="0" y="0"/>
          <a:ext cx="0" cy="0"/>
          <a:chOff x="0" y="0"/>
          <a:chExt cx="0" cy="0"/>
        </a:xfrm>
      </p:grpSpPr>
      <p:sp>
        <p:nvSpPr>
          <p:cNvPr id="5" name="Title">
            <a:extLst>
              <a:ext uri="{FF2B5EF4-FFF2-40B4-BE49-F238E27FC236}">
                <a16:creationId xmlns:a16="http://schemas.microsoft.com/office/drawing/2014/main" id="{B89A1D1F-C3AD-134F-846A-E44B5B196324}"/>
              </a:ext>
            </a:extLst>
          </p:cNvPr>
          <p:cNvSpPr txBox="1">
            <a:spLocks/>
          </p:cNvSpPr>
          <p:nvPr/>
        </p:nvSpPr>
        <p:spPr>
          <a:xfrm>
            <a:off x="365760" y="365760"/>
            <a:ext cx="8184515" cy="914400"/>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r>
              <a:rPr lang="en-US" b="0">
                <a:latin typeface="Aptos Light" panose="020B0004020202020204" pitchFamily="34" charset="0"/>
              </a:rPr>
              <a:t>Copyright and confidentiality notice</a:t>
            </a:r>
          </a:p>
        </p:txBody>
      </p:sp>
      <p:sp>
        <p:nvSpPr>
          <p:cNvPr id="8" name="TextBox">
            <a:extLst>
              <a:ext uri="{FF2B5EF4-FFF2-40B4-BE49-F238E27FC236}">
                <a16:creationId xmlns:a16="http://schemas.microsoft.com/office/drawing/2014/main" id="{CA53F076-5B9C-7D40-B411-24F312CD2730}"/>
              </a:ext>
            </a:extLst>
          </p:cNvPr>
          <p:cNvSpPr txBox="1"/>
          <p:nvPr/>
        </p:nvSpPr>
        <p:spPr>
          <a:xfrm>
            <a:off x="365761" y="1828800"/>
            <a:ext cx="8183879" cy="4251960"/>
          </a:xfrm>
          <a:prstGeom prst="rect">
            <a:avLst/>
          </a:prstGeom>
          <a:noFill/>
        </p:spPr>
        <p:txBody>
          <a:bodyPr wrap="square" lIns="0" tIns="0" rIns="0" bIns="0" rtlCol="0">
            <a:noAutofit/>
          </a:bodyPr>
          <a:lstStyle/>
          <a:p>
            <a:pPr>
              <a:lnSpc>
                <a:spcPct val="100000"/>
              </a:lnSpc>
              <a:spcBef>
                <a:spcPts val="1200"/>
              </a:spcBef>
              <a:buSzPct val="100000"/>
            </a:pPr>
            <a:r>
              <a:rPr lang="en-US">
                <a:latin typeface="Aptos Light" panose="020B0004020202020204" pitchFamily="34" charset="0"/>
              </a:rPr>
              <a:t>Copyright © 2026 by UST Global Inc. All rights reserved.</a:t>
            </a:r>
          </a:p>
          <a:p>
            <a:pPr>
              <a:lnSpc>
                <a:spcPct val="100000"/>
              </a:lnSpc>
              <a:spcBef>
                <a:spcPts val="1200"/>
              </a:spcBef>
              <a:buSzPct val="100000"/>
            </a:pPr>
            <a:r>
              <a:rPr lang="en-US">
                <a:latin typeface="Aptos Light" panose="020B0004020202020204" pitchFamily="34" charset="0"/>
              </a:rPr>
              <a:t>This document is protected under the copyright laws of United States, India, and other countries as an unpublished work and contains information that shall not be reproduced, published, used in the preparation of derivative works, and/or distributed, in whole or in part, by the recipient for any purpose other than to evaluate this document. Further, all information contained herein is proprietary and confidential to UST Global Inc and may not be disclosed to any third party. Exceptions to this notice are permitted only with the express, written permission of UST Global Inc.</a:t>
            </a:r>
          </a:p>
          <a:p>
            <a:pPr>
              <a:lnSpc>
                <a:spcPct val="100000"/>
              </a:lnSpc>
              <a:spcBef>
                <a:spcPts val="1200"/>
              </a:spcBef>
              <a:buSzPct val="100000"/>
            </a:pPr>
            <a:r>
              <a:rPr lang="en-US">
                <a:latin typeface="Aptos Light" panose="020B0004020202020204" pitchFamily="34" charset="0"/>
              </a:rPr>
              <a:t>UST</a:t>
            </a:r>
            <a:r>
              <a:rPr lang="en-US" baseline="30000">
                <a:latin typeface="Aptos Light" panose="020B0004020202020204" pitchFamily="34" charset="0"/>
              </a:rPr>
              <a:t>®</a:t>
            </a:r>
            <a:r>
              <a:rPr lang="en-US">
                <a:latin typeface="Aptos Light" panose="020B0004020202020204" pitchFamily="34" charset="0"/>
              </a:rPr>
              <a:t> is a registered service mark of UST Global Inc.</a:t>
            </a:r>
          </a:p>
        </p:txBody>
      </p:sp>
      <p:sp>
        <p:nvSpPr>
          <p:cNvPr id="30" name="TextBox">
            <a:extLst>
              <a:ext uri="{FF2B5EF4-FFF2-40B4-BE49-F238E27FC236}">
                <a16:creationId xmlns:a16="http://schemas.microsoft.com/office/drawing/2014/main" id="{0F0A4EC5-5B06-1C4A-A502-579AB0732ADE}"/>
              </a:ext>
            </a:extLst>
          </p:cNvPr>
          <p:cNvSpPr/>
          <p:nvPr/>
        </p:nvSpPr>
        <p:spPr bwMode="auto">
          <a:xfrm>
            <a:off x="8870950" y="1828800"/>
            <a:ext cx="2952242" cy="4254500"/>
          </a:xfrm>
          <a:prstGeom prst="rect">
            <a:avLst/>
          </a:prstGeom>
          <a:solidFill>
            <a:srgbClr val="ECECE1"/>
          </a:solidFill>
          <a:ln>
            <a:noFill/>
          </a:ln>
        </p:spPr>
        <p:style>
          <a:lnRef idx="0">
            <a:schemeClr val="accent1"/>
          </a:lnRef>
          <a:fillRef idx="1">
            <a:schemeClr val="accent1"/>
          </a:fillRef>
          <a:effectRef idx="0">
            <a:srgbClr val="000000"/>
          </a:effectRef>
          <a:fontRef idx="minor">
            <a:schemeClr val="bg1"/>
          </a:fontRef>
        </p:style>
        <p:txBody>
          <a:bodyPr lIns="320040" tIns="320040" rIns="182880" bIns="822960" rtlCol="0" anchor="t" anchorCtr="0"/>
          <a:lstStyle/>
          <a:p>
            <a:pPr>
              <a:lnSpc>
                <a:spcPct val="100000"/>
              </a:lnSpc>
              <a:spcBef>
                <a:spcPts val="0"/>
              </a:spcBef>
              <a:buSzPct val="100000"/>
            </a:pPr>
            <a:r>
              <a:rPr lang="en-US" b="1">
                <a:solidFill>
                  <a:schemeClr val="tx1"/>
                </a:solidFill>
                <a:latin typeface="Aptos Light" panose="020B0004020202020204" pitchFamily="34" charset="0"/>
              </a:rPr>
              <a:t>UST</a:t>
            </a:r>
          </a:p>
          <a:p>
            <a:pPr>
              <a:lnSpc>
                <a:spcPct val="100000"/>
              </a:lnSpc>
              <a:spcBef>
                <a:spcPts val="0"/>
              </a:spcBef>
              <a:buSzPct val="100000"/>
            </a:pPr>
            <a:r>
              <a:rPr lang="en-US" b="0">
                <a:solidFill>
                  <a:schemeClr val="tx1"/>
                </a:solidFill>
                <a:latin typeface="Aptos Light" panose="020B0004020202020204" pitchFamily="34" charset="0"/>
              </a:rPr>
              <a:t>101 Enterprise, Suite 300</a:t>
            </a:r>
          </a:p>
          <a:p>
            <a:pPr>
              <a:lnSpc>
                <a:spcPct val="100000"/>
              </a:lnSpc>
              <a:spcBef>
                <a:spcPts val="0"/>
              </a:spcBef>
              <a:buSzPct val="100000"/>
            </a:pPr>
            <a:r>
              <a:rPr lang="en-US" b="0">
                <a:solidFill>
                  <a:schemeClr val="tx1"/>
                </a:solidFill>
                <a:latin typeface="Aptos Light" panose="020B0004020202020204" pitchFamily="34" charset="0"/>
              </a:rPr>
              <a:t>Aliso Viejo, CA 92656</a:t>
            </a:r>
          </a:p>
          <a:p>
            <a:pPr>
              <a:lnSpc>
                <a:spcPct val="100000"/>
              </a:lnSpc>
              <a:spcBef>
                <a:spcPts val="1200"/>
              </a:spcBef>
              <a:buSzPct val="100000"/>
            </a:pPr>
            <a:r>
              <a:rPr lang="en-US" b="0">
                <a:solidFill>
                  <a:schemeClr val="tx1"/>
                </a:solidFill>
                <a:latin typeface="Aptos Light" panose="020B0004020202020204" pitchFamily="34" charset="0"/>
              </a:rPr>
              <a:t>T +1 949 716 8757</a:t>
            </a:r>
          </a:p>
          <a:p>
            <a:pPr>
              <a:lnSpc>
                <a:spcPct val="100000"/>
              </a:lnSpc>
              <a:spcBef>
                <a:spcPts val="0"/>
              </a:spcBef>
              <a:buSzPct val="100000"/>
            </a:pPr>
            <a:r>
              <a:rPr lang="en-US" b="0">
                <a:solidFill>
                  <a:schemeClr val="tx1"/>
                </a:solidFill>
                <a:latin typeface="Aptos Light" panose="020B0004020202020204" pitchFamily="34" charset="0"/>
              </a:rPr>
              <a:t>F +1 949 716 8396</a:t>
            </a:r>
          </a:p>
          <a:p>
            <a:pPr>
              <a:lnSpc>
                <a:spcPct val="100000"/>
              </a:lnSpc>
              <a:spcBef>
                <a:spcPts val="1200"/>
              </a:spcBef>
              <a:buSzPct val="100000"/>
            </a:pPr>
            <a:r>
              <a:rPr lang="en-US" b="1" err="1">
                <a:solidFill>
                  <a:schemeClr val="tx1"/>
                </a:solidFill>
                <a:latin typeface="Aptos Light" panose="020B0004020202020204" pitchFamily="34" charset="0"/>
              </a:rPr>
              <a:t>ust.com</a:t>
            </a:r>
            <a:endParaRPr lang="en-US" b="1">
              <a:solidFill>
                <a:schemeClr val="tx1"/>
              </a:solidFill>
              <a:latin typeface="Aptos Light" panose="020B0004020202020204" pitchFamily="34" charset="0"/>
            </a:endParaRPr>
          </a:p>
        </p:txBody>
      </p:sp>
      <p:sp>
        <p:nvSpPr>
          <p:cNvPr id="2" name="Facebook">
            <a:hlinkClick r:id="rId2"/>
            <a:extLst>
              <a:ext uri="{FF2B5EF4-FFF2-40B4-BE49-F238E27FC236}">
                <a16:creationId xmlns:a16="http://schemas.microsoft.com/office/drawing/2014/main" id="{909105C1-4BB5-4293-E6EA-67F3780A21CD}"/>
              </a:ext>
            </a:extLst>
          </p:cNvPr>
          <p:cNvSpPr>
            <a:spLocks/>
          </p:cNvSpPr>
          <p:nvPr/>
        </p:nvSpPr>
        <p:spPr bwMode="auto">
          <a:xfrm>
            <a:off x="9197136" y="5537234"/>
            <a:ext cx="121831" cy="262851"/>
          </a:xfrm>
          <a:custGeom>
            <a:avLst/>
            <a:gdLst>
              <a:gd name="T0" fmla="*/ 321 w 321"/>
              <a:gd name="T1" fmla="*/ 223 h 690"/>
              <a:gd name="T2" fmla="*/ 321 w 321"/>
              <a:gd name="T3" fmla="*/ 223 h 690"/>
              <a:gd name="T4" fmla="*/ 212 w 321"/>
              <a:gd name="T5" fmla="*/ 223 h 690"/>
              <a:gd name="T6" fmla="*/ 212 w 321"/>
              <a:gd name="T7" fmla="*/ 152 h 690"/>
              <a:gd name="T8" fmla="*/ 242 w 321"/>
              <a:gd name="T9" fmla="*/ 118 h 690"/>
              <a:gd name="T10" fmla="*/ 319 w 321"/>
              <a:gd name="T11" fmla="*/ 118 h 690"/>
              <a:gd name="T12" fmla="*/ 319 w 321"/>
              <a:gd name="T13" fmla="*/ 0 h 690"/>
              <a:gd name="T14" fmla="*/ 213 w 321"/>
              <a:gd name="T15" fmla="*/ 0 h 690"/>
              <a:gd name="T16" fmla="*/ 69 w 321"/>
              <a:gd name="T17" fmla="*/ 144 h 690"/>
              <a:gd name="T18" fmla="*/ 69 w 321"/>
              <a:gd name="T19" fmla="*/ 223 h 690"/>
              <a:gd name="T20" fmla="*/ 0 w 321"/>
              <a:gd name="T21" fmla="*/ 223 h 690"/>
              <a:gd name="T22" fmla="*/ 0 w 321"/>
              <a:gd name="T23" fmla="*/ 345 h 690"/>
              <a:gd name="T24" fmla="*/ 69 w 321"/>
              <a:gd name="T25" fmla="*/ 345 h 690"/>
              <a:gd name="T26" fmla="*/ 69 w 321"/>
              <a:gd name="T27" fmla="*/ 690 h 690"/>
              <a:gd name="T28" fmla="*/ 212 w 321"/>
              <a:gd name="T29" fmla="*/ 690 h 690"/>
              <a:gd name="T30" fmla="*/ 212 w 321"/>
              <a:gd name="T31" fmla="*/ 345 h 690"/>
              <a:gd name="T32" fmla="*/ 309 w 321"/>
              <a:gd name="T33" fmla="*/ 345 h 690"/>
              <a:gd name="T34" fmla="*/ 321 w 321"/>
              <a:gd name="T35" fmla="*/ 223 h 6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21" h="690">
                <a:moveTo>
                  <a:pt x="321" y="223"/>
                </a:moveTo>
                <a:lnTo>
                  <a:pt x="321" y="223"/>
                </a:lnTo>
                <a:lnTo>
                  <a:pt x="212" y="223"/>
                </a:lnTo>
                <a:lnTo>
                  <a:pt x="212" y="152"/>
                </a:lnTo>
                <a:cubicBezTo>
                  <a:pt x="212" y="125"/>
                  <a:pt x="230" y="118"/>
                  <a:pt x="242" y="118"/>
                </a:cubicBezTo>
                <a:lnTo>
                  <a:pt x="319" y="118"/>
                </a:lnTo>
                <a:lnTo>
                  <a:pt x="319" y="0"/>
                </a:lnTo>
                <a:lnTo>
                  <a:pt x="213" y="0"/>
                </a:lnTo>
                <a:cubicBezTo>
                  <a:pt x="95" y="0"/>
                  <a:pt x="69" y="88"/>
                  <a:pt x="69" y="144"/>
                </a:cubicBezTo>
                <a:lnTo>
                  <a:pt x="69" y="223"/>
                </a:lnTo>
                <a:lnTo>
                  <a:pt x="0" y="223"/>
                </a:lnTo>
                <a:lnTo>
                  <a:pt x="0" y="345"/>
                </a:lnTo>
                <a:lnTo>
                  <a:pt x="69" y="345"/>
                </a:lnTo>
                <a:lnTo>
                  <a:pt x="69" y="690"/>
                </a:lnTo>
                <a:lnTo>
                  <a:pt x="212" y="690"/>
                </a:lnTo>
                <a:lnTo>
                  <a:pt x="212" y="345"/>
                </a:lnTo>
                <a:lnTo>
                  <a:pt x="309" y="345"/>
                </a:lnTo>
                <a:lnTo>
                  <a:pt x="321" y="223"/>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ptos Light" panose="020B0004020202020204" pitchFamily="34" charset="0"/>
            </a:endParaRPr>
          </a:p>
        </p:txBody>
      </p:sp>
      <p:sp>
        <p:nvSpPr>
          <p:cNvPr id="3" name="YouTube">
            <a:hlinkClick r:id="rId3"/>
            <a:extLst>
              <a:ext uri="{FF2B5EF4-FFF2-40B4-BE49-F238E27FC236}">
                <a16:creationId xmlns:a16="http://schemas.microsoft.com/office/drawing/2014/main" id="{F2694284-4713-92A1-E9AE-2CFEFAB764E5}"/>
              </a:ext>
            </a:extLst>
          </p:cNvPr>
          <p:cNvSpPr>
            <a:spLocks noEditPoints="1"/>
          </p:cNvSpPr>
          <p:nvPr/>
        </p:nvSpPr>
        <p:spPr bwMode="auto">
          <a:xfrm>
            <a:off x="10916563" y="5537234"/>
            <a:ext cx="290762" cy="205198"/>
          </a:xfrm>
          <a:custGeom>
            <a:avLst/>
            <a:gdLst>
              <a:gd name="T0" fmla="*/ 307 w 768"/>
              <a:gd name="T1" fmla="*/ 384 h 538"/>
              <a:gd name="T2" fmla="*/ 307 w 768"/>
              <a:gd name="T3" fmla="*/ 384 h 538"/>
              <a:gd name="T4" fmla="*/ 307 w 768"/>
              <a:gd name="T5" fmla="*/ 154 h 538"/>
              <a:gd name="T6" fmla="*/ 507 w 768"/>
              <a:gd name="T7" fmla="*/ 269 h 538"/>
              <a:gd name="T8" fmla="*/ 307 w 768"/>
              <a:gd name="T9" fmla="*/ 384 h 538"/>
              <a:gd name="T10" fmla="*/ 752 w 768"/>
              <a:gd name="T11" fmla="*/ 84 h 538"/>
              <a:gd name="T12" fmla="*/ 752 w 768"/>
              <a:gd name="T13" fmla="*/ 84 h 538"/>
              <a:gd name="T14" fmla="*/ 684 w 768"/>
              <a:gd name="T15" fmla="*/ 16 h 538"/>
              <a:gd name="T16" fmla="*/ 384 w 768"/>
              <a:gd name="T17" fmla="*/ 0 h 538"/>
              <a:gd name="T18" fmla="*/ 84 w 768"/>
              <a:gd name="T19" fmla="*/ 16 h 538"/>
              <a:gd name="T20" fmla="*/ 16 w 768"/>
              <a:gd name="T21" fmla="*/ 84 h 538"/>
              <a:gd name="T22" fmla="*/ 0 w 768"/>
              <a:gd name="T23" fmla="*/ 269 h 538"/>
              <a:gd name="T24" fmla="*/ 16 w 768"/>
              <a:gd name="T25" fmla="*/ 454 h 538"/>
              <a:gd name="T26" fmla="*/ 84 w 768"/>
              <a:gd name="T27" fmla="*/ 522 h 538"/>
              <a:gd name="T28" fmla="*/ 384 w 768"/>
              <a:gd name="T29" fmla="*/ 538 h 538"/>
              <a:gd name="T30" fmla="*/ 684 w 768"/>
              <a:gd name="T31" fmla="*/ 522 h 538"/>
              <a:gd name="T32" fmla="*/ 752 w 768"/>
              <a:gd name="T33" fmla="*/ 454 h 538"/>
              <a:gd name="T34" fmla="*/ 768 w 768"/>
              <a:gd name="T35" fmla="*/ 269 h 538"/>
              <a:gd name="T36" fmla="*/ 752 w 768"/>
              <a:gd name="T37" fmla="*/ 84 h 5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768" h="538">
                <a:moveTo>
                  <a:pt x="307" y="384"/>
                </a:moveTo>
                <a:lnTo>
                  <a:pt x="307" y="384"/>
                </a:lnTo>
                <a:lnTo>
                  <a:pt x="307" y="154"/>
                </a:lnTo>
                <a:lnTo>
                  <a:pt x="507" y="269"/>
                </a:lnTo>
                <a:lnTo>
                  <a:pt x="307" y="384"/>
                </a:lnTo>
                <a:close/>
                <a:moveTo>
                  <a:pt x="752" y="84"/>
                </a:moveTo>
                <a:lnTo>
                  <a:pt x="752" y="84"/>
                </a:lnTo>
                <a:cubicBezTo>
                  <a:pt x="743" y="51"/>
                  <a:pt x="717" y="25"/>
                  <a:pt x="684" y="16"/>
                </a:cubicBezTo>
                <a:cubicBezTo>
                  <a:pt x="624" y="0"/>
                  <a:pt x="384" y="0"/>
                  <a:pt x="384" y="0"/>
                </a:cubicBezTo>
                <a:cubicBezTo>
                  <a:pt x="384" y="0"/>
                  <a:pt x="144" y="0"/>
                  <a:pt x="84" y="16"/>
                </a:cubicBezTo>
                <a:cubicBezTo>
                  <a:pt x="51" y="25"/>
                  <a:pt x="25" y="51"/>
                  <a:pt x="16" y="84"/>
                </a:cubicBezTo>
                <a:cubicBezTo>
                  <a:pt x="0" y="144"/>
                  <a:pt x="0" y="269"/>
                  <a:pt x="0" y="269"/>
                </a:cubicBezTo>
                <a:cubicBezTo>
                  <a:pt x="0" y="269"/>
                  <a:pt x="0" y="394"/>
                  <a:pt x="16" y="454"/>
                </a:cubicBezTo>
                <a:cubicBezTo>
                  <a:pt x="25" y="487"/>
                  <a:pt x="51" y="513"/>
                  <a:pt x="84" y="522"/>
                </a:cubicBezTo>
                <a:cubicBezTo>
                  <a:pt x="144" y="538"/>
                  <a:pt x="384" y="538"/>
                  <a:pt x="384" y="538"/>
                </a:cubicBezTo>
                <a:cubicBezTo>
                  <a:pt x="384" y="538"/>
                  <a:pt x="624" y="538"/>
                  <a:pt x="684" y="522"/>
                </a:cubicBezTo>
                <a:cubicBezTo>
                  <a:pt x="717" y="513"/>
                  <a:pt x="743" y="487"/>
                  <a:pt x="752" y="454"/>
                </a:cubicBezTo>
                <a:cubicBezTo>
                  <a:pt x="768" y="394"/>
                  <a:pt x="768" y="269"/>
                  <a:pt x="768" y="269"/>
                </a:cubicBezTo>
                <a:cubicBezTo>
                  <a:pt x="768" y="269"/>
                  <a:pt x="768" y="144"/>
                  <a:pt x="752" y="84"/>
                </a:cubicBez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ptos Light" panose="020B0004020202020204" pitchFamily="34" charset="0"/>
            </a:endParaRPr>
          </a:p>
        </p:txBody>
      </p:sp>
      <p:sp>
        <p:nvSpPr>
          <p:cNvPr id="4" name="LinkedIn">
            <a:hlinkClick r:id="rId4"/>
            <a:extLst>
              <a:ext uri="{FF2B5EF4-FFF2-40B4-BE49-F238E27FC236}">
                <a16:creationId xmlns:a16="http://schemas.microsoft.com/office/drawing/2014/main" id="{5BCF19E2-3874-7B04-44E7-A449B06788B5}"/>
              </a:ext>
            </a:extLst>
          </p:cNvPr>
          <p:cNvSpPr>
            <a:spLocks noChangeAspect="1" noEditPoints="1"/>
          </p:cNvSpPr>
          <p:nvPr/>
        </p:nvSpPr>
        <p:spPr bwMode="auto">
          <a:xfrm>
            <a:off x="9992433" y="5537234"/>
            <a:ext cx="256196" cy="244253"/>
          </a:xfrm>
          <a:custGeom>
            <a:avLst/>
            <a:gdLst>
              <a:gd name="T0" fmla="*/ 671 w 671"/>
              <a:gd name="T1" fmla="*/ 641 h 641"/>
              <a:gd name="T2" fmla="*/ 671 w 671"/>
              <a:gd name="T3" fmla="*/ 641 h 641"/>
              <a:gd name="T4" fmla="*/ 527 w 671"/>
              <a:gd name="T5" fmla="*/ 641 h 641"/>
              <a:gd name="T6" fmla="*/ 527 w 671"/>
              <a:gd name="T7" fmla="*/ 410 h 641"/>
              <a:gd name="T8" fmla="*/ 454 w 671"/>
              <a:gd name="T9" fmla="*/ 312 h 641"/>
              <a:gd name="T10" fmla="*/ 380 w 671"/>
              <a:gd name="T11" fmla="*/ 365 h 641"/>
              <a:gd name="T12" fmla="*/ 376 w 671"/>
              <a:gd name="T13" fmla="*/ 400 h 641"/>
              <a:gd name="T14" fmla="*/ 376 w 671"/>
              <a:gd name="T15" fmla="*/ 641 h 641"/>
              <a:gd name="T16" fmla="*/ 232 w 671"/>
              <a:gd name="T17" fmla="*/ 641 h 641"/>
              <a:gd name="T18" fmla="*/ 232 w 671"/>
              <a:gd name="T19" fmla="*/ 209 h 641"/>
              <a:gd name="T20" fmla="*/ 376 w 671"/>
              <a:gd name="T21" fmla="*/ 209 h 641"/>
              <a:gd name="T22" fmla="*/ 376 w 671"/>
              <a:gd name="T23" fmla="*/ 270 h 641"/>
              <a:gd name="T24" fmla="*/ 505 w 671"/>
              <a:gd name="T25" fmla="*/ 199 h 641"/>
              <a:gd name="T26" fmla="*/ 671 w 671"/>
              <a:gd name="T27" fmla="*/ 393 h 641"/>
              <a:gd name="T28" fmla="*/ 671 w 671"/>
              <a:gd name="T29" fmla="*/ 641 h 641"/>
              <a:gd name="T30" fmla="*/ 81 w 671"/>
              <a:gd name="T31" fmla="*/ 150 h 641"/>
              <a:gd name="T32" fmla="*/ 81 w 671"/>
              <a:gd name="T33" fmla="*/ 150 h 641"/>
              <a:gd name="T34" fmla="*/ 80 w 671"/>
              <a:gd name="T35" fmla="*/ 150 h 641"/>
              <a:gd name="T36" fmla="*/ 0 w 671"/>
              <a:gd name="T37" fmla="*/ 75 h 641"/>
              <a:gd name="T38" fmla="*/ 82 w 671"/>
              <a:gd name="T39" fmla="*/ 0 h 641"/>
              <a:gd name="T40" fmla="*/ 162 w 671"/>
              <a:gd name="T41" fmla="*/ 75 h 641"/>
              <a:gd name="T42" fmla="*/ 81 w 671"/>
              <a:gd name="T43" fmla="*/ 150 h 641"/>
              <a:gd name="T44" fmla="*/ 152 w 671"/>
              <a:gd name="T45" fmla="*/ 641 h 641"/>
              <a:gd name="T46" fmla="*/ 152 w 671"/>
              <a:gd name="T47" fmla="*/ 641 h 641"/>
              <a:gd name="T48" fmla="*/ 9 w 671"/>
              <a:gd name="T49" fmla="*/ 641 h 641"/>
              <a:gd name="T50" fmla="*/ 9 w 671"/>
              <a:gd name="T51" fmla="*/ 209 h 641"/>
              <a:gd name="T52" fmla="*/ 152 w 671"/>
              <a:gd name="T53" fmla="*/ 209 h 641"/>
              <a:gd name="T54" fmla="*/ 152 w 671"/>
              <a:gd name="T55" fmla="*/ 641 h 6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71" h="641">
                <a:moveTo>
                  <a:pt x="671" y="641"/>
                </a:moveTo>
                <a:lnTo>
                  <a:pt x="671" y="641"/>
                </a:lnTo>
                <a:lnTo>
                  <a:pt x="527" y="641"/>
                </a:lnTo>
                <a:lnTo>
                  <a:pt x="527" y="410"/>
                </a:lnTo>
                <a:cubicBezTo>
                  <a:pt x="527" y="352"/>
                  <a:pt x="506" y="312"/>
                  <a:pt x="454" y="312"/>
                </a:cubicBezTo>
                <a:cubicBezTo>
                  <a:pt x="415" y="312"/>
                  <a:pt x="391" y="339"/>
                  <a:pt x="380" y="365"/>
                </a:cubicBezTo>
                <a:cubicBezTo>
                  <a:pt x="377" y="374"/>
                  <a:pt x="376" y="387"/>
                  <a:pt x="376" y="400"/>
                </a:cubicBezTo>
                <a:lnTo>
                  <a:pt x="376" y="641"/>
                </a:lnTo>
                <a:lnTo>
                  <a:pt x="232" y="641"/>
                </a:lnTo>
                <a:cubicBezTo>
                  <a:pt x="232" y="641"/>
                  <a:pt x="234" y="249"/>
                  <a:pt x="232" y="209"/>
                </a:cubicBezTo>
                <a:lnTo>
                  <a:pt x="376" y="209"/>
                </a:lnTo>
                <a:lnTo>
                  <a:pt x="376" y="270"/>
                </a:lnTo>
                <a:cubicBezTo>
                  <a:pt x="395" y="241"/>
                  <a:pt x="429" y="199"/>
                  <a:pt x="505" y="199"/>
                </a:cubicBezTo>
                <a:cubicBezTo>
                  <a:pt x="600" y="199"/>
                  <a:pt x="671" y="260"/>
                  <a:pt x="671" y="393"/>
                </a:cubicBezTo>
                <a:lnTo>
                  <a:pt x="671" y="641"/>
                </a:lnTo>
                <a:close/>
                <a:moveTo>
                  <a:pt x="81" y="150"/>
                </a:moveTo>
                <a:lnTo>
                  <a:pt x="81" y="150"/>
                </a:lnTo>
                <a:lnTo>
                  <a:pt x="80" y="150"/>
                </a:lnTo>
                <a:cubicBezTo>
                  <a:pt x="31" y="150"/>
                  <a:pt x="0" y="117"/>
                  <a:pt x="0" y="75"/>
                </a:cubicBezTo>
                <a:cubicBezTo>
                  <a:pt x="0" y="33"/>
                  <a:pt x="32" y="0"/>
                  <a:pt x="82" y="0"/>
                </a:cubicBezTo>
                <a:cubicBezTo>
                  <a:pt x="131" y="0"/>
                  <a:pt x="161" y="33"/>
                  <a:pt x="162" y="75"/>
                </a:cubicBezTo>
                <a:cubicBezTo>
                  <a:pt x="162" y="117"/>
                  <a:pt x="131" y="150"/>
                  <a:pt x="81" y="150"/>
                </a:cubicBezTo>
                <a:close/>
                <a:moveTo>
                  <a:pt x="152" y="641"/>
                </a:moveTo>
                <a:lnTo>
                  <a:pt x="152" y="641"/>
                </a:lnTo>
                <a:lnTo>
                  <a:pt x="9" y="641"/>
                </a:lnTo>
                <a:lnTo>
                  <a:pt x="9" y="209"/>
                </a:lnTo>
                <a:lnTo>
                  <a:pt x="152" y="209"/>
                </a:lnTo>
                <a:lnTo>
                  <a:pt x="152" y="641"/>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ptos Light" panose="020B0004020202020204" pitchFamily="34" charset="0"/>
            </a:endParaRPr>
          </a:p>
        </p:txBody>
      </p:sp>
      <p:pic>
        <p:nvPicPr>
          <p:cNvPr id="6" name="Picture 5">
            <a:hlinkClick r:id="rId5"/>
            <a:extLst>
              <a:ext uri="{FF2B5EF4-FFF2-40B4-BE49-F238E27FC236}">
                <a16:creationId xmlns:a16="http://schemas.microsoft.com/office/drawing/2014/main" id="{2A7E4111-3F3F-98D1-88E6-664E9B85049C}"/>
              </a:ext>
            </a:extLst>
          </p:cNvPr>
          <p:cNvPicPr>
            <a:picLocks noChangeAspect="1"/>
          </p:cNvPicPr>
          <p:nvPr/>
        </p:nvPicPr>
        <p:blipFill>
          <a:blip r:embed="rId6"/>
          <a:stretch>
            <a:fillRect/>
          </a:stretch>
        </p:blipFill>
        <p:spPr>
          <a:xfrm>
            <a:off x="9520064" y="5537234"/>
            <a:ext cx="271272" cy="245364"/>
          </a:xfrm>
          <a:prstGeom prst="rect">
            <a:avLst/>
          </a:prstGeom>
        </p:spPr>
      </p:pic>
      <p:pic>
        <p:nvPicPr>
          <p:cNvPr id="9" name="Picture 8">
            <a:extLst>
              <a:ext uri="{FF2B5EF4-FFF2-40B4-BE49-F238E27FC236}">
                <a16:creationId xmlns:a16="http://schemas.microsoft.com/office/drawing/2014/main" id="{A39F3C95-5FFA-4CA9-01DC-D4510DBD06BB}"/>
              </a:ext>
            </a:extLst>
          </p:cNvPr>
          <p:cNvPicPr>
            <a:picLocks noChangeAspect="1"/>
          </p:cNvPicPr>
          <p:nvPr/>
        </p:nvPicPr>
        <p:blipFill>
          <a:blip r:embed="rId7"/>
          <a:stretch>
            <a:fillRect/>
          </a:stretch>
        </p:blipFill>
        <p:spPr>
          <a:xfrm>
            <a:off x="10449725" y="5538999"/>
            <a:ext cx="265741" cy="265741"/>
          </a:xfrm>
          <a:prstGeom prst="rect">
            <a:avLst/>
          </a:prstGeom>
        </p:spPr>
      </p:pic>
    </p:spTree>
    <p:extLst>
      <p:ext uri="{BB962C8B-B14F-4D97-AF65-F5344CB8AC3E}">
        <p14:creationId xmlns:p14="http://schemas.microsoft.com/office/powerpoint/2010/main" val="42780992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150" userDrawn="1">
          <p15:clr>
            <a:srgbClr val="FBAE40"/>
          </p15:clr>
        </p15:guide>
        <p15:guide id="2" orient="horz" pos="3832" userDrawn="1">
          <p15:clr>
            <a:srgbClr val="FBAE40"/>
          </p15:clr>
        </p15:guide>
        <p15:guide id="3" pos="5588" userDrawn="1">
          <p15:clr>
            <a:srgbClr val="FBAE40"/>
          </p15:clr>
        </p15:guide>
        <p15:guide id="4" pos="5786" userDrawn="1">
          <p15:clr>
            <a:srgbClr val="FBAE40"/>
          </p15:clr>
        </p15:guide>
        <p15:guide id="5" orient="horz" pos="4148" userDrawn="1">
          <p15:clr>
            <a:srgbClr val="FBAE40"/>
          </p15:clr>
        </p15:guide>
        <p15:guide id="6" pos="5386" userDrawn="1">
          <p15:clr>
            <a:srgbClr val="FBAE40"/>
          </p15:clr>
        </p15:guide>
      </p15:sldGuideLst>
    </p:ext>
  </p:extLst>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84" Type="http://schemas.openxmlformats.org/officeDocument/2006/relationships/slideLayout" Target="../slideLayouts/slideLayout84.xml"/><Relationship Id="rId89" Type="http://schemas.openxmlformats.org/officeDocument/2006/relationships/slideLayout" Target="../slideLayouts/slideLayout89.xml"/><Relationship Id="rId112" Type="http://schemas.openxmlformats.org/officeDocument/2006/relationships/slideLayout" Target="../slideLayouts/slideLayout112.xml"/><Relationship Id="rId16" Type="http://schemas.openxmlformats.org/officeDocument/2006/relationships/slideLayout" Target="../slideLayouts/slideLayout16.xml"/><Relationship Id="rId107" Type="http://schemas.openxmlformats.org/officeDocument/2006/relationships/slideLayout" Target="../slideLayouts/slideLayout107.xml"/><Relationship Id="rId11" Type="http://schemas.openxmlformats.org/officeDocument/2006/relationships/slideLayout" Target="../slideLayouts/slideLayout11.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74" Type="http://schemas.openxmlformats.org/officeDocument/2006/relationships/slideLayout" Target="../slideLayouts/slideLayout74.xml"/><Relationship Id="rId79" Type="http://schemas.openxmlformats.org/officeDocument/2006/relationships/slideLayout" Target="../slideLayouts/slideLayout79.xml"/><Relationship Id="rId102" Type="http://schemas.openxmlformats.org/officeDocument/2006/relationships/slideLayout" Target="../slideLayouts/slideLayout102.xml"/><Relationship Id="rId5" Type="http://schemas.openxmlformats.org/officeDocument/2006/relationships/slideLayout" Target="../slideLayouts/slideLayout5.xml"/><Relationship Id="rId90" Type="http://schemas.openxmlformats.org/officeDocument/2006/relationships/slideLayout" Target="../slideLayouts/slideLayout90.xml"/><Relationship Id="rId95" Type="http://schemas.openxmlformats.org/officeDocument/2006/relationships/slideLayout" Target="../slideLayouts/slideLayout95.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113" Type="http://schemas.openxmlformats.org/officeDocument/2006/relationships/slideLayout" Target="../slideLayouts/slideLayout113.xml"/><Relationship Id="rId80" Type="http://schemas.openxmlformats.org/officeDocument/2006/relationships/slideLayout" Target="../slideLayouts/slideLayout80.xml"/><Relationship Id="rId85" Type="http://schemas.openxmlformats.org/officeDocument/2006/relationships/slideLayout" Target="../slideLayouts/slideLayout85.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59" Type="http://schemas.openxmlformats.org/officeDocument/2006/relationships/slideLayout" Target="../slideLayouts/slideLayout59.xml"/><Relationship Id="rId103" Type="http://schemas.openxmlformats.org/officeDocument/2006/relationships/slideLayout" Target="../slideLayouts/slideLayout103.xml"/><Relationship Id="rId108" Type="http://schemas.openxmlformats.org/officeDocument/2006/relationships/slideLayout" Target="../slideLayouts/slideLayout108.xml"/><Relationship Id="rId54" Type="http://schemas.openxmlformats.org/officeDocument/2006/relationships/slideLayout" Target="../slideLayouts/slideLayout54.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91" Type="http://schemas.openxmlformats.org/officeDocument/2006/relationships/slideLayout" Target="../slideLayouts/slideLayout91.xml"/><Relationship Id="rId96" Type="http://schemas.openxmlformats.org/officeDocument/2006/relationships/slideLayout" Target="../slideLayouts/slideLayout96.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6" Type="http://schemas.openxmlformats.org/officeDocument/2006/relationships/slideLayout" Target="../slideLayouts/slideLayout106.xml"/><Relationship Id="rId114" Type="http://schemas.openxmlformats.org/officeDocument/2006/relationships/slideLayout" Target="../slideLayouts/slideLayout114.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81" Type="http://schemas.openxmlformats.org/officeDocument/2006/relationships/slideLayout" Target="../slideLayouts/slideLayout81.xml"/><Relationship Id="rId86" Type="http://schemas.openxmlformats.org/officeDocument/2006/relationships/slideLayout" Target="../slideLayouts/slideLayout86.xml"/><Relationship Id="rId94" Type="http://schemas.openxmlformats.org/officeDocument/2006/relationships/slideLayout" Target="../slideLayouts/slideLayout94.xml"/><Relationship Id="rId99" Type="http://schemas.openxmlformats.org/officeDocument/2006/relationships/slideLayout" Target="../slideLayouts/slideLayout99.xml"/><Relationship Id="rId101" Type="http://schemas.openxmlformats.org/officeDocument/2006/relationships/slideLayout" Target="../slideLayouts/slideLayout101.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109" Type="http://schemas.openxmlformats.org/officeDocument/2006/relationships/slideLayout" Target="../slideLayouts/slideLayout10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97" Type="http://schemas.openxmlformats.org/officeDocument/2006/relationships/slideLayout" Target="../slideLayouts/slideLayout97.xml"/><Relationship Id="rId104" Type="http://schemas.openxmlformats.org/officeDocument/2006/relationships/slideLayout" Target="../slideLayouts/slideLayout104.xml"/><Relationship Id="rId7" Type="http://schemas.openxmlformats.org/officeDocument/2006/relationships/slideLayout" Target="../slideLayouts/slideLayout7.xml"/><Relationship Id="rId71" Type="http://schemas.openxmlformats.org/officeDocument/2006/relationships/slideLayout" Target="../slideLayouts/slideLayout71.xml"/><Relationship Id="rId92" Type="http://schemas.openxmlformats.org/officeDocument/2006/relationships/slideLayout" Target="../slideLayouts/slideLayout92.xml"/><Relationship Id="rId2" Type="http://schemas.openxmlformats.org/officeDocument/2006/relationships/slideLayout" Target="../slideLayouts/slideLayout2.xml"/><Relationship Id="rId29" Type="http://schemas.openxmlformats.org/officeDocument/2006/relationships/slideLayout" Target="../slideLayouts/slideLayout29.xml"/><Relationship Id="rId24" Type="http://schemas.openxmlformats.org/officeDocument/2006/relationships/slideLayout" Target="../slideLayouts/slideLayout24.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66" Type="http://schemas.openxmlformats.org/officeDocument/2006/relationships/slideLayout" Target="../slideLayouts/slideLayout66.xml"/><Relationship Id="rId87" Type="http://schemas.openxmlformats.org/officeDocument/2006/relationships/slideLayout" Target="../slideLayouts/slideLayout87.xml"/><Relationship Id="rId110" Type="http://schemas.openxmlformats.org/officeDocument/2006/relationships/slideLayout" Target="../slideLayouts/slideLayout110.xml"/><Relationship Id="rId115" Type="http://schemas.openxmlformats.org/officeDocument/2006/relationships/theme" Target="../theme/theme1.xml"/><Relationship Id="rId61" Type="http://schemas.openxmlformats.org/officeDocument/2006/relationships/slideLayout" Target="../slideLayouts/slideLayout61.xml"/><Relationship Id="rId82" Type="http://schemas.openxmlformats.org/officeDocument/2006/relationships/slideLayout" Target="../slideLayouts/slideLayout82.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56" Type="http://schemas.openxmlformats.org/officeDocument/2006/relationships/slideLayout" Target="../slideLayouts/slideLayout56.xml"/><Relationship Id="rId77" Type="http://schemas.openxmlformats.org/officeDocument/2006/relationships/slideLayout" Target="../slideLayouts/slideLayout77.xml"/><Relationship Id="rId100" Type="http://schemas.openxmlformats.org/officeDocument/2006/relationships/slideLayout" Target="../slideLayouts/slideLayout100.xml"/><Relationship Id="rId105" Type="http://schemas.openxmlformats.org/officeDocument/2006/relationships/slideLayout" Target="../slideLayouts/slideLayout105.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93" Type="http://schemas.openxmlformats.org/officeDocument/2006/relationships/slideLayout" Target="../slideLayouts/slideLayout93.xml"/><Relationship Id="rId98" Type="http://schemas.openxmlformats.org/officeDocument/2006/relationships/slideLayout" Target="../slideLayouts/slideLayout98.xml"/><Relationship Id="rId3" Type="http://schemas.openxmlformats.org/officeDocument/2006/relationships/slideLayout" Target="../slideLayouts/slideLayout3.xml"/><Relationship Id="rId25" Type="http://schemas.openxmlformats.org/officeDocument/2006/relationships/slideLayout" Target="../slideLayouts/slideLayout25.xml"/><Relationship Id="rId46" Type="http://schemas.openxmlformats.org/officeDocument/2006/relationships/slideLayout" Target="../slideLayouts/slideLayout46.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62" Type="http://schemas.openxmlformats.org/officeDocument/2006/relationships/slideLayout" Target="../slideLayouts/slideLayout62.xml"/><Relationship Id="rId83" Type="http://schemas.openxmlformats.org/officeDocument/2006/relationships/slideLayout" Target="../slideLayouts/slideLayout83.xml"/><Relationship Id="rId88" Type="http://schemas.openxmlformats.org/officeDocument/2006/relationships/slideLayout" Target="../slideLayouts/slideLayout88.xml"/><Relationship Id="rId111" Type="http://schemas.openxmlformats.org/officeDocument/2006/relationships/slideLayout" Target="../slideLayouts/slideLayout11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10C88FF-867A-4400-B205-E69EFB354EF3}"/>
              </a:ext>
            </a:extLst>
          </p:cNvPr>
          <p:cNvSpPr>
            <a:spLocks noGrp="1"/>
          </p:cNvSpPr>
          <p:nvPr>
            <p:ph type="title"/>
          </p:nvPr>
        </p:nvSpPr>
        <p:spPr>
          <a:xfrm>
            <a:off x="365760" y="365760"/>
            <a:ext cx="11457432" cy="914400"/>
          </a:xfrm>
          <a:prstGeom prst="rect">
            <a:avLst/>
          </a:prstGeom>
        </p:spPr>
        <p:txBody>
          <a:bodyPr vert="horz" lIns="0" tIns="0" rIns="0" bIns="0" rtlCol="0" anchor="t" anchorCtr="0">
            <a:noAutofit/>
          </a:bodyPr>
          <a:lstStyle/>
          <a:p>
            <a:r>
              <a:rPr lang="en-US"/>
              <a:t>[Slide title]</a:t>
            </a:r>
          </a:p>
        </p:txBody>
      </p:sp>
      <p:sp>
        <p:nvSpPr>
          <p:cNvPr id="3" name="Text Placeholder 2">
            <a:extLst>
              <a:ext uri="{FF2B5EF4-FFF2-40B4-BE49-F238E27FC236}">
                <a16:creationId xmlns:a16="http://schemas.microsoft.com/office/drawing/2014/main" id="{CFDE4FC5-C208-4061-8E32-8B795BC19E6E}"/>
              </a:ext>
            </a:extLst>
          </p:cNvPr>
          <p:cNvSpPr>
            <a:spLocks noGrp="1"/>
          </p:cNvSpPr>
          <p:nvPr>
            <p:ph type="body" idx="1"/>
          </p:nvPr>
        </p:nvSpPr>
        <p:spPr>
          <a:xfrm>
            <a:off x="365760" y="1828800"/>
            <a:ext cx="11457432" cy="4251960"/>
          </a:xfrm>
          <a:prstGeom prst="rect">
            <a:avLst/>
          </a:prstGeom>
        </p:spPr>
        <p:txBody>
          <a:bodyPr vert="horz" lIns="0" tIns="0" rIns="0" bIns="0" spcCol="301752"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UST" descr="UST">
            <a:extLst>
              <a:ext uri="{FF2B5EF4-FFF2-40B4-BE49-F238E27FC236}">
                <a16:creationId xmlns:a16="http://schemas.microsoft.com/office/drawing/2014/main" id="{0C48BBCD-09F2-451F-A9A1-8D9631C8078B}"/>
              </a:ext>
            </a:extLst>
          </p:cNvPr>
          <p:cNvSpPr>
            <a:spLocks noChangeAspect="1" noEditPoints="1"/>
          </p:cNvSpPr>
          <p:nvPr/>
        </p:nvSpPr>
        <p:spPr bwMode="black">
          <a:xfrm>
            <a:off x="365760" y="6238277"/>
            <a:ext cx="320040" cy="354090"/>
          </a:xfrm>
          <a:custGeom>
            <a:avLst/>
            <a:gdLst>
              <a:gd name="T0" fmla="*/ 3605 w 4000"/>
              <a:gd name="T1" fmla="*/ 485 h 4419"/>
              <a:gd name="T2" fmla="*/ 3605 w 4000"/>
              <a:gd name="T3" fmla="*/ 485 h 4419"/>
              <a:gd name="T4" fmla="*/ 2969 w 4000"/>
              <a:gd name="T5" fmla="*/ 485 h 4419"/>
              <a:gd name="T6" fmla="*/ 2969 w 4000"/>
              <a:gd name="T7" fmla="*/ 1120 h 4419"/>
              <a:gd name="T8" fmla="*/ 3605 w 4000"/>
              <a:gd name="T9" fmla="*/ 1120 h 4419"/>
              <a:gd name="T10" fmla="*/ 3605 w 4000"/>
              <a:gd name="T11" fmla="*/ 485 h 4419"/>
              <a:gd name="T12" fmla="*/ 4000 w 4000"/>
              <a:gd name="T13" fmla="*/ 2730 h 4419"/>
              <a:gd name="T14" fmla="*/ 4000 w 4000"/>
              <a:gd name="T15" fmla="*/ 2730 h 4419"/>
              <a:gd name="T16" fmla="*/ 2574 w 4000"/>
              <a:gd name="T17" fmla="*/ 2730 h 4419"/>
              <a:gd name="T18" fmla="*/ 2574 w 4000"/>
              <a:gd name="T19" fmla="*/ 3120 h 4419"/>
              <a:gd name="T20" fmla="*/ 3062 w 4000"/>
              <a:gd name="T21" fmla="*/ 3120 h 4419"/>
              <a:gd name="T22" fmla="*/ 3062 w 4000"/>
              <a:gd name="T23" fmla="*/ 4367 h 4419"/>
              <a:gd name="T24" fmla="*/ 3512 w 4000"/>
              <a:gd name="T25" fmla="*/ 4367 h 4419"/>
              <a:gd name="T26" fmla="*/ 3512 w 4000"/>
              <a:gd name="T27" fmla="*/ 3120 h 4419"/>
              <a:gd name="T28" fmla="*/ 4000 w 4000"/>
              <a:gd name="T29" fmla="*/ 3120 h 4419"/>
              <a:gd name="T30" fmla="*/ 4000 w 4000"/>
              <a:gd name="T31" fmla="*/ 2730 h 4419"/>
              <a:gd name="T32" fmla="*/ 903 w 4000"/>
              <a:gd name="T33" fmla="*/ 3385 h 4419"/>
              <a:gd name="T34" fmla="*/ 903 w 4000"/>
              <a:gd name="T35" fmla="*/ 3385 h 4419"/>
              <a:gd name="T36" fmla="*/ 760 w 4000"/>
              <a:gd name="T37" fmla="*/ 3351 h 4419"/>
              <a:gd name="T38" fmla="*/ 530 w 4000"/>
              <a:gd name="T39" fmla="*/ 3188 h 4419"/>
              <a:gd name="T40" fmla="*/ 760 w 4000"/>
              <a:gd name="T41" fmla="*/ 3065 h 4419"/>
              <a:gd name="T42" fmla="*/ 1114 w 4000"/>
              <a:gd name="T43" fmla="*/ 3213 h 4419"/>
              <a:gd name="T44" fmla="*/ 1392 w 4000"/>
              <a:gd name="T45" fmla="*/ 2988 h 4419"/>
              <a:gd name="T46" fmla="*/ 763 w 4000"/>
              <a:gd name="T47" fmla="*/ 2683 h 4419"/>
              <a:gd name="T48" fmla="*/ 82 w 4000"/>
              <a:gd name="T49" fmla="*/ 3199 h 4419"/>
              <a:gd name="T50" fmla="*/ 635 w 4000"/>
              <a:gd name="T51" fmla="*/ 3739 h 4419"/>
              <a:gd name="T52" fmla="*/ 784 w 4000"/>
              <a:gd name="T53" fmla="*/ 3776 h 4419"/>
              <a:gd name="T54" fmla="*/ 984 w 4000"/>
              <a:gd name="T55" fmla="*/ 3912 h 4419"/>
              <a:gd name="T56" fmla="*/ 718 w 4000"/>
              <a:gd name="T57" fmla="*/ 4050 h 4419"/>
              <a:gd name="T58" fmla="*/ 307 w 4000"/>
              <a:gd name="T59" fmla="*/ 3867 h 4419"/>
              <a:gd name="T60" fmla="*/ 29 w 4000"/>
              <a:gd name="T61" fmla="*/ 4092 h 4419"/>
              <a:gd name="T62" fmla="*/ 721 w 4000"/>
              <a:gd name="T63" fmla="*/ 4419 h 4419"/>
              <a:gd name="T64" fmla="*/ 1451 w 4000"/>
              <a:gd name="T65" fmla="*/ 3900 h 4419"/>
              <a:gd name="T66" fmla="*/ 903 w 4000"/>
              <a:gd name="T67" fmla="*/ 3385 h 4419"/>
              <a:gd name="T68" fmla="*/ 1026 w 4000"/>
              <a:gd name="T69" fmla="*/ 0 h 4419"/>
              <a:gd name="T70" fmla="*/ 1026 w 4000"/>
              <a:gd name="T71" fmla="*/ 0 h 4419"/>
              <a:gd name="T72" fmla="*/ 1475 w 4000"/>
              <a:gd name="T73" fmla="*/ 0 h 4419"/>
              <a:gd name="T74" fmla="*/ 1475 w 4000"/>
              <a:gd name="T75" fmla="*/ 967 h 4419"/>
              <a:gd name="T76" fmla="*/ 741 w 4000"/>
              <a:gd name="T77" fmla="*/ 1688 h 4419"/>
              <a:gd name="T78" fmla="*/ 0 w 4000"/>
              <a:gd name="T79" fmla="*/ 967 h 4419"/>
              <a:gd name="T80" fmla="*/ 0 w 4000"/>
              <a:gd name="T81" fmla="*/ 0 h 4419"/>
              <a:gd name="T82" fmla="*/ 449 w 4000"/>
              <a:gd name="T83" fmla="*/ 0 h 4419"/>
              <a:gd name="T84" fmla="*/ 449 w 4000"/>
              <a:gd name="T85" fmla="*/ 970 h 4419"/>
              <a:gd name="T86" fmla="*/ 739 w 4000"/>
              <a:gd name="T87" fmla="*/ 1273 h 4419"/>
              <a:gd name="T88" fmla="*/ 1026 w 4000"/>
              <a:gd name="T89" fmla="*/ 970 h 4419"/>
              <a:gd name="T90" fmla="*/ 1026 w 4000"/>
              <a:gd name="T91" fmla="*/ 0 h 4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000" h="4419">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ptos Light" panose="020B0004020202020204" pitchFamily="34" charset="0"/>
            </a:endParaRPr>
          </a:p>
        </p:txBody>
      </p:sp>
      <p:sp>
        <p:nvSpPr>
          <p:cNvPr id="8" name="Legal">
            <a:extLst>
              <a:ext uri="{FF2B5EF4-FFF2-40B4-BE49-F238E27FC236}">
                <a16:creationId xmlns:a16="http://schemas.microsoft.com/office/drawing/2014/main" id="{4CF0DBC0-0449-664B-8AD9-C52EDB6E5938}"/>
              </a:ext>
            </a:extLst>
          </p:cNvPr>
          <p:cNvSpPr txBox="1"/>
          <p:nvPr/>
        </p:nvSpPr>
        <p:spPr>
          <a:xfrm>
            <a:off x="8223294" y="6402070"/>
            <a:ext cx="3142698" cy="182880"/>
          </a:xfrm>
          <a:prstGeom prst="rect">
            <a:avLst/>
          </a:prstGeom>
          <a:noFill/>
        </p:spPr>
        <p:txBody>
          <a:bodyPr wrap="none" lIns="0" tIns="0" rIns="0" bIns="0" rtlCol="0" anchor="b" anchorCtr="0">
            <a:noAutofit/>
          </a:bodyPr>
          <a:lstStyle/>
          <a:p>
            <a:pPr marL="0" indent="0" algn="r">
              <a:lnSpc>
                <a:spcPct val="100000"/>
              </a:lnSpc>
              <a:spcBef>
                <a:spcPts val="0"/>
              </a:spcBef>
              <a:buSzPct val="100000"/>
              <a:buFontTx/>
              <a:buNone/>
            </a:pPr>
            <a:r>
              <a:rPr lang="en-US" sz="800" b="0">
                <a:latin typeface="Aptos Light" panose="020B0004020202020204" pitchFamily="34" charset="0"/>
              </a:rPr>
              <a:t>Confidential and Proprietary. © 2026 UST Global Inc</a:t>
            </a:r>
          </a:p>
        </p:txBody>
      </p:sp>
      <p:sp>
        <p:nvSpPr>
          <p:cNvPr id="7" name="Slide Number Placeholder 10">
            <a:extLst>
              <a:ext uri="{FF2B5EF4-FFF2-40B4-BE49-F238E27FC236}">
                <a16:creationId xmlns:a16="http://schemas.microsoft.com/office/drawing/2014/main" id="{6B83DCED-BA11-D543-A375-D7063D8D94E9}"/>
              </a:ext>
            </a:extLst>
          </p:cNvPr>
          <p:cNvSpPr txBox="1">
            <a:spLocks/>
          </p:cNvSpPr>
          <p:nvPr/>
        </p:nvSpPr>
        <p:spPr>
          <a:xfrm>
            <a:off x="11365992" y="6317730"/>
            <a:ext cx="457200" cy="274637"/>
          </a:xfrm>
          <a:prstGeom prst="rect">
            <a:avLst/>
          </a:prstGeom>
        </p:spPr>
        <p:txBody>
          <a:bodyPr vert="horz" lIns="0" tIns="0" rIns="0" bIns="0" rtlCol="0" anchor="b" anchorCtr="0"/>
          <a:lstStyle>
            <a:defPPr>
              <a:defRPr lang="en-US"/>
            </a:defPPr>
            <a:lvl1pPr marL="0" algn="r" defTabSz="892894" rtl="0" eaLnBrk="1" latinLnBrk="0" hangingPunct="1">
              <a:defRPr sz="1000" kern="1200">
                <a:solidFill>
                  <a:schemeClr val="accent3"/>
                </a:solidFill>
                <a:latin typeface="Helvetica"/>
                <a:ea typeface="+mn-ea"/>
                <a:cs typeface="Helvetica"/>
              </a:defRPr>
            </a:lvl1pPr>
            <a:lvl2pPr marL="446447" algn="l" defTabSz="892894" rtl="0" eaLnBrk="1" latinLnBrk="0" hangingPunct="1">
              <a:defRPr sz="1700" kern="1200">
                <a:solidFill>
                  <a:schemeClr val="tx1"/>
                </a:solidFill>
                <a:latin typeface="+mn-lt"/>
                <a:ea typeface="+mn-ea"/>
                <a:cs typeface="+mn-cs"/>
              </a:defRPr>
            </a:lvl2pPr>
            <a:lvl3pPr marL="892894" algn="l" defTabSz="892894" rtl="0" eaLnBrk="1" latinLnBrk="0" hangingPunct="1">
              <a:defRPr sz="1700" kern="1200">
                <a:solidFill>
                  <a:schemeClr val="tx1"/>
                </a:solidFill>
                <a:latin typeface="+mn-lt"/>
                <a:ea typeface="+mn-ea"/>
                <a:cs typeface="+mn-cs"/>
              </a:defRPr>
            </a:lvl3pPr>
            <a:lvl4pPr marL="1339340" algn="l" defTabSz="892894" rtl="0" eaLnBrk="1" latinLnBrk="0" hangingPunct="1">
              <a:defRPr sz="1700" kern="1200">
                <a:solidFill>
                  <a:schemeClr val="tx1"/>
                </a:solidFill>
                <a:latin typeface="+mn-lt"/>
                <a:ea typeface="+mn-ea"/>
                <a:cs typeface="+mn-cs"/>
              </a:defRPr>
            </a:lvl4pPr>
            <a:lvl5pPr marL="1785787" algn="l" defTabSz="892894" rtl="0" eaLnBrk="1" latinLnBrk="0" hangingPunct="1">
              <a:defRPr sz="1700" kern="1200">
                <a:solidFill>
                  <a:schemeClr val="tx1"/>
                </a:solidFill>
                <a:latin typeface="+mn-lt"/>
                <a:ea typeface="+mn-ea"/>
                <a:cs typeface="+mn-cs"/>
              </a:defRPr>
            </a:lvl5pPr>
            <a:lvl6pPr marL="2232234" algn="l" defTabSz="892894" rtl="0" eaLnBrk="1" latinLnBrk="0" hangingPunct="1">
              <a:defRPr sz="1700" kern="1200">
                <a:solidFill>
                  <a:schemeClr val="tx1"/>
                </a:solidFill>
                <a:latin typeface="+mn-lt"/>
                <a:ea typeface="+mn-ea"/>
                <a:cs typeface="+mn-cs"/>
              </a:defRPr>
            </a:lvl6pPr>
            <a:lvl7pPr marL="2678681" algn="l" defTabSz="892894" rtl="0" eaLnBrk="1" latinLnBrk="0" hangingPunct="1">
              <a:defRPr sz="1700" kern="1200">
                <a:solidFill>
                  <a:schemeClr val="tx1"/>
                </a:solidFill>
                <a:latin typeface="+mn-lt"/>
                <a:ea typeface="+mn-ea"/>
                <a:cs typeface="+mn-cs"/>
              </a:defRPr>
            </a:lvl7pPr>
            <a:lvl8pPr marL="3125127" algn="l" defTabSz="892894" rtl="0" eaLnBrk="1" latinLnBrk="0" hangingPunct="1">
              <a:defRPr sz="1700" kern="1200">
                <a:solidFill>
                  <a:schemeClr val="tx1"/>
                </a:solidFill>
                <a:latin typeface="+mn-lt"/>
                <a:ea typeface="+mn-ea"/>
                <a:cs typeface="+mn-cs"/>
              </a:defRPr>
            </a:lvl8pPr>
            <a:lvl9pPr marL="3571574" algn="l" defTabSz="892894" rtl="0" eaLnBrk="1" latinLnBrk="0" hangingPunct="1">
              <a:defRPr sz="1700" kern="1200">
                <a:solidFill>
                  <a:schemeClr val="tx1"/>
                </a:solidFill>
                <a:latin typeface="+mn-lt"/>
                <a:ea typeface="+mn-ea"/>
                <a:cs typeface="+mn-cs"/>
              </a:defRPr>
            </a:lvl9pPr>
          </a:lstStyle>
          <a:p>
            <a:pPr algn="r"/>
            <a:r>
              <a:rPr lang="en-US" sz="800">
                <a:solidFill>
                  <a:schemeClr val="tx1"/>
                </a:solidFill>
                <a:latin typeface="Aptos Light" panose="020B0004020202020204" pitchFamily="34" charset="0"/>
                <a:cs typeface="Trebuchet MS"/>
              </a:rPr>
              <a:t> </a:t>
            </a:r>
            <a:fld id="{110FD68B-4EE4-9D43-89F2-B87D6C9CEE3A}" type="slidenum">
              <a:rPr lang="en-US" sz="800" smtClean="0">
                <a:solidFill>
                  <a:schemeClr val="tx1"/>
                </a:solidFill>
                <a:latin typeface="Aptos Light" panose="020B0004020202020204" pitchFamily="34" charset="0"/>
                <a:cs typeface="Trebuchet MS"/>
              </a:rPr>
              <a:pPr algn="r"/>
              <a:t>‹#›</a:t>
            </a:fld>
            <a:endParaRPr lang="en-US" sz="800">
              <a:solidFill>
                <a:schemeClr val="tx1"/>
              </a:solidFill>
              <a:latin typeface="Aptos Light" panose="020B0004020202020204" pitchFamily="34" charset="0"/>
              <a:cs typeface="Trebuchet MS"/>
            </a:endParaRPr>
          </a:p>
        </p:txBody>
      </p:sp>
    </p:spTree>
    <p:extLst>
      <p:ext uri="{BB962C8B-B14F-4D97-AF65-F5344CB8AC3E}">
        <p14:creationId xmlns:p14="http://schemas.microsoft.com/office/powerpoint/2010/main" val="842204006"/>
      </p:ext>
    </p:extLst>
  </p:cSld>
  <p:clrMap bg1="lt1" tx1="dk1" bg2="lt2" tx2="dk2" accent1="accent1" accent2="accent2" accent3="accent3" accent4="accent4" accent5="accent5" accent6="accent6" hlink="hlink" folHlink="folHlink"/>
  <p:sldLayoutIdLst>
    <p:sldLayoutId id="2147483808" r:id="rId1"/>
    <p:sldLayoutId id="2147483809" r:id="rId2"/>
    <p:sldLayoutId id="2147483723" r:id="rId3"/>
    <p:sldLayoutId id="2147483798" r:id="rId4"/>
    <p:sldLayoutId id="2147483649" r:id="rId5"/>
    <p:sldLayoutId id="2147483681" r:id="rId6"/>
    <p:sldLayoutId id="2147483691" r:id="rId7"/>
    <p:sldLayoutId id="2147483721" r:id="rId8"/>
    <p:sldLayoutId id="2147483795" r:id="rId9"/>
    <p:sldLayoutId id="2147483758" r:id="rId10"/>
    <p:sldLayoutId id="2147483797" r:id="rId11"/>
    <p:sldLayoutId id="2147483787" r:id="rId12"/>
    <p:sldLayoutId id="2147483789" r:id="rId13"/>
    <p:sldLayoutId id="2147483788" r:id="rId14"/>
    <p:sldLayoutId id="2147483796" r:id="rId15"/>
    <p:sldLayoutId id="2147483663" r:id="rId16"/>
    <p:sldLayoutId id="2147483760" r:id="rId17"/>
    <p:sldLayoutId id="2147483701" r:id="rId18"/>
    <p:sldLayoutId id="2147483650" r:id="rId19"/>
    <p:sldLayoutId id="2147483652" r:id="rId20"/>
    <p:sldLayoutId id="2147483656" r:id="rId21"/>
    <p:sldLayoutId id="2147483657" r:id="rId22"/>
    <p:sldLayoutId id="2147483746" r:id="rId23"/>
    <p:sldLayoutId id="2147483747" r:id="rId24"/>
    <p:sldLayoutId id="2147483748" r:id="rId25"/>
    <p:sldLayoutId id="2147483761" r:id="rId26"/>
    <p:sldLayoutId id="2147483794" r:id="rId27"/>
    <p:sldLayoutId id="2147483764" r:id="rId28"/>
    <p:sldLayoutId id="2147483792" r:id="rId29"/>
    <p:sldLayoutId id="2147483763" r:id="rId30"/>
    <p:sldLayoutId id="2147483765" r:id="rId31"/>
    <p:sldLayoutId id="2147483793" r:id="rId32"/>
    <p:sldLayoutId id="2147483767" r:id="rId33"/>
    <p:sldLayoutId id="2147483768" r:id="rId34"/>
    <p:sldLayoutId id="2147483769" r:id="rId35"/>
    <p:sldLayoutId id="2147483770" r:id="rId36"/>
    <p:sldLayoutId id="2147483771" r:id="rId37"/>
    <p:sldLayoutId id="2147483772" r:id="rId38"/>
    <p:sldLayoutId id="2147483773" r:id="rId39"/>
    <p:sldLayoutId id="2147483774" r:id="rId40"/>
    <p:sldLayoutId id="2147483775" r:id="rId41"/>
    <p:sldLayoutId id="2147483776" r:id="rId42"/>
    <p:sldLayoutId id="2147483777" r:id="rId43"/>
    <p:sldLayoutId id="2147483778" r:id="rId44"/>
    <p:sldLayoutId id="2147483779" r:id="rId45"/>
    <p:sldLayoutId id="2147483780" r:id="rId46"/>
    <p:sldLayoutId id="2147483749" r:id="rId47"/>
    <p:sldLayoutId id="2147483750" r:id="rId48"/>
    <p:sldLayoutId id="2147483751" r:id="rId49"/>
    <p:sldLayoutId id="2147483752" r:id="rId50"/>
    <p:sldLayoutId id="2147483753" r:id="rId51"/>
    <p:sldLayoutId id="2147483754" r:id="rId52"/>
    <p:sldLayoutId id="2147483755" r:id="rId53"/>
    <p:sldLayoutId id="2147483756" r:id="rId54"/>
    <p:sldLayoutId id="2147483757" r:id="rId55"/>
    <p:sldLayoutId id="2147483661" r:id="rId56"/>
    <p:sldLayoutId id="2147483660" r:id="rId57"/>
    <p:sldLayoutId id="2147483692" r:id="rId58"/>
    <p:sldLayoutId id="2147483781" r:id="rId59"/>
    <p:sldLayoutId id="2147483665" r:id="rId60"/>
    <p:sldLayoutId id="2147483700" r:id="rId61"/>
    <p:sldLayoutId id="2147483712" r:id="rId62"/>
    <p:sldLayoutId id="2147483714" r:id="rId63"/>
    <p:sldLayoutId id="2147483724" r:id="rId64"/>
    <p:sldLayoutId id="2147483696" r:id="rId65"/>
    <p:sldLayoutId id="2147483695" r:id="rId66"/>
    <p:sldLayoutId id="2147483782" r:id="rId67"/>
    <p:sldLayoutId id="2147483783" r:id="rId68"/>
    <p:sldLayoutId id="2147483694" r:id="rId69"/>
    <p:sldLayoutId id="2147483715" r:id="rId70"/>
    <p:sldLayoutId id="2147483737" r:id="rId71"/>
    <p:sldLayoutId id="2147483711" r:id="rId72"/>
    <p:sldLayoutId id="2147483697" r:id="rId73"/>
    <p:sldLayoutId id="2147483698" r:id="rId74"/>
    <p:sldLayoutId id="2147483736" r:id="rId75"/>
    <p:sldLayoutId id="2147483699" r:id="rId76"/>
    <p:sldLayoutId id="2147483725" r:id="rId77"/>
    <p:sldLayoutId id="2147483784" r:id="rId78"/>
    <p:sldLayoutId id="2147483785" r:id="rId79"/>
    <p:sldLayoutId id="2147483786" r:id="rId80"/>
    <p:sldLayoutId id="2147483703" r:id="rId81"/>
    <p:sldLayoutId id="2147483704" r:id="rId82"/>
    <p:sldLayoutId id="2147483705" r:id="rId83"/>
    <p:sldLayoutId id="2147483722" r:id="rId84"/>
    <p:sldLayoutId id="2147483702" r:id="rId85"/>
    <p:sldLayoutId id="2147483693" r:id="rId86"/>
    <p:sldLayoutId id="2147483651" r:id="rId87"/>
    <p:sldLayoutId id="2147483730" r:id="rId88"/>
    <p:sldLayoutId id="2147483733" r:id="rId89"/>
    <p:sldLayoutId id="2147483708" r:id="rId90"/>
    <p:sldLayoutId id="2147483731" r:id="rId91"/>
    <p:sldLayoutId id="2147483734" r:id="rId92"/>
    <p:sldLayoutId id="2147483709" r:id="rId93"/>
    <p:sldLayoutId id="2147483732" r:id="rId94"/>
    <p:sldLayoutId id="2147483741" r:id="rId95"/>
    <p:sldLayoutId id="2147483744" r:id="rId96"/>
    <p:sldLayoutId id="2147483745" r:id="rId97"/>
    <p:sldLayoutId id="2147483740" r:id="rId98"/>
    <p:sldLayoutId id="2147483742" r:id="rId99"/>
    <p:sldLayoutId id="2147483743" r:id="rId100"/>
    <p:sldLayoutId id="2147483735" r:id="rId101"/>
    <p:sldLayoutId id="2147483717" r:id="rId102"/>
    <p:sldLayoutId id="2147483716" r:id="rId103"/>
    <p:sldLayoutId id="2147483727" r:id="rId104"/>
    <p:sldLayoutId id="2147483726" r:id="rId105"/>
    <p:sldLayoutId id="2147483728" r:id="rId106"/>
    <p:sldLayoutId id="2147483690" r:id="rId107"/>
    <p:sldLayoutId id="2147483689" r:id="rId108"/>
    <p:sldLayoutId id="2147483738" r:id="rId109"/>
    <p:sldLayoutId id="2147483720" r:id="rId110"/>
    <p:sldLayoutId id="2147483719" r:id="rId111"/>
    <p:sldLayoutId id="2147483680" r:id="rId112"/>
    <p:sldLayoutId id="2147483713" r:id="rId113"/>
    <p:sldLayoutId id="2147483707" r:id="rId114"/>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914400" rtl="0" eaLnBrk="1" latinLnBrk="0" hangingPunct="1">
        <a:lnSpc>
          <a:spcPct val="90000"/>
        </a:lnSpc>
        <a:spcBef>
          <a:spcPct val="0"/>
        </a:spcBef>
        <a:buNone/>
        <a:defRPr sz="3200" b="0" kern="1200">
          <a:solidFill>
            <a:schemeClr val="tx1"/>
          </a:solidFill>
          <a:latin typeface="Aptos Light" panose="020B0004020202020204" pitchFamily="34" charset="0"/>
          <a:ea typeface="+mj-ea"/>
          <a:cs typeface="+mj-cs"/>
        </a:defRPr>
      </a:lvl1pPr>
    </p:titleStyle>
    <p:bodyStyle>
      <a:lvl1pPr marL="182880" indent="-182880" algn="l" defTabSz="914400" rtl="0" eaLnBrk="1" latinLnBrk="0" hangingPunct="1">
        <a:lnSpc>
          <a:spcPct val="100000"/>
        </a:lnSpc>
        <a:spcBef>
          <a:spcPts val="1200"/>
        </a:spcBef>
        <a:buClrTx/>
        <a:buFont typeface="Arial" panose="020B0604020202020204" pitchFamily="34" charset="0"/>
        <a:buChar char="•"/>
        <a:defRPr sz="1800" kern="1200">
          <a:solidFill>
            <a:schemeClr val="tx1"/>
          </a:solidFill>
          <a:latin typeface="Aptos Light" panose="020B0004020202020204" pitchFamily="34" charset="0"/>
          <a:ea typeface="+mn-ea"/>
          <a:cs typeface="+mn-cs"/>
        </a:defRPr>
      </a:lvl1pPr>
      <a:lvl2pPr marL="365760" indent="-182880" algn="l" defTabSz="914400" rtl="0" eaLnBrk="1" latinLnBrk="0" hangingPunct="1">
        <a:lnSpc>
          <a:spcPct val="100000"/>
        </a:lnSpc>
        <a:spcBef>
          <a:spcPts val="300"/>
        </a:spcBef>
        <a:buFont typeface="Arial" panose="020B0604020202020204" pitchFamily="34" charset="0"/>
        <a:buChar char="–"/>
        <a:defRPr sz="1800" kern="1200">
          <a:solidFill>
            <a:schemeClr val="tx1"/>
          </a:solidFill>
          <a:latin typeface="Aptos Light" panose="020B0004020202020204" pitchFamily="34" charset="0"/>
          <a:ea typeface="+mn-ea"/>
          <a:cs typeface="+mn-cs"/>
        </a:defRPr>
      </a:lvl2pPr>
      <a:lvl3pPr marL="548640" indent="-182880" algn="l" defTabSz="914400" rtl="0" eaLnBrk="1" latinLnBrk="0" hangingPunct="1">
        <a:lnSpc>
          <a:spcPct val="100000"/>
        </a:lnSpc>
        <a:spcBef>
          <a:spcPts val="300"/>
        </a:spcBef>
        <a:buFont typeface="Arial" panose="020B0604020202020204" pitchFamily="34" charset="0"/>
        <a:buChar char="–"/>
        <a:defRPr sz="1800" kern="1200">
          <a:solidFill>
            <a:schemeClr val="tx1"/>
          </a:solidFill>
          <a:latin typeface="Aptos Light" panose="020B0004020202020204" pitchFamily="34" charset="0"/>
          <a:ea typeface="+mn-ea"/>
          <a:cs typeface="+mn-cs"/>
        </a:defRPr>
      </a:lvl3pPr>
      <a:lvl4pPr marL="731520" indent="-182880" algn="l" defTabSz="914400" rtl="0" eaLnBrk="1" latinLnBrk="0" hangingPunct="1">
        <a:lnSpc>
          <a:spcPct val="100000"/>
        </a:lnSpc>
        <a:spcBef>
          <a:spcPts val="300"/>
        </a:spcBef>
        <a:buFont typeface="Arial" panose="020B0604020202020204" pitchFamily="34" charset="0"/>
        <a:buChar char="–"/>
        <a:defRPr sz="1800" kern="1200">
          <a:solidFill>
            <a:schemeClr val="tx1"/>
          </a:solidFill>
          <a:latin typeface="Aptos Light" panose="020B0004020202020204" pitchFamily="34" charset="0"/>
          <a:ea typeface="+mn-ea"/>
          <a:cs typeface="+mn-cs"/>
        </a:defRPr>
      </a:lvl4pPr>
      <a:lvl5pPr marL="914400" indent="-182880" algn="l" defTabSz="914400" rtl="0" eaLnBrk="1" latinLnBrk="0" hangingPunct="1">
        <a:lnSpc>
          <a:spcPct val="100000"/>
        </a:lnSpc>
        <a:spcBef>
          <a:spcPts val="300"/>
        </a:spcBef>
        <a:buFont typeface="Arial" panose="020B0604020202020204" pitchFamily="34" charset="0"/>
        <a:buChar char="–"/>
        <a:defRPr sz="1800" kern="1200">
          <a:solidFill>
            <a:schemeClr val="tx1"/>
          </a:solidFill>
          <a:latin typeface="Aptos Light" panose="020B0004020202020204" pitchFamily="34" charset="0"/>
          <a:ea typeface="+mn-ea"/>
          <a:cs typeface="+mn-cs"/>
        </a:defRPr>
      </a:lvl5pPr>
      <a:lvl6pPr marL="1097280" indent="-182880" algn="l" defTabSz="914400" rtl="0" eaLnBrk="1" latinLnBrk="0" hangingPunct="1">
        <a:lnSpc>
          <a:spcPct val="100000"/>
        </a:lnSpc>
        <a:spcBef>
          <a:spcPts val="300"/>
        </a:spcBef>
        <a:buFont typeface="Arial" panose="020B0604020202020204" pitchFamily="34" charset="0"/>
        <a:buChar char="–"/>
        <a:defRPr sz="1800" kern="1200">
          <a:solidFill>
            <a:schemeClr val="tx1"/>
          </a:solidFill>
          <a:latin typeface="+mn-lt"/>
          <a:ea typeface="+mn-ea"/>
          <a:cs typeface="+mn-cs"/>
        </a:defRPr>
      </a:lvl6pPr>
      <a:lvl7pPr marL="1280160" indent="-182880" algn="l" defTabSz="914400" rtl="0" eaLnBrk="1" latinLnBrk="0" hangingPunct="1">
        <a:lnSpc>
          <a:spcPct val="100000"/>
        </a:lnSpc>
        <a:spcBef>
          <a:spcPts val="300"/>
        </a:spcBef>
        <a:buFont typeface="Arial" panose="020B0604020202020204" pitchFamily="34" charset="0"/>
        <a:buChar char="–"/>
        <a:defRPr sz="1800" kern="1200">
          <a:solidFill>
            <a:schemeClr val="tx1"/>
          </a:solidFill>
          <a:latin typeface="+mn-lt"/>
          <a:ea typeface="+mn-ea"/>
          <a:cs typeface="+mn-cs"/>
        </a:defRPr>
      </a:lvl7pPr>
      <a:lvl8pPr marL="1463040" indent="-182880" algn="l" defTabSz="914400" rtl="0" eaLnBrk="1" latinLnBrk="0" hangingPunct="1">
        <a:lnSpc>
          <a:spcPct val="100000"/>
        </a:lnSpc>
        <a:spcBef>
          <a:spcPts val="300"/>
        </a:spcBef>
        <a:buFont typeface="Arial" panose="020B0604020202020204" pitchFamily="34" charset="0"/>
        <a:buChar char="–"/>
        <a:defRPr sz="1800" kern="1200">
          <a:solidFill>
            <a:schemeClr val="tx1"/>
          </a:solidFill>
          <a:latin typeface="+mn-lt"/>
          <a:ea typeface="+mn-ea"/>
          <a:cs typeface="+mn-cs"/>
        </a:defRPr>
      </a:lvl8pPr>
      <a:lvl9pPr marL="1645920" indent="-182880" algn="l" defTabSz="914400" rtl="0" eaLnBrk="1" latinLnBrk="0" hangingPunct="1">
        <a:lnSpc>
          <a:spcPct val="100000"/>
        </a:lnSpc>
        <a:spcBef>
          <a:spcPts val="3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0" userDrawn="1">
          <p15:clr>
            <a:srgbClr val="F26B43"/>
          </p15:clr>
        </p15:guide>
        <p15:guide id="2" pos="230" userDrawn="1">
          <p15:clr>
            <a:srgbClr val="F26B43"/>
          </p15:clr>
        </p15:guide>
        <p15:guide id="3" pos="7448"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A19963-CF60-836B-CC4A-92B214D2645D}"/>
              </a:ext>
            </a:extLst>
          </p:cNvPr>
          <p:cNvSpPr>
            <a:spLocks noGrp="1"/>
          </p:cNvSpPr>
          <p:nvPr>
            <p:ph type="ctrTitle"/>
          </p:nvPr>
        </p:nvSpPr>
        <p:spPr/>
        <p:txBody>
          <a:bodyPr/>
          <a:lstStyle/>
          <a:p>
            <a:r>
              <a:rPr lang="en-IN" dirty="0" err="1"/>
              <a:t>HealthAxis</a:t>
            </a:r>
            <a:r>
              <a:rPr lang="en-IN" dirty="0"/>
              <a:t> Appointment Portal</a:t>
            </a:r>
          </a:p>
        </p:txBody>
      </p:sp>
      <p:sp>
        <p:nvSpPr>
          <p:cNvPr id="3" name="Subtitle 2">
            <a:extLst>
              <a:ext uri="{FF2B5EF4-FFF2-40B4-BE49-F238E27FC236}">
                <a16:creationId xmlns:a16="http://schemas.microsoft.com/office/drawing/2014/main" id="{C9439391-6207-73E1-C167-1502AED88637}"/>
              </a:ext>
            </a:extLst>
          </p:cNvPr>
          <p:cNvSpPr>
            <a:spLocks noGrp="1"/>
          </p:cNvSpPr>
          <p:nvPr>
            <p:ph type="subTitle" idx="1"/>
          </p:nvPr>
        </p:nvSpPr>
        <p:spPr/>
        <p:txBody>
          <a:bodyPr/>
          <a:lstStyle/>
          <a:p>
            <a:r>
              <a:rPr lang="en-IN"/>
              <a:t>Overview of a system for scheduling Medical visits</a:t>
            </a:r>
          </a:p>
        </p:txBody>
      </p:sp>
      <p:sp>
        <p:nvSpPr>
          <p:cNvPr id="4" name="Text Placeholder 3">
            <a:extLst>
              <a:ext uri="{FF2B5EF4-FFF2-40B4-BE49-F238E27FC236}">
                <a16:creationId xmlns:a16="http://schemas.microsoft.com/office/drawing/2014/main" id="{2F2E1D17-D3A3-0302-F1CF-8AD27505DAC7}"/>
              </a:ext>
            </a:extLst>
          </p:cNvPr>
          <p:cNvSpPr>
            <a:spLocks noGrp="1"/>
          </p:cNvSpPr>
          <p:nvPr>
            <p:ph type="body" sz="quarter" idx="11"/>
          </p:nvPr>
        </p:nvSpPr>
        <p:spPr/>
        <p:txBody>
          <a:bodyPr/>
          <a:lstStyle/>
          <a:p>
            <a:r>
              <a:rPr lang="en-IN" dirty="0"/>
              <a:t>June 06 2026</a:t>
            </a:r>
          </a:p>
          <a:p>
            <a:r>
              <a:rPr lang="en-IN" dirty="0"/>
              <a:t>POD 4</a:t>
            </a:r>
          </a:p>
          <a:p>
            <a:r>
              <a:rPr lang="en-IN" dirty="0"/>
              <a:t>	</a:t>
            </a:r>
          </a:p>
        </p:txBody>
      </p:sp>
    </p:spTree>
    <p:extLst>
      <p:ext uri="{BB962C8B-B14F-4D97-AF65-F5344CB8AC3E}">
        <p14:creationId xmlns:p14="http://schemas.microsoft.com/office/powerpoint/2010/main" val="31728829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6E7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11225-59A7-4FCE-A2E8-FBFFB2381F13}"/>
              </a:ext>
            </a:extLst>
          </p:cNvPr>
          <p:cNvSpPr>
            <a:spLocks noGrp="1"/>
          </p:cNvSpPr>
          <p:nvPr>
            <p:ph type="title"/>
          </p:nvPr>
        </p:nvSpPr>
        <p:spPr/>
        <p:txBody>
          <a:bodyPr/>
          <a:lstStyle/>
          <a:p>
            <a:r>
              <a:rPr lang="en-US" b="1" err="1">
                <a:latin typeface="Aptos Light"/>
              </a:rPr>
              <a:t>HealthAxis</a:t>
            </a:r>
            <a:r>
              <a:rPr lang="en-US" b="1">
                <a:latin typeface="Aptos Light"/>
              </a:rPr>
              <a:t> Appointment Portal</a:t>
            </a:r>
            <a:endParaRPr lang="en-US" b="1"/>
          </a:p>
        </p:txBody>
      </p:sp>
      <p:sp>
        <p:nvSpPr>
          <p:cNvPr id="6" name="TextBox 5">
            <a:extLst>
              <a:ext uri="{FF2B5EF4-FFF2-40B4-BE49-F238E27FC236}">
                <a16:creationId xmlns:a16="http://schemas.microsoft.com/office/drawing/2014/main" id="{2E266913-89A8-B90B-1478-0575742DE04D}"/>
              </a:ext>
            </a:extLst>
          </p:cNvPr>
          <p:cNvSpPr txBox="1"/>
          <p:nvPr/>
        </p:nvSpPr>
        <p:spPr>
          <a:xfrm>
            <a:off x="519150" y="4256466"/>
            <a:ext cx="5575110" cy="218521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2400" b="1">
                <a:latin typeface="Aptos Light"/>
                <a:cs typeface="Quire Sans"/>
              </a:rPr>
              <a:t>Layered Architecture</a:t>
            </a:r>
          </a:p>
          <a:p>
            <a:endParaRPr lang="en-US">
              <a:latin typeface="Aptos Light"/>
              <a:cs typeface="Quire Sans"/>
            </a:endParaRPr>
          </a:p>
          <a:p>
            <a:pPr marL="285750" indent="-285750">
              <a:buFont typeface="Arial,Sans-Serif"/>
              <a:buChar char="•"/>
            </a:pPr>
            <a:r>
              <a:rPr lang="en-US">
                <a:latin typeface="Aptos Light"/>
                <a:cs typeface="Segoe UI"/>
              </a:rPr>
              <a:t>Presentation Layer (Console UI)</a:t>
            </a:r>
          </a:p>
          <a:p>
            <a:pPr marL="285750" indent="-285750">
              <a:buFont typeface="Arial,Sans-Serif"/>
              <a:buChar char="•"/>
            </a:pPr>
            <a:r>
              <a:rPr lang="en-US">
                <a:latin typeface="Aptos Light"/>
                <a:cs typeface="Segoe UI"/>
              </a:rPr>
              <a:t>Service Layer (Business Logic)</a:t>
            </a:r>
          </a:p>
          <a:p>
            <a:pPr marL="285750" indent="-285750">
              <a:buFont typeface="Arial,Sans-Serif"/>
              <a:buChar char="•"/>
            </a:pPr>
            <a:r>
              <a:rPr lang="en-US">
                <a:latin typeface="Aptos Light"/>
                <a:cs typeface="Segoe UI"/>
              </a:rPr>
              <a:t>Repository Layer (Data Access Handling)</a:t>
            </a:r>
          </a:p>
          <a:p>
            <a:pPr marL="285750" indent="-285750">
              <a:buFont typeface="Arial,Sans-Serif"/>
              <a:buChar char="•"/>
            </a:pPr>
            <a:r>
              <a:rPr lang="en-US">
                <a:latin typeface="Aptos Light"/>
                <a:cs typeface="Segoe UI"/>
              </a:rPr>
              <a:t>Data Layer (</a:t>
            </a:r>
            <a:r>
              <a:rPr lang="en-US" err="1">
                <a:latin typeface="Aptos Light"/>
                <a:cs typeface="Segoe UI"/>
              </a:rPr>
              <a:t>AppDbContext</a:t>
            </a:r>
            <a:r>
              <a:rPr lang="en-US">
                <a:latin typeface="Aptos Light"/>
                <a:cs typeface="Segoe UI"/>
              </a:rPr>
              <a:t> - In-Memory Storage)</a:t>
            </a:r>
          </a:p>
          <a:p>
            <a:pPr marL="0" indent="0" algn="l">
              <a:lnSpc>
                <a:spcPct val="100000"/>
              </a:lnSpc>
              <a:spcBef>
                <a:spcPts val="1200"/>
              </a:spcBef>
              <a:buFont typeface="Arial" panose="020B0604020202020204" pitchFamily="34" charset="0"/>
              <a:buNone/>
            </a:pPr>
            <a:endParaRPr lang="en-US" sz="1800">
              <a:latin typeface="Quire Sans"/>
              <a:cs typeface="Quire Sans"/>
            </a:endParaRPr>
          </a:p>
        </p:txBody>
      </p:sp>
      <p:sp>
        <p:nvSpPr>
          <p:cNvPr id="7" name="TextBox 6">
            <a:extLst>
              <a:ext uri="{FF2B5EF4-FFF2-40B4-BE49-F238E27FC236}">
                <a16:creationId xmlns:a16="http://schemas.microsoft.com/office/drawing/2014/main" id="{0E7017AD-9C83-732D-A9E8-78B922B4BBFE}"/>
              </a:ext>
            </a:extLst>
          </p:cNvPr>
          <p:cNvSpPr txBox="1"/>
          <p:nvPr/>
        </p:nvSpPr>
        <p:spPr>
          <a:xfrm>
            <a:off x="6469448" y="4783638"/>
            <a:ext cx="6769288" cy="1138773"/>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spcBef>
                <a:spcPts val="1200"/>
              </a:spcBef>
            </a:pPr>
            <a:r>
              <a:rPr lang="en-US" b="1"/>
              <a:t>Programming Language used: </a:t>
            </a:r>
            <a:r>
              <a:rPr lang="en-US"/>
              <a:t>C#</a:t>
            </a:r>
          </a:p>
          <a:p>
            <a:pPr>
              <a:spcBef>
                <a:spcPts val="1200"/>
              </a:spcBef>
            </a:pPr>
            <a:r>
              <a:rPr lang="en-US" b="1"/>
              <a:t>Testing Framework:</a:t>
            </a:r>
            <a:r>
              <a:rPr lang="en-US"/>
              <a:t> XUnit</a:t>
            </a:r>
          </a:p>
          <a:p>
            <a:pPr marL="0" indent="0" algn="l">
              <a:lnSpc>
                <a:spcPct val="100000"/>
              </a:lnSpc>
              <a:spcBef>
                <a:spcPts val="1200"/>
              </a:spcBef>
              <a:buFont typeface="Arial" panose="020B0604020202020204" pitchFamily="34" charset="0"/>
              <a:buNone/>
            </a:pPr>
            <a:endParaRPr lang="en-US" sz="1800"/>
          </a:p>
        </p:txBody>
      </p:sp>
      <p:sp>
        <p:nvSpPr>
          <p:cNvPr id="9" name="Rectangle: Rounded Corners 8">
            <a:extLst>
              <a:ext uri="{FF2B5EF4-FFF2-40B4-BE49-F238E27FC236}">
                <a16:creationId xmlns:a16="http://schemas.microsoft.com/office/drawing/2014/main" id="{050B99CD-0FA3-75AF-4ED2-1B55E6ADF4DC}"/>
              </a:ext>
            </a:extLst>
          </p:cNvPr>
          <p:cNvSpPr/>
          <p:nvPr/>
        </p:nvSpPr>
        <p:spPr>
          <a:xfrm>
            <a:off x="542926" y="1281109"/>
            <a:ext cx="5153021" cy="2521744"/>
          </a:xfrm>
          <a:prstGeom prst="roundRect">
            <a:avLst/>
          </a:prstGeom>
          <a:solidFill>
            <a:schemeClr val="tx1"/>
          </a:solidFill>
          <a:ln>
            <a:solidFill>
              <a:srgbClr val="4472C4"/>
            </a:solid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p>
        </p:txBody>
      </p:sp>
      <p:sp>
        <p:nvSpPr>
          <p:cNvPr id="3" name="TextBox 2">
            <a:extLst>
              <a:ext uri="{FF2B5EF4-FFF2-40B4-BE49-F238E27FC236}">
                <a16:creationId xmlns:a16="http://schemas.microsoft.com/office/drawing/2014/main" id="{CE49CAB7-DC16-30A9-BC5B-150B6FBB75BF}"/>
              </a:ext>
            </a:extLst>
          </p:cNvPr>
          <p:cNvSpPr txBox="1"/>
          <p:nvPr/>
        </p:nvSpPr>
        <p:spPr>
          <a:xfrm>
            <a:off x="759305" y="1413859"/>
            <a:ext cx="4719637" cy="2492990"/>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2400" b="1">
                <a:solidFill>
                  <a:srgbClr val="006E74"/>
                </a:solidFill>
                <a:latin typeface="Aptos Light"/>
                <a:cs typeface="Quire Sans"/>
              </a:rPr>
              <a:t>Problem Statement</a:t>
            </a:r>
          </a:p>
          <a:p>
            <a:endParaRPr lang="en-US">
              <a:solidFill>
                <a:srgbClr val="006E74"/>
              </a:solidFill>
              <a:latin typeface="Aptos Light"/>
              <a:cs typeface="Quire Sans"/>
            </a:endParaRPr>
          </a:p>
          <a:p>
            <a:r>
              <a:rPr lang="en-US">
                <a:solidFill>
                  <a:srgbClr val="006E74"/>
                </a:solidFill>
                <a:latin typeface="Aptos Light"/>
                <a:cs typeface="Quire Sans"/>
              </a:rPr>
              <a:t>Manual healthcare systems lead to: </a:t>
            </a:r>
          </a:p>
          <a:p>
            <a:pPr marL="285750" indent="-285750">
              <a:buFont typeface="Arial"/>
              <a:buChar char="•"/>
            </a:pPr>
            <a:endParaRPr lang="en-US">
              <a:solidFill>
                <a:srgbClr val="006E74"/>
              </a:solidFill>
              <a:latin typeface="Aptos Light"/>
              <a:cs typeface="Quire Sans"/>
            </a:endParaRPr>
          </a:p>
          <a:p>
            <a:pPr marL="742950" lvl="1" indent="-285750">
              <a:buFont typeface="Arial"/>
              <a:buChar char="•"/>
            </a:pPr>
            <a:r>
              <a:rPr lang="en-US" sz="1400">
                <a:solidFill>
                  <a:srgbClr val="006E74"/>
                </a:solidFill>
                <a:latin typeface="Aptos Light"/>
                <a:cs typeface="Quire Sans"/>
              </a:rPr>
              <a:t>Appointment conflicts and double booking</a:t>
            </a:r>
          </a:p>
          <a:p>
            <a:pPr marL="742950" lvl="1" indent="-285750">
              <a:buFont typeface="Arial"/>
              <a:buChar char="•"/>
            </a:pPr>
            <a:r>
              <a:rPr lang="en-US" sz="1400">
                <a:solidFill>
                  <a:srgbClr val="006E74"/>
                </a:solidFill>
                <a:latin typeface="Aptos Light"/>
                <a:cs typeface="Quire Sans"/>
              </a:rPr>
              <a:t>Difficulty in tracking patient records</a:t>
            </a:r>
          </a:p>
          <a:p>
            <a:pPr marL="742950" lvl="1" indent="-285750">
              <a:buFont typeface="Arial"/>
              <a:buChar char="•"/>
            </a:pPr>
            <a:r>
              <a:rPr lang="en-US" sz="1400">
                <a:solidFill>
                  <a:srgbClr val="006E74"/>
                </a:solidFill>
                <a:latin typeface="Aptos Light"/>
                <a:cs typeface="Quire Sans"/>
              </a:rPr>
              <a:t>Lack of centralized doctor/patient data</a:t>
            </a:r>
          </a:p>
          <a:p>
            <a:pPr marL="742950" lvl="1" indent="-285750">
              <a:buFont typeface="Arial"/>
              <a:buChar char="•"/>
            </a:pPr>
            <a:r>
              <a:rPr lang="en-US" sz="1400">
                <a:solidFill>
                  <a:srgbClr val="006E74"/>
                </a:solidFill>
                <a:latin typeface="Aptos Light"/>
                <a:cs typeface="Quire Sans"/>
              </a:rPr>
              <a:t>Inefficient scheduling and follow-ups</a:t>
            </a:r>
          </a:p>
          <a:p>
            <a:pPr marL="0" indent="0" algn="l">
              <a:lnSpc>
                <a:spcPct val="100000"/>
              </a:lnSpc>
              <a:spcBef>
                <a:spcPts val="1200"/>
              </a:spcBef>
              <a:buFont typeface="Arial" panose="020B0604020202020204" pitchFamily="34" charset="0"/>
              <a:buNone/>
            </a:pPr>
            <a:endParaRPr lang="en-US">
              <a:solidFill>
                <a:srgbClr val="006E74"/>
              </a:solidFill>
              <a:latin typeface="Quire Sans"/>
              <a:cs typeface="Quire Sans"/>
            </a:endParaRPr>
          </a:p>
        </p:txBody>
      </p:sp>
      <p:sp>
        <p:nvSpPr>
          <p:cNvPr id="10" name="Rectangle: Rounded Corners 9">
            <a:extLst>
              <a:ext uri="{FF2B5EF4-FFF2-40B4-BE49-F238E27FC236}">
                <a16:creationId xmlns:a16="http://schemas.microsoft.com/office/drawing/2014/main" id="{75942F0C-4EB7-A7C8-611C-A53E04BE8840}"/>
              </a:ext>
            </a:extLst>
          </p:cNvPr>
          <p:cNvSpPr/>
          <p:nvPr/>
        </p:nvSpPr>
        <p:spPr>
          <a:xfrm>
            <a:off x="6472237" y="1281109"/>
            <a:ext cx="5153021" cy="2521744"/>
          </a:xfrm>
          <a:prstGeom prst="roundRect">
            <a:avLst/>
          </a:prstGeom>
          <a:solidFill>
            <a:schemeClr val="tx1"/>
          </a:solidFill>
          <a:ln>
            <a:solidFill>
              <a:srgbClr val="4472C4"/>
            </a:solid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p>
        </p:txBody>
      </p:sp>
      <p:sp>
        <p:nvSpPr>
          <p:cNvPr id="4" name="TextBox 3">
            <a:extLst>
              <a:ext uri="{FF2B5EF4-FFF2-40B4-BE49-F238E27FC236}">
                <a16:creationId xmlns:a16="http://schemas.microsoft.com/office/drawing/2014/main" id="{AF4C7A2A-2FE7-D141-05D1-237465EBAF2A}"/>
              </a:ext>
            </a:extLst>
          </p:cNvPr>
          <p:cNvSpPr txBox="1"/>
          <p:nvPr/>
        </p:nvSpPr>
        <p:spPr>
          <a:xfrm>
            <a:off x="6646127" y="1477380"/>
            <a:ext cx="5172072" cy="2431435"/>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2400" b="1">
                <a:solidFill>
                  <a:srgbClr val="006E74"/>
                </a:solidFill>
                <a:latin typeface="Aptos Light"/>
                <a:cs typeface="Quire Sans"/>
              </a:rPr>
              <a:t>Proposed Solution</a:t>
            </a:r>
          </a:p>
          <a:p>
            <a:endParaRPr lang="en-US">
              <a:solidFill>
                <a:srgbClr val="006E74"/>
              </a:solidFill>
              <a:latin typeface="Aptos Light"/>
              <a:cs typeface="Quire Sans"/>
            </a:endParaRPr>
          </a:p>
          <a:p>
            <a:r>
              <a:rPr lang="en-US">
                <a:solidFill>
                  <a:srgbClr val="006E74"/>
                </a:solidFill>
                <a:latin typeface="Aptos Light"/>
                <a:cs typeface="Quire Sans"/>
              </a:rPr>
              <a:t>Build a </a:t>
            </a:r>
            <a:r>
              <a:rPr lang="en-US" b="1">
                <a:solidFill>
                  <a:srgbClr val="006E74"/>
                </a:solidFill>
                <a:latin typeface="Aptos Light"/>
                <a:cs typeface="Quire Sans"/>
              </a:rPr>
              <a:t>console-based healthcare system</a:t>
            </a:r>
            <a:r>
              <a:rPr lang="en-US">
                <a:solidFill>
                  <a:srgbClr val="006E74"/>
                </a:solidFill>
                <a:latin typeface="Aptos Light"/>
                <a:cs typeface="Quire Sans"/>
              </a:rPr>
              <a:t> that: </a:t>
            </a:r>
            <a:endParaRPr lang="en-US" sz="2400">
              <a:solidFill>
                <a:srgbClr val="006E74"/>
              </a:solidFill>
              <a:latin typeface="Aptos Light"/>
              <a:cs typeface="Quire Sans"/>
            </a:endParaRPr>
          </a:p>
          <a:p>
            <a:endParaRPr lang="en-US">
              <a:solidFill>
                <a:srgbClr val="006E74"/>
              </a:solidFill>
              <a:latin typeface="Aptos Light"/>
              <a:cs typeface="Quire Sans"/>
            </a:endParaRPr>
          </a:p>
          <a:p>
            <a:pPr marL="742950" lvl="1" indent="-285750">
              <a:buFont typeface="Arial"/>
              <a:buChar char="•"/>
            </a:pPr>
            <a:r>
              <a:rPr lang="en-US" sz="1400">
                <a:solidFill>
                  <a:srgbClr val="006E74"/>
                </a:solidFill>
                <a:latin typeface="Aptos Light"/>
                <a:cs typeface="Quire Sans"/>
              </a:rPr>
              <a:t>Manages patients, doctors, and appointments</a:t>
            </a:r>
          </a:p>
          <a:p>
            <a:pPr marL="742950" lvl="1" indent="-285750">
              <a:buFont typeface="Arial"/>
              <a:buChar char="•"/>
            </a:pPr>
            <a:r>
              <a:rPr lang="en-US" sz="1400">
                <a:solidFill>
                  <a:srgbClr val="006E74"/>
                </a:solidFill>
                <a:latin typeface="Aptos Light"/>
                <a:cs typeface="Quire Sans"/>
              </a:rPr>
              <a:t>Ensures conflict-free appointment scheduling</a:t>
            </a:r>
          </a:p>
          <a:p>
            <a:pPr marL="742950" lvl="1" indent="-285750">
              <a:buFont typeface="Arial"/>
              <a:buChar char="•"/>
            </a:pPr>
            <a:r>
              <a:rPr lang="en-US" sz="1400">
                <a:solidFill>
                  <a:srgbClr val="006E74"/>
                </a:solidFill>
                <a:latin typeface="Aptos Light"/>
                <a:cs typeface="Quire Sans"/>
              </a:rPr>
              <a:t>Stores and retrieves health records efficiently</a:t>
            </a:r>
          </a:p>
          <a:p>
            <a:pPr marL="742950" lvl="1" indent="-285750">
              <a:buFont typeface="Arial"/>
              <a:buChar char="•"/>
            </a:pPr>
            <a:r>
              <a:rPr lang="en-US" sz="1400">
                <a:solidFill>
                  <a:srgbClr val="006E74"/>
                </a:solidFill>
                <a:latin typeface="Aptos Light"/>
                <a:cs typeface="Quire Sans"/>
              </a:rPr>
              <a:t>Provides structured and centralized data handling</a:t>
            </a:r>
          </a:p>
          <a:p>
            <a:pPr marL="0" indent="0" algn="l">
              <a:lnSpc>
                <a:spcPct val="100000"/>
              </a:lnSpc>
              <a:spcBef>
                <a:spcPts val="1200"/>
              </a:spcBef>
              <a:buFont typeface="Arial" panose="020B0604020202020204" pitchFamily="34" charset="0"/>
              <a:buNone/>
            </a:pPr>
            <a:endParaRPr lang="en-US" sz="1400">
              <a:solidFill>
                <a:srgbClr val="006E74"/>
              </a:solidFill>
              <a:latin typeface="Quire Sans"/>
              <a:cs typeface="Quire Sans"/>
            </a:endParaRPr>
          </a:p>
        </p:txBody>
      </p:sp>
    </p:spTree>
    <p:extLst>
      <p:ext uri="{BB962C8B-B14F-4D97-AF65-F5344CB8AC3E}">
        <p14:creationId xmlns:p14="http://schemas.microsoft.com/office/powerpoint/2010/main" val="13791768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show="0">
  <p:cSld>
    <p:bg>
      <p:bgPr>
        <a:solidFill>
          <a:srgbClr val="006E7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1AFF7F-827F-77B8-D998-956D09EF55D8}"/>
              </a:ext>
            </a:extLst>
          </p:cNvPr>
          <p:cNvSpPr>
            <a:spLocks noGrp="1"/>
          </p:cNvSpPr>
          <p:nvPr>
            <p:ph type="title"/>
          </p:nvPr>
        </p:nvSpPr>
        <p:spPr>
          <a:xfrm>
            <a:off x="365760" y="365760"/>
            <a:ext cx="3099245" cy="914400"/>
          </a:xfrm>
        </p:spPr>
        <p:txBody>
          <a:bodyPr/>
          <a:lstStyle/>
          <a:p>
            <a:r>
              <a:rPr lang="en-IN" sz="4400">
                <a:latin typeface="Aptos Light"/>
              </a:rPr>
              <a:t>WORKFLOW</a:t>
            </a:r>
            <a:endParaRPr lang="en-US"/>
          </a:p>
        </p:txBody>
      </p:sp>
      <p:sp>
        <p:nvSpPr>
          <p:cNvPr id="3" name="TextBox 2">
            <a:extLst>
              <a:ext uri="{FF2B5EF4-FFF2-40B4-BE49-F238E27FC236}">
                <a16:creationId xmlns:a16="http://schemas.microsoft.com/office/drawing/2014/main" id="{988D7334-6A34-8BF6-8043-6CBBBB1DF4FA}"/>
              </a:ext>
            </a:extLst>
          </p:cNvPr>
          <p:cNvSpPr txBox="1"/>
          <p:nvPr/>
        </p:nvSpPr>
        <p:spPr>
          <a:xfrm>
            <a:off x="368548" y="1286756"/>
            <a:ext cx="6483986" cy="2000548"/>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spcBef>
                <a:spcPts val="1200"/>
              </a:spcBef>
              <a:buSzPct val="100000"/>
            </a:pPr>
            <a:r>
              <a:rPr lang="en-US" b="1"/>
              <a:t>Programming Language used: </a:t>
            </a:r>
            <a:r>
              <a:rPr lang="en-US"/>
              <a:t>C#</a:t>
            </a:r>
          </a:p>
          <a:p>
            <a:pPr>
              <a:spcBef>
                <a:spcPts val="1200"/>
              </a:spcBef>
            </a:pPr>
            <a:r>
              <a:rPr lang="en-US" b="1"/>
              <a:t>Framework</a:t>
            </a:r>
            <a:r>
              <a:rPr lang="en-US"/>
              <a:t>: .NET</a:t>
            </a:r>
          </a:p>
          <a:p>
            <a:pPr>
              <a:spcBef>
                <a:spcPts val="1200"/>
              </a:spcBef>
            </a:pPr>
            <a:r>
              <a:rPr lang="en-US" b="1"/>
              <a:t>Architecture:</a:t>
            </a:r>
            <a:r>
              <a:rPr lang="en-US"/>
              <a:t> Layered Architecture</a:t>
            </a:r>
          </a:p>
          <a:p>
            <a:pPr>
              <a:spcBef>
                <a:spcPts val="1200"/>
              </a:spcBef>
            </a:pPr>
            <a:r>
              <a:rPr lang="en-US"/>
              <a:t> with Dependency Injection</a:t>
            </a:r>
          </a:p>
          <a:p>
            <a:pPr>
              <a:spcBef>
                <a:spcPts val="1200"/>
              </a:spcBef>
            </a:pPr>
            <a:r>
              <a:rPr lang="en-US" b="1"/>
              <a:t>Testing Framework:</a:t>
            </a:r>
            <a:r>
              <a:rPr lang="en-US"/>
              <a:t> </a:t>
            </a:r>
            <a:r>
              <a:rPr lang="en-US" err="1"/>
              <a:t>XUnit</a:t>
            </a:r>
          </a:p>
        </p:txBody>
      </p:sp>
      <p:sp>
        <p:nvSpPr>
          <p:cNvPr id="7" name="TextBox 6">
            <a:extLst>
              <a:ext uri="{FF2B5EF4-FFF2-40B4-BE49-F238E27FC236}">
                <a16:creationId xmlns:a16="http://schemas.microsoft.com/office/drawing/2014/main" id="{1DCCC8DA-10BB-1C5D-0083-AC30BC78AA10}"/>
              </a:ext>
            </a:extLst>
          </p:cNvPr>
          <p:cNvSpPr txBox="1"/>
          <p:nvPr/>
        </p:nvSpPr>
        <p:spPr>
          <a:xfrm>
            <a:off x="369094" y="3643312"/>
            <a:ext cx="4071936" cy="270843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2000" b="1">
                <a:solidFill>
                  <a:srgbClr val="FFFFFF"/>
                </a:solidFill>
                <a:latin typeface="Aptos Light"/>
                <a:ea typeface="Arial"/>
                <a:cs typeface="Arial"/>
              </a:rPr>
              <a:t>KEY FEATURES</a:t>
            </a:r>
          </a:p>
          <a:p>
            <a:endParaRPr lang="en-US" sz="2000" b="1">
              <a:solidFill>
                <a:srgbClr val="FFFFFF"/>
              </a:solidFill>
              <a:latin typeface="Aptos Light"/>
              <a:ea typeface="Arial"/>
              <a:cs typeface="Arial"/>
            </a:endParaRPr>
          </a:p>
          <a:p>
            <a:pPr marL="285750" lvl="0" indent="-285750">
              <a:buFont typeface="Arial,Sans-Serif"/>
              <a:buChar char="•"/>
            </a:pPr>
            <a:r>
              <a:rPr lang="en-US" baseline="0">
                <a:solidFill>
                  <a:srgbClr val="FFFFFF"/>
                </a:solidFill>
                <a:latin typeface="Aptos Light"/>
                <a:ea typeface="Arial"/>
                <a:cs typeface="Arial"/>
              </a:rPr>
              <a:t>Register patients &amp; add doctors</a:t>
            </a:r>
            <a:r>
              <a:rPr lang="en-US">
                <a:solidFill>
                  <a:srgbClr val="FFFFFF"/>
                </a:solidFill>
                <a:latin typeface="Aptos Light"/>
                <a:ea typeface="Arial"/>
                <a:cs typeface="Arial"/>
              </a:rPr>
              <a:t>​</a:t>
            </a:r>
            <a:endParaRPr lang="en-US"/>
          </a:p>
          <a:p>
            <a:pPr marL="285750" lvl="0" indent="-285750" rtl="0">
              <a:buFont typeface="Arial,Sans-Serif"/>
              <a:buChar char="•"/>
            </a:pPr>
            <a:r>
              <a:rPr lang="en-US" baseline="0">
                <a:solidFill>
                  <a:srgbClr val="FFFFFF"/>
                </a:solidFill>
                <a:latin typeface="Aptos Light"/>
                <a:ea typeface="Arial"/>
                <a:cs typeface="Arial"/>
              </a:rPr>
              <a:t>Search doctors by specialization</a:t>
            </a:r>
            <a:r>
              <a:rPr lang="en-US">
                <a:solidFill>
                  <a:srgbClr val="FFFFFF"/>
                </a:solidFill>
                <a:latin typeface="Aptos Light"/>
                <a:ea typeface="Arial"/>
                <a:cs typeface="Arial"/>
              </a:rPr>
              <a:t>​</a:t>
            </a:r>
          </a:p>
          <a:p>
            <a:pPr marL="285750" lvl="0" indent="-285750" rtl="0">
              <a:buFont typeface="Arial,Sans-Serif"/>
              <a:buChar char="•"/>
            </a:pPr>
            <a:r>
              <a:rPr lang="en-US" baseline="0">
                <a:solidFill>
                  <a:srgbClr val="FFFFFF"/>
                </a:solidFill>
                <a:latin typeface="Aptos Light"/>
                <a:ea typeface="Arial"/>
                <a:cs typeface="Arial"/>
              </a:rPr>
              <a:t>Book, confirm, cancel appointments</a:t>
            </a:r>
            <a:r>
              <a:rPr lang="en-US">
                <a:solidFill>
                  <a:srgbClr val="FFFFFF"/>
                </a:solidFill>
                <a:latin typeface="Aptos Light"/>
                <a:ea typeface="Arial"/>
                <a:cs typeface="Arial"/>
              </a:rPr>
              <a:t>​</a:t>
            </a:r>
          </a:p>
          <a:p>
            <a:pPr marL="285750" lvl="0" indent="-285750" rtl="0">
              <a:buFont typeface="Arial,Sans-Serif"/>
              <a:buChar char="•"/>
            </a:pPr>
            <a:r>
              <a:rPr lang="en-US" baseline="0">
                <a:solidFill>
                  <a:srgbClr val="FFFFFF"/>
                </a:solidFill>
                <a:latin typeface="Aptos Light"/>
                <a:ea typeface="Arial"/>
                <a:cs typeface="Arial"/>
              </a:rPr>
              <a:t>Prevent past bookings &amp; slot conflicts</a:t>
            </a:r>
            <a:r>
              <a:rPr lang="en-US">
                <a:solidFill>
                  <a:srgbClr val="FFFFFF"/>
                </a:solidFill>
                <a:latin typeface="Aptos Light"/>
                <a:ea typeface="Arial"/>
                <a:cs typeface="Arial"/>
              </a:rPr>
              <a:t>​</a:t>
            </a:r>
          </a:p>
          <a:p>
            <a:pPr marL="285750" lvl="0" indent="-285750" rtl="0">
              <a:buFont typeface="Arial,Sans-Serif"/>
              <a:buChar char="•"/>
            </a:pPr>
            <a:r>
              <a:rPr lang="en-US" baseline="0">
                <a:solidFill>
                  <a:srgbClr val="FFFFFF"/>
                </a:solidFill>
                <a:latin typeface="Aptos Light"/>
                <a:ea typeface="Arial"/>
                <a:cs typeface="Arial"/>
              </a:rPr>
              <a:t>Maintain patient health history</a:t>
            </a:r>
            <a:r>
              <a:rPr lang="en-US">
                <a:solidFill>
                  <a:srgbClr val="FFFFFF"/>
                </a:solidFill>
                <a:latin typeface="Aptos Light"/>
                <a:ea typeface="Arial"/>
                <a:cs typeface="Arial"/>
              </a:rPr>
              <a:t>​</a:t>
            </a:r>
          </a:p>
          <a:p>
            <a:pPr marL="285750" lvl="0" indent="-285750" rtl="0">
              <a:buFont typeface="Arial,Sans-Serif"/>
              <a:buChar char="•"/>
            </a:pPr>
            <a:r>
              <a:rPr lang="en-US" baseline="0">
                <a:solidFill>
                  <a:srgbClr val="FFFFFF"/>
                </a:solidFill>
                <a:latin typeface="Aptos Light"/>
                <a:ea typeface="Arial"/>
                <a:cs typeface="Arial"/>
              </a:rPr>
              <a:t>LINQ-based filtering &amp; sorting</a:t>
            </a:r>
          </a:p>
          <a:p>
            <a:pPr marL="0" indent="0" algn="l">
              <a:lnSpc>
                <a:spcPct val="100000"/>
              </a:lnSpc>
              <a:spcBef>
                <a:spcPts val="1200"/>
              </a:spcBef>
              <a:buSzPct val="100000"/>
              <a:buFont typeface="Arial" panose="020B0604020202020204" pitchFamily="34" charset="0"/>
              <a:buNone/>
            </a:pPr>
            <a:endParaRPr lang="en-US" sz="1800"/>
          </a:p>
        </p:txBody>
      </p:sp>
      <p:sp>
        <p:nvSpPr>
          <p:cNvPr id="11" name="TextBox 10">
            <a:extLst>
              <a:ext uri="{FF2B5EF4-FFF2-40B4-BE49-F238E27FC236}">
                <a16:creationId xmlns:a16="http://schemas.microsoft.com/office/drawing/2014/main" id="{F55E5FA4-4C2B-A51F-4B9C-D21EA6591C76}"/>
              </a:ext>
            </a:extLst>
          </p:cNvPr>
          <p:cNvSpPr txBox="1"/>
          <p:nvPr/>
        </p:nvSpPr>
        <p:spPr>
          <a:xfrm>
            <a:off x="5838847" y="1283484"/>
            <a:ext cx="7208039" cy="4462760"/>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b="1"/>
              <a:t> </a:t>
            </a:r>
            <a:r>
              <a:rPr lang="en-US" sz="2400" b="1"/>
              <a:t>System Architecture </a:t>
            </a:r>
          </a:p>
          <a:p>
            <a:endParaRPr lang="en-US" b="1">
              <a:latin typeface="Segoe UI"/>
              <a:cs typeface="Segoe UI"/>
            </a:endParaRPr>
          </a:p>
          <a:p>
            <a:r>
              <a:rPr lang="en-US" sz="2000" b="1">
                <a:latin typeface="Segoe UI"/>
                <a:cs typeface="Segoe UI"/>
              </a:rPr>
              <a:t>Layers:</a:t>
            </a:r>
            <a:endParaRPr lang="en-US" sz="2000"/>
          </a:p>
          <a:p>
            <a:endParaRPr lang="en-US" b="1">
              <a:latin typeface="Segoe UI"/>
              <a:cs typeface="Segoe UI"/>
            </a:endParaRPr>
          </a:p>
          <a:p>
            <a:pPr marL="285750" indent="-285750">
              <a:buFont typeface="Arial"/>
              <a:buChar char="•"/>
            </a:pPr>
            <a:r>
              <a:rPr lang="en-US">
                <a:latin typeface="Segoe UI"/>
                <a:cs typeface="Segoe UI"/>
              </a:rPr>
              <a:t>Presentation Layer (Console UI)</a:t>
            </a:r>
            <a:endParaRPr lang="en-US"/>
          </a:p>
          <a:p>
            <a:pPr marL="285750" indent="-285750">
              <a:buFont typeface="Arial"/>
              <a:buChar char="•"/>
            </a:pPr>
            <a:r>
              <a:rPr lang="en-US">
                <a:latin typeface="Segoe UI"/>
                <a:cs typeface="Segoe UI"/>
              </a:rPr>
              <a:t>Service Layer (Business Logic)</a:t>
            </a:r>
            <a:endParaRPr lang="en-US"/>
          </a:p>
          <a:p>
            <a:pPr marL="285750" indent="-285750">
              <a:buFont typeface="Arial"/>
              <a:buChar char="•"/>
            </a:pPr>
            <a:r>
              <a:rPr lang="en-US">
                <a:latin typeface="Segoe UI"/>
                <a:cs typeface="Segoe UI"/>
              </a:rPr>
              <a:t>Repository Layer (Data Access Handling)</a:t>
            </a:r>
            <a:endParaRPr lang="en-US"/>
          </a:p>
          <a:p>
            <a:pPr marL="285750" indent="-285750">
              <a:buFont typeface="Arial"/>
              <a:buChar char="•"/>
            </a:pPr>
            <a:r>
              <a:rPr lang="en-US">
                <a:latin typeface="Segoe UI"/>
                <a:cs typeface="Segoe UI"/>
              </a:rPr>
              <a:t>Data Layer (</a:t>
            </a:r>
            <a:r>
              <a:rPr lang="en-US" err="1">
                <a:latin typeface="Segoe UI"/>
                <a:cs typeface="Segoe UI"/>
              </a:rPr>
              <a:t>AppDbContext</a:t>
            </a:r>
            <a:r>
              <a:rPr lang="en-US">
                <a:latin typeface="Segoe UI"/>
                <a:cs typeface="Segoe UI"/>
              </a:rPr>
              <a:t> - In-Memory Storage)</a:t>
            </a:r>
            <a:endParaRPr lang="en-US"/>
          </a:p>
          <a:p>
            <a:pPr marL="285750" indent="-285750">
              <a:buFont typeface="Arial"/>
              <a:buChar char="•"/>
            </a:pPr>
            <a:endParaRPr lang="en-US">
              <a:latin typeface="Segoe UI"/>
              <a:cs typeface="Segoe UI"/>
            </a:endParaRPr>
          </a:p>
          <a:p>
            <a:r>
              <a:rPr lang="en-US" sz="2000" b="1">
                <a:latin typeface="Segoe UI"/>
                <a:cs typeface="Segoe UI"/>
              </a:rPr>
              <a:t>Flow:</a:t>
            </a:r>
            <a:endParaRPr lang="en-US" sz="2000"/>
          </a:p>
          <a:p>
            <a:endParaRPr lang="en-US" b="1">
              <a:latin typeface="Segoe UI"/>
              <a:cs typeface="Segoe UI"/>
            </a:endParaRPr>
          </a:p>
          <a:p>
            <a:pPr marL="285750" indent="-285750">
              <a:buFont typeface="Arial"/>
              <a:buChar char="•"/>
            </a:pPr>
            <a:r>
              <a:rPr lang="en-US">
                <a:latin typeface="Segoe UI"/>
                <a:cs typeface="Segoe UI"/>
              </a:rPr>
              <a:t>User → Service Layer</a:t>
            </a:r>
            <a:endParaRPr lang="en-US"/>
          </a:p>
          <a:p>
            <a:pPr marL="285750" indent="-285750">
              <a:buFont typeface="Arial"/>
              <a:buChar char="•"/>
            </a:pPr>
            <a:r>
              <a:rPr lang="en-US">
                <a:latin typeface="Segoe UI"/>
                <a:cs typeface="Segoe UI"/>
              </a:rPr>
              <a:t>Service → Repository Layer</a:t>
            </a:r>
            <a:endParaRPr lang="en-US"/>
          </a:p>
          <a:p>
            <a:pPr marL="285750" indent="-285750">
              <a:buFont typeface="Arial"/>
              <a:buChar char="•"/>
            </a:pPr>
            <a:r>
              <a:rPr lang="en-US">
                <a:latin typeface="Segoe UI"/>
                <a:cs typeface="Segoe UI"/>
              </a:rPr>
              <a:t>Repository → Data Layer</a:t>
            </a:r>
            <a:endParaRPr lang="en-US"/>
          </a:p>
          <a:p>
            <a:pPr>
              <a:spcBef>
                <a:spcPts val="1200"/>
              </a:spcBef>
              <a:buFont typeface="Arial" panose="020B0604020202020204" pitchFamily="34" charset="0"/>
            </a:pPr>
            <a:endParaRPr lang="en-US">
              <a:latin typeface="Aptos Light"/>
              <a:cs typeface="Segoe UI"/>
            </a:endParaRPr>
          </a:p>
        </p:txBody>
      </p:sp>
    </p:spTree>
    <p:extLst>
      <p:ext uri="{BB962C8B-B14F-4D97-AF65-F5344CB8AC3E}">
        <p14:creationId xmlns:p14="http://schemas.microsoft.com/office/powerpoint/2010/main" val="13575247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UST 1">
  <a:themeElements>
    <a:clrScheme name="UST Colors">
      <a:dk1>
        <a:srgbClr val="231F20"/>
      </a:dk1>
      <a:lt1>
        <a:srgbClr val="FFFFFF"/>
      </a:lt1>
      <a:dk2>
        <a:srgbClr val="006E74"/>
      </a:dk2>
      <a:lt2>
        <a:srgbClr val="ECECE1"/>
      </a:lt2>
      <a:accent1>
        <a:srgbClr val="0097AC"/>
      </a:accent1>
      <a:accent2>
        <a:srgbClr val="881E87"/>
      </a:accent2>
      <a:accent3>
        <a:srgbClr val="01B27C"/>
      </a:accent3>
      <a:accent4>
        <a:srgbClr val="003C51"/>
      </a:accent4>
      <a:accent5>
        <a:srgbClr val="7A7480"/>
      </a:accent5>
      <a:accent6>
        <a:srgbClr val="FC6A59"/>
      </a:accent6>
      <a:hlink>
        <a:srgbClr val="006E74"/>
      </a:hlink>
      <a:folHlink>
        <a:srgbClr val="006E74"/>
      </a:folHlink>
    </a:clrScheme>
    <a:fontScheme name="UST Template Aptos Light">
      <a:majorFont>
        <a:latin typeface="Aptos Light"/>
        <a:ea typeface=""/>
        <a:cs typeface=""/>
      </a:majorFont>
      <a:minorFont>
        <a:latin typeface="Aptos Light"/>
        <a:ea typeface=""/>
        <a:cs typeface=""/>
      </a:minorFont>
    </a:fontScheme>
    <a:fmtScheme name="UST Effects">
      <a:fillStyleLst>
        <a:solidFill>
          <a:schemeClr val="phClr"/>
        </a:solidFill>
        <a:solidFill>
          <a:schemeClr val="phClr"/>
        </a:solidFill>
        <a:solidFill>
          <a:schemeClr val="phClr"/>
        </a:solidFill>
      </a:fillStyleLst>
      <a:lnStyleLst>
        <a:ln w="12700" cap="sq" cmpd="sng" algn="ctr">
          <a:solidFill>
            <a:schemeClr val="phClr"/>
          </a:solidFill>
          <a:prstDash val="solid"/>
        </a:ln>
        <a:ln w="12700" cap="sq" cmpd="sng" algn="ctr">
          <a:solidFill>
            <a:schemeClr val="phClr"/>
          </a:solidFill>
          <a:prstDash val="solid"/>
        </a:ln>
        <a:ln w="12700" cap="sq" cmpd="sng" algn="ctr">
          <a:solidFill>
            <a:schemeClr val="phClr"/>
          </a:solidFill>
          <a:prstDash val="solid"/>
        </a:ln>
      </a:lnStyleLst>
      <a:effectStyleLst>
        <a:effectStyle>
          <a:effectLst/>
        </a:effectStyle>
        <a:effectStyle>
          <a:effectLst/>
        </a:effectStyle>
        <a:effectStyle>
          <a:effectLst>
            <a:outerShdw blurRad="127000" dist="63500" dir="2700000" algn="br" rotWithShape="0">
              <a:srgbClr val="000000">
                <a:alpha val="25000"/>
              </a:srgbClr>
            </a:outerShdw>
          </a:effectLst>
        </a:effectStyle>
      </a:effectStyleLst>
      <a:bgFillStyleLst>
        <a:solidFill>
          <a:schemeClr val="phClr"/>
        </a:solidFill>
        <a:solidFill>
          <a:schemeClr val="phClr"/>
        </a:solidFill>
        <a:solidFill>
          <a:schemeClr val="phClr"/>
        </a:solidFill>
      </a:bgFillStyleLst>
    </a:fmtScheme>
  </a:themeElements>
  <a:objectDefaults>
    <a:spDef>
      <a:spPr>
        <a:ln>
          <a:noFill/>
        </a:ln>
      </a:spPr>
      <a:bodyPr/>
      <a:lstStyle>
        <a:defPPr algn="ctr">
          <a:lnSpc>
            <a:spcPct val="100000"/>
          </a:lnSpc>
          <a:defRPr sz="1800"/>
        </a:defPPr>
      </a:lstStyle>
      <a:style>
        <a:lnRef idx="0">
          <a:schemeClr val="accent1"/>
        </a:lnRef>
        <a:fillRef idx="1">
          <a:schemeClr val="accent1"/>
        </a:fillRef>
        <a:effectRef idx="0">
          <a:srgbClr val="000000"/>
        </a:effectRef>
        <a:fontRef idx="minor">
          <a:schemeClr val="bg1"/>
        </a:fontRef>
      </a:style>
    </a:spDef>
    <a:lnDef>
      <a:spPr>
        <a:ln w="12700" cap="sq"/>
      </a:spPr>
      <a:bodyPr/>
      <a:lstStyle/>
      <a:style>
        <a:lnRef idx="1">
          <a:schemeClr val="accent1"/>
        </a:lnRef>
        <a:fillRef idx="0">
          <a:schemeClr val="accent1"/>
        </a:fillRef>
        <a:effectRef idx="0">
          <a:srgbClr val="000000"/>
        </a:effectRef>
        <a:fontRef idx="minor">
          <a:schemeClr val="bg1"/>
        </a:fontRef>
      </a:style>
    </a:lnDef>
    <a:txDef>
      <a:spPr>
        <a:noFill/>
      </a:spPr>
      <a:bodyPr wrap="square" lIns="0" tIns="0" rIns="0" bIns="0" rtlCol="0">
        <a:noAutofit/>
      </a:bodyPr>
      <a:lstStyle>
        <a:defPPr marL="0" indent="0" algn="l">
          <a:lnSpc>
            <a:spcPct val="100000"/>
          </a:lnSpc>
          <a:spcBef>
            <a:spcPts val="1200"/>
          </a:spcBef>
          <a:buSzPct val="100000"/>
          <a:buFont typeface="Arial" panose="020B0604020202020204" pitchFamily="34" charset="0"/>
          <a:buNone/>
          <a:defRPr sz="1800" dirty="0"/>
        </a:defPPr>
      </a:lstStyle>
    </a:txDef>
  </a:objectDefaults>
  <a:extraClrSchemeLst/>
  <a:custClrLst>
    <a:custClr name="Dark Teal">
      <a:srgbClr val="006E74"/>
    </a:custClr>
    <a:custClr name="Light Teal">
      <a:srgbClr val="0097AC"/>
    </a:custClr>
    <a:custClr name="Soft Black">
      <a:srgbClr val="231F20"/>
    </a:custClr>
    <a:custClr name="White">
      <a:srgbClr val="FFFFFF"/>
    </a:custClr>
    <a:custClr name="Purple">
      <a:srgbClr val="881E87"/>
    </a:custClr>
    <a:custClr name="Green">
      <a:srgbClr val="01B27C"/>
    </a:custClr>
    <a:custClr name="Petrol">
      <a:srgbClr val="003C51"/>
    </a:custClr>
    <a:custClr name="Dark Gray">
      <a:srgbClr val="7A7480"/>
    </a:custClr>
    <a:custClr name="Orange">
      <a:srgbClr val="FC6A59"/>
    </a:custClr>
    <a:custClr name="Dark Sand">
      <a:srgbClr val="DBD3BD"/>
    </a:custClr>
    <a:custClr name="Light Gray Wash">
      <a:srgbClr val="F2F7F8"/>
    </a:custClr>
    <a:custClr name="Mid Gray Wash">
      <a:srgbClr val="D7E0E3"/>
    </a:custClr>
    <a:custClr name="Dark Gray Wash">
      <a:srgbClr val="C2BCBE"/>
    </a:custClr>
    <a:custClr name="Sand">
      <a:srgbClr val="ECECE1"/>
    </a:custClr>
  </a:custClrLst>
  <a:extLst>
    <a:ext uri="{05A4C25C-085E-4340-85A3-A5531E510DB2}">
      <thm15:themeFamily xmlns:thm15="http://schemas.microsoft.com/office/thememl/2012/main" name="UST 1" id="{124EEF2F-7EEA-4F40-B0B7-013721C90A06}" vid="{9533C9DF-CAAA-426D-B0CB-11BD7F2A67C2}"/>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5DB7F4FD3AB484F892494B55DDB3517" ma:contentTypeVersion="9" ma:contentTypeDescription="Create a new document." ma:contentTypeScope="" ma:versionID="2a2448691bcc26e2268c709bf2702303">
  <xsd:schema xmlns:xsd="http://www.w3.org/2001/XMLSchema" xmlns:xs="http://www.w3.org/2001/XMLSchema" xmlns:p="http://schemas.microsoft.com/office/2006/metadata/properties" xmlns:ns3="42642fc8-014e-4509-8274-a60212d15a60" targetNamespace="http://schemas.microsoft.com/office/2006/metadata/properties" ma:root="true" ma:fieldsID="a86e5fa489cae100cb44022379228864" ns3:_="">
    <xsd:import namespace="42642fc8-014e-4509-8274-a60212d15a60"/>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SystemTags" minOccurs="0"/>
                <xsd:element ref="ns3:MediaServiceOCR" minOccurs="0"/>
                <xsd:element ref="ns3:MediaServiceGenerationTime" minOccurs="0"/>
                <xsd:element ref="ns3:MediaServiceEventHashCode"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2642fc8-014e-4509-8274-a60212d15a60"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SystemTags" ma:index="12" nillable="true" ma:displayName="MediaServiceSystemTags" ma:hidden="true" ma:internalName="MediaServiceSystemTags" ma:readOnly="true">
      <xsd:simpleType>
        <xsd:restriction base="dms:Note"/>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_activity" ma:index="16"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42642fc8-014e-4509-8274-a60212d15a60" xsi:nil="true"/>
  </documentManagement>
</p:properties>
</file>

<file path=customXml/itemProps1.xml><?xml version="1.0" encoding="utf-8"?>
<ds:datastoreItem xmlns:ds="http://schemas.openxmlformats.org/officeDocument/2006/customXml" ds:itemID="{870F7442-73D6-4A2D-9F81-C276576ED4AA}">
  <ds:schemaRefs>
    <ds:schemaRef ds:uri="42642fc8-014e-4509-8274-a60212d15a6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C04ACAE9-67C8-4EB2-9FE5-842BED9BDCE9}">
  <ds:schemaRefs>
    <ds:schemaRef ds:uri="http://schemas.microsoft.com/sharepoint/v3/contenttype/forms"/>
  </ds:schemaRefs>
</ds:datastoreItem>
</file>

<file path=customXml/itemProps3.xml><?xml version="1.0" encoding="utf-8"?>
<ds:datastoreItem xmlns:ds="http://schemas.openxmlformats.org/officeDocument/2006/customXml" ds:itemID="{84E2B777-F6D0-4E5C-ABA3-8724609C05E7}">
  <ds:schemaRefs>
    <ds:schemaRef ds:uri="http://purl.org/dc/terms/"/>
    <ds:schemaRef ds:uri="42642fc8-014e-4509-8274-a60212d15a60"/>
    <ds:schemaRef ds:uri="http://schemas.microsoft.com/office/infopath/2007/PartnerControls"/>
    <ds:schemaRef ds:uri="http://www.w3.org/XML/1998/namespace"/>
    <ds:schemaRef ds:uri="http://schemas.microsoft.com/office/2006/documentManagement/types"/>
    <ds:schemaRef ds:uri="http://purl.org/dc/elements/1.1/"/>
    <ds:schemaRef ds:uri="http://schemas.microsoft.com/office/2006/metadata/properties"/>
    <ds:schemaRef ds:uri="http://purl.org/dc/dcmitype/"/>
    <ds:schemaRef ds:uri="http://schemas.openxmlformats.org/package/2006/metadata/core-properties"/>
  </ds:schemaRefs>
</ds:datastoreItem>
</file>

<file path=docProps/app.xml><?xml version="1.0" encoding="utf-8"?>
<Properties xmlns="http://schemas.openxmlformats.org/officeDocument/2006/extended-properties" xmlns:vt="http://schemas.openxmlformats.org/officeDocument/2006/docPropsVTypes">
  <Template>Default Theme</Template>
  <TotalTime>2</TotalTime>
  <Words>225</Words>
  <Application>Microsoft Office PowerPoint</Application>
  <PresentationFormat>Widescreen</PresentationFormat>
  <Paragraphs>58</Paragraphs>
  <Slides>3</Slides>
  <Notes>0</Notes>
  <HiddenSlides>1</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vt:i4>
      </vt:variant>
    </vt:vector>
  </HeadingPairs>
  <TitlesOfParts>
    <vt:vector size="11" baseType="lpstr">
      <vt:lpstr>Aptos</vt:lpstr>
      <vt:lpstr>Aptos Light</vt:lpstr>
      <vt:lpstr>Arial</vt:lpstr>
      <vt:lpstr>Arial,Sans-Serif</vt:lpstr>
      <vt:lpstr>Quire Sans</vt:lpstr>
      <vt:lpstr>Segoe UI</vt:lpstr>
      <vt:lpstr>Wingdings</vt:lpstr>
      <vt:lpstr>UST 1</vt:lpstr>
      <vt:lpstr>HealthAxis Appointment Portal</vt:lpstr>
      <vt:lpstr>HealthAxis Appointment Portal</vt:lpstr>
      <vt:lpstr>WORKFLOW</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Vishal Unni(UST,IN)</dc:creator>
  <cp:lastModifiedBy>Melsy Maneesha Jayarajan(UST,IN)</cp:lastModifiedBy>
  <cp:revision>3</cp:revision>
  <dcterms:created xsi:type="dcterms:W3CDTF">2026-05-25T09:32:03Z</dcterms:created>
  <dcterms:modified xsi:type="dcterms:W3CDTF">2026-06-06T00:23:36Z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5ffddfa-74ad-4c1f-9757-a38a11902f1c_Enabled">
    <vt:lpwstr>true</vt:lpwstr>
  </property>
  <property fmtid="{D5CDD505-2E9C-101B-9397-08002B2CF9AE}" pid="3" name="MSIP_Label_15ffddfa-74ad-4c1f-9757-a38a11902f1c_SetDate">
    <vt:lpwstr>2026-05-25T11:29:58Z</vt:lpwstr>
  </property>
  <property fmtid="{D5CDD505-2E9C-101B-9397-08002B2CF9AE}" pid="4" name="MSIP_Label_15ffddfa-74ad-4c1f-9757-a38a11902f1c_Method">
    <vt:lpwstr>Standard</vt:lpwstr>
  </property>
  <property fmtid="{D5CDD505-2E9C-101B-9397-08002B2CF9AE}" pid="5" name="MSIP_Label_15ffddfa-74ad-4c1f-9757-a38a11902f1c_Name">
    <vt:lpwstr>UST Internal</vt:lpwstr>
  </property>
  <property fmtid="{D5CDD505-2E9C-101B-9397-08002B2CF9AE}" pid="6" name="MSIP_Label_15ffddfa-74ad-4c1f-9757-a38a11902f1c_SiteId">
    <vt:lpwstr>a4431f4b-c207-4733-9530-34c08a9b2b8d</vt:lpwstr>
  </property>
  <property fmtid="{D5CDD505-2E9C-101B-9397-08002B2CF9AE}" pid="7" name="MSIP_Label_15ffddfa-74ad-4c1f-9757-a38a11902f1c_ActionId">
    <vt:lpwstr>832008db-e9a2-4e98-9956-263edbf50fde</vt:lpwstr>
  </property>
  <property fmtid="{D5CDD505-2E9C-101B-9397-08002B2CF9AE}" pid="8" name="MSIP_Label_15ffddfa-74ad-4c1f-9757-a38a11902f1c_ContentBits">
    <vt:lpwstr>0</vt:lpwstr>
  </property>
  <property fmtid="{D5CDD505-2E9C-101B-9397-08002B2CF9AE}" pid="9" name="MSIP_Label_15ffddfa-74ad-4c1f-9757-a38a11902f1c_Tag">
    <vt:lpwstr>10, 3, 0, 1</vt:lpwstr>
  </property>
  <property fmtid="{D5CDD505-2E9C-101B-9397-08002B2CF9AE}" pid="10" name="ContentTypeId">
    <vt:lpwstr>0x010100F5DB7F4FD3AB484F892494B55DDB3517</vt:lpwstr>
  </property>
</Properties>
</file>